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10287000" cx="18288000"/>
  <p:notesSz cx="6858000" cy="9144000"/>
  <p:embeddedFontLst>
    <p:embeddedFont>
      <p:font typeface="Arimo"/>
      <p:regular r:id="rId50"/>
      <p:bold r:id="rId51"/>
      <p:italic r:id="rId52"/>
      <p:boldItalic r:id="rId53"/>
    </p:embeddedFont>
    <p:embeddedFont>
      <p:font typeface="Open Sans"/>
      <p:bold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6" roundtripDataSignature="AMtx7mgi3vePJjfADlfkgLbzcvI2brRa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mo-bold.fntdata"/><Relationship Id="rId50" Type="http://schemas.openxmlformats.org/officeDocument/2006/relationships/font" Target="fonts/Arimo-regular.fntdata"/><Relationship Id="rId53" Type="http://schemas.openxmlformats.org/officeDocument/2006/relationships/font" Target="fonts/Arimo-boldItalic.fntdata"/><Relationship Id="rId52" Type="http://schemas.openxmlformats.org/officeDocument/2006/relationships/font" Target="fonts/Arimo-italic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7869625"/>
            <a:ext cx="15943416" cy="82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30217" y="2645728"/>
            <a:ext cx="17627566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Swing y AWT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Patrón de Diseño: MVC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8743013"/>
            <a:ext cx="6971258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en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849" y="9210675"/>
            <a:ext cx="352499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95" name="Google Shape;95;p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Una página en un planificador" id="96" name="Google Shape;96;p2"/>
          <p:cNvSpPr/>
          <p:nvPr/>
        </p:nvSpPr>
        <p:spPr>
          <a:xfrm>
            <a:off x="2286" y="15"/>
            <a:ext cx="18283428" cy="10286985"/>
          </a:xfrm>
          <a:custGeom>
            <a:rect b="b" l="l" r="r" t="t"/>
            <a:pathLst>
              <a:path extrusionOk="0" h="10286985" w="18283428">
                <a:moveTo>
                  <a:pt x="0" y="0"/>
                </a:moveTo>
                <a:lnTo>
                  <a:pt x="18283428" y="0"/>
                </a:lnTo>
                <a:lnTo>
                  <a:pt x="1828342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560" l="0" r="-147" t="-2074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061211" y="1857663"/>
            <a:ext cx="5453920" cy="6533673"/>
          </a:xfrm>
          <a:custGeom>
            <a:rect b="b" l="l" r="r" t="t"/>
            <a:pathLst>
              <a:path extrusionOk="0" h="8711565" w="7271893">
                <a:moveTo>
                  <a:pt x="0" y="0"/>
                </a:moveTo>
                <a:lnTo>
                  <a:pt x="7271893" y="0"/>
                </a:lnTo>
                <a:lnTo>
                  <a:pt x="7271893" y="8711565"/>
                </a:lnTo>
                <a:lnTo>
                  <a:pt x="0" y="8711565"/>
                </a:lnTo>
                <a:close/>
              </a:path>
            </a:pathLst>
          </a:custGeom>
          <a:solidFill>
            <a:srgbClr val="FFFFFF">
              <a:alpha val="86275"/>
            </a:srgbClr>
          </a:solid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422972" y="2128910"/>
            <a:ext cx="4730370" cy="2037282"/>
            <a:chOff x="0" y="0"/>
            <a:chExt cx="6307160" cy="2716376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6307160" cy="2716376"/>
            </a:xfrm>
            <a:custGeom>
              <a:rect b="b" l="l" r="r" t="t"/>
              <a:pathLst>
                <a:path extrusionOk="0" h="2716376" w="6307160">
                  <a:moveTo>
                    <a:pt x="0" y="0"/>
                  </a:moveTo>
                  <a:lnTo>
                    <a:pt x="6307160" y="0"/>
                  </a:lnTo>
                  <a:lnTo>
                    <a:pt x="6307160" y="2716376"/>
                  </a:lnTo>
                  <a:lnTo>
                    <a:pt x="0" y="2716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95250"/>
              <a:ext cx="6307160" cy="2621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Agenda</a:t>
              </a:r>
              <a:endParaRPr/>
            </a:p>
          </p:txBody>
        </p:sp>
      </p:grpSp>
      <p:cxnSp>
        <p:nvCxnSpPr>
          <p:cNvPr id="101" name="Google Shape;101;p2"/>
          <p:cNvCxnSpPr/>
          <p:nvPr/>
        </p:nvCxnSpPr>
        <p:spPr>
          <a:xfrm rot="14856">
            <a:off x="1547870" y="4297524"/>
            <a:ext cx="4408211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2"/>
          <p:cNvGrpSpPr/>
          <p:nvPr/>
        </p:nvGrpSpPr>
        <p:grpSpPr>
          <a:xfrm>
            <a:off x="1422972" y="4438806"/>
            <a:ext cx="4730370" cy="3694932"/>
            <a:chOff x="0" y="-38100"/>
            <a:chExt cx="6307160" cy="4926576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6307160" cy="4888476"/>
            </a:xfrm>
            <a:custGeom>
              <a:rect b="b" l="l" r="r" t="t"/>
              <a:pathLst>
                <a:path extrusionOk="0" h="4888476" w="6307160">
                  <a:moveTo>
                    <a:pt x="0" y="0"/>
                  </a:moveTo>
                  <a:lnTo>
                    <a:pt x="6307160" y="0"/>
                  </a:lnTo>
                  <a:lnTo>
                    <a:pt x="6307160" y="4888476"/>
                  </a:lnTo>
                  <a:lnTo>
                    <a:pt x="0" y="4888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6307160" cy="4926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de diseño: MVC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 (MVC)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Ventajas del MVC</a:t>
              </a:r>
              <a:endParaRPr/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1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111" name="Google Shape;111;p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113" name="Google Shape;113;p3"/>
          <p:cNvCxnSpPr/>
          <p:nvPr/>
        </p:nvCxnSpPr>
        <p:spPr>
          <a:xfrm>
            <a:off x="1780779" y="7030456"/>
            <a:ext cx="14832330" cy="1905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2260" y="7372614"/>
            <a:ext cx="18283428" cy="2914364"/>
          </a:xfrm>
          <a:custGeom>
            <a:rect b="b" l="l" r="r" t="t"/>
            <a:pathLst>
              <a:path extrusionOk="0" h="3885819" w="24377904">
                <a:moveTo>
                  <a:pt x="0" y="0"/>
                </a:moveTo>
                <a:lnTo>
                  <a:pt x="24377904" y="0"/>
                </a:lnTo>
                <a:lnTo>
                  <a:pt x="24377904" y="3885819"/>
                </a:lnTo>
                <a:lnTo>
                  <a:pt x="0" y="3885819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115" name="Google Shape;115;p3"/>
          <p:cNvGrpSpPr/>
          <p:nvPr/>
        </p:nvGrpSpPr>
        <p:grpSpPr>
          <a:xfrm>
            <a:off x="1243012" y="7680958"/>
            <a:ext cx="10705894" cy="1920241"/>
            <a:chOff x="0" y="0"/>
            <a:chExt cx="14274526" cy="2560322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4274526" cy="2560322"/>
            </a:xfrm>
            <a:custGeom>
              <a:rect b="b" l="l" r="r" t="t"/>
              <a:pathLst>
                <a:path extrusionOk="0" h="2560322" w="14274526">
                  <a:moveTo>
                    <a:pt x="0" y="0"/>
                  </a:moveTo>
                  <a:lnTo>
                    <a:pt x="14274526" y="0"/>
                  </a:lnTo>
                  <a:lnTo>
                    <a:pt x="14274526" y="2560322"/>
                  </a:lnTo>
                  <a:lnTo>
                    <a:pt x="0" y="2560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47625"/>
              <a:ext cx="14274526" cy="2512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1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Interfaz Gráfica de Usuario</a:t>
              </a:r>
              <a:endParaRPr/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12429764" y="7666670"/>
            <a:ext cx="4615224" cy="1934528"/>
            <a:chOff x="0" y="-19050"/>
            <a:chExt cx="6153632" cy="257937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6153632" cy="2560320"/>
            </a:xfrm>
            <a:custGeom>
              <a:rect b="b" l="l" r="r" t="t"/>
              <a:pathLst>
                <a:path extrusionOk="0" h="2560320" w="6153632">
                  <a:moveTo>
                    <a:pt x="0" y="0"/>
                  </a:moveTo>
                  <a:lnTo>
                    <a:pt x="6153632" y="0"/>
                  </a:lnTo>
                  <a:lnTo>
                    <a:pt x="615363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19050"/>
              <a:ext cx="6153632" cy="2579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Definición, Características, Elementos Comunes, Frameworks, Beneficios</a:t>
              </a:r>
              <a:endParaRPr/>
            </a:p>
          </p:txBody>
        </p:sp>
      </p:grpSp>
      <p:cxnSp>
        <p:nvCxnSpPr>
          <p:cNvPr id="121" name="Google Shape;121;p3"/>
          <p:cNvCxnSpPr/>
          <p:nvPr/>
        </p:nvCxnSpPr>
        <p:spPr>
          <a:xfrm rot="10800000">
            <a:off x="12191638" y="7923867"/>
            <a:ext cx="0" cy="1811880"/>
          </a:xfrm>
          <a:prstGeom prst="straightConnector1">
            <a:avLst/>
          </a:prstGeom>
          <a:noFill/>
          <a:ln cap="rnd" cmpd="sng" w="19050">
            <a:solidFill>
              <a:srgbClr val="C6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1974347" y="10287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12114399" y="984479"/>
            <a:ext cx="4930588" cy="4114800"/>
          </a:xfrm>
          <a:custGeom>
            <a:rect b="b" l="l" r="r" t="t"/>
            <a:pathLst>
              <a:path extrusionOk="0" h="4114800" w="4930588">
                <a:moveTo>
                  <a:pt x="0" y="0"/>
                </a:moveTo>
                <a:lnTo>
                  <a:pt x="4930589" y="0"/>
                </a:lnTo>
                <a:lnTo>
                  <a:pt x="49305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7572504" y="3041879"/>
            <a:ext cx="3147755" cy="3355165"/>
          </a:xfrm>
          <a:custGeom>
            <a:rect b="b" l="l" r="r" t="t"/>
            <a:pathLst>
              <a:path extrusionOk="0" h="3355165" w="3147755">
                <a:moveTo>
                  <a:pt x="0" y="0"/>
                </a:moveTo>
                <a:lnTo>
                  <a:pt x="3147755" y="0"/>
                </a:lnTo>
                <a:lnTo>
                  <a:pt x="3147755" y="3355165"/>
                </a:lnTo>
                <a:lnTo>
                  <a:pt x="0" y="335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4"/>
          <p:cNvCxnSpPr/>
          <p:nvPr/>
        </p:nvCxnSpPr>
        <p:spPr>
          <a:xfrm>
            <a:off x="1659255" y="2803787"/>
            <a:ext cx="14969490" cy="190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" name="Google Shape;130;p4"/>
          <p:cNvGrpSpPr/>
          <p:nvPr/>
        </p:nvGrpSpPr>
        <p:grpSpPr>
          <a:xfrm>
            <a:off x="1448920" y="965757"/>
            <a:ext cx="4610325" cy="7689304"/>
            <a:chOff x="0" y="0"/>
            <a:chExt cx="6147100" cy="10252406"/>
          </a:xfrm>
        </p:grpSpPr>
        <p:sp>
          <p:nvSpPr>
            <p:cNvPr id="131" name="Google Shape;131;p4"/>
            <p:cNvSpPr/>
            <p:nvPr/>
          </p:nvSpPr>
          <p:spPr>
            <a:xfrm>
              <a:off x="0" y="0"/>
              <a:ext cx="6147100" cy="10252406"/>
            </a:xfrm>
            <a:custGeom>
              <a:rect b="b" l="l" r="r" t="t"/>
              <a:pathLst>
                <a:path extrusionOk="0" h="10252406" w="6147100">
                  <a:moveTo>
                    <a:pt x="0" y="0"/>
                  </a:moveTo>
                  <a:lnTo>
                    <a:pt x="6147100" y="0"/>
                  </a:lnTo>
                  <a:lnTo>
                    <a:pt x="6147100" y="10252406"/>
                  </a:lnTo>
                  <a:lnTo>
                    <a:pt x="0" y="102524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2" name="Google Shape;132;p4"/>
            <p:cNvSpPr txBox="1"/>
            <p:nvPr/>
          </p:nvSpPr>
          <p:spPr>
            <a:xfrm>
              <a:off x="0" y="161925"/>
              <a:ext cx="6147100" cy="10090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cxnSp>
        <p:nvCxnSpPr>
          <p:cNvPr id="133" name="Google Shape;133;p4"/>
          <p:cNvCxnSpPr/>
          <p:nvPr/>
        </p:nvCxnSpPr>
        <p:spPr>
          <a:xfrm>
            <a:off x="6563140" y="2832362"/>
            <a:ext cx="0" cy="4622276"/>
          </a:xfrm>
          <a:prstGeom prst="straightConnector1">
            <a:avLst/>
          </a:prstGeom>
          <a:noFill/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4" name="Google Shape;134;p4"/>
          <p:cNvGrpSpPr/>
          <p:nvPr/>
        </p:nvGrpSpPr>
        <p:grpSpPr>
          <a:xfrm>
            <a:off x="6862404" y="2123319"/>
            <a:ext cx="10196648" cy="5331318"/>
            <a:chOff x="0" y="-57150"/>
            <a:chExt cx="13595530" cy="7108425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13595530" cy="7051275"/>
            </a:xfrm>
            <a:custGeom>
              <a:rect b="b" l="l" r="r" t="t"/>
              <a:pathLst>
                <a:path extrusionOk="0" h="7051275" w="13595530">
                  <a:moveTo>
                    <a:pt x="0" y="0"/>
                  </a:moveTo>
                  <a:lnTo>
                    <a:pt x="13595530" y="0"/>
                  </a:lnTo>
                  <a:lnTo>
                    <a:pt x="13595530" y="7051275"/>
                  </a:lnTo>
                  <a:lnTo>
                    <a:pt x="0" y="7051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6" name="Google Shape;136;p4"/>
            <p:cNvSpPr txBox="1"/>
            <p:nvPr/>
          </p:nvSpPr>
          <p:spPr>
            <a:xfrm>
              <a:off x="0" y="-57150"/>
              <a:ext cx="13595530" cy="7108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2182" lvl="1" marL="624364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450"/>
                <a:buFont typeface="Arial"/>
                <a:buChar char="•"/>
              </a:pPr>
              <a:r>
                <a:rPr b="0" i="0" lang="en-US" sz="345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2" name="Google Shape;142;p5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4" name="Google Shape;144;p5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  <a:endParaRPr/>
            </a:p>
          </p:txBody>
        </p:sp>
      </p:grpSp>
      <p:cxnSp>
        <p:nvCxnSpPr>
          <p:cNvPr id="145" name="Google Shape;145;p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1645444" y="4070628"/>
            <a:ext cx="15087601" cy="1703832"/>
          </a:xfrm>
          <a:custGeom>
            <a:rect b="b" l="l" r="r" t="t"/>
            <a:pathLst>
              <a:path extrusionOk="0" h="2271776" w="20116800">
                <a:moveTo>
                  <a:pt x="0" y="227203"/>
                </a:moveTo>
                <a:cubicBezTo>
                  <a:pt x="0" y="101727"/>
                  <a:pt x="101727" y="0"/>
                  <a:pt x="227203" y="0"/>
                </a:cubicBezTo>
                <a:lnTo>
                  <a:pt x="19889597" y="0"/>
                </a:lnTo>
                <a:cubicBezTo>
                  <a:pt x="20015073" y="0"/>
                  <a:pt x="20116800" y="101727"/>
                  <a:pt x="20116800" y="227203"/>
                </a:cubicBezTo>
                <a:lnTo>
                  <a:pt x="20116800" y="2044573"/>
                </a:lnTo>
                <a:cubicBezTo>
                  <a:pt x="20116800" y="2170049"/>
                  <a:pt x="20015073" y="2271776"/>
                  <a:pt x="19889597" y="2271776"/>
                </a:cubicBezTo>
                <a:lnTo>
                  <a:pt x="227203" y="2271776"/>
                </a:lnTo>
                <a:cubicBezTo>
                  <a:pt x="101727" y="2271649"/>
                  <a:pt x="0" y="2169922"/>
                  <a:pt x="0" y="2044446"/>
                </a:cubicBezTo>
                <a:close/>
              </a:path>
            </a:pathLst>
          </a:custGeom>
          <a:solidFill>
            <a:srgbClr val="BA7F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160824" y="4453970"/>
            <a:ext cx="937054" cy="937054"/>
          </a:xfrm>
          <a:custGeom>
            <a:rect b="b" l="l" r="r" t="t"/>
            <a:pathLst>
              <a:path extrusionOk="0" h="937054" w="937054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5"/>
          <p:cNvGrpSpPr/>
          <p:nvPr/>
        </p:nvGrpSpPr>
        <p:grpSpPr>
          <a:xfrm>
            <a:off x="3603734" y="4061103"/>
            <a:ext cx="12779340" cy="1722786"/>
            <a:chOff x="0" y="0"/>
            <a:chExt cx="17039120" cy="2297048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17039120" cy="2297048"/>
            </a:xfrm>
            <a:custGeom>
              <a:rect b="b" l="l" r="r" t="t"/>
              <a:pathLst>
                <a:path extrusionOk="0" h="2297048" w="1703912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0" name="Google Shape;150;p5"/>
            <p:cNvSpPr txBox="1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Una GUI es un tipo de interfaz que permite a los usuarios interactuar con una aplicación o sistema mediante elementos visuales como botones, menús, ventanas, etc.</a:t>
              </a:r>
              <a:endParaRPr/>
            </a:p>
          </p:txBody>
        </p:sp>
      </p:grpSp>
      <p:sp>
        <p:nvSpPr>
          <p:cNvPr id="151" name="Google Shape;151;p5"/>
          <p:cNvSpPr/>
          <p:nvPr/>
        </p:nvSpPr>
        <p:spPr>
          <a:xfrm>
            <a:off x="1645444" y="6200300"/>
            <a:ext cx="15087601" cy="1703832"/>
          </a:xfrm>
          <a:custGeom>
            <a:rect b="b" l="l" r="r" t="t"/>
            <a:pathLst>
              <a:path extrusionOk="0" h="2271776" w="20116800">
                <a:moveTo>
                  <a:pt x="0" y="227203"/>
                </a:moveTo>
                <a:cubicBezTo>
                  <a:pt x="0" y="101727"/>
                  <a:pt x="101727" y="0"/>
                  <a:pt x="227203" y="0"/>
                </a:cubicBezTo>
                <a:lnTo>
                  <a:pt x="19889597" y="0"/>
                </a:lnTo>
                <a:cubicBezTo>
                  <a:pt x="20015073" y="0"/>
                  <a:pt x="20116800" y="101727"/>
                  <a:pt x="20116800" y="227203"/>
                </a:cubicBezTo>
                <a:lnTo>
                  <a:pt x="20116800" y="2044573"/>
                </a:lnTo>
                <a:cubicBezTo>
                  <a:pt x="20116800" y="2170049"/>
                  <a:pt x="20015073" y="2271776"/>
                  <a:pt x="19889597" y="2271776"/>
                </a:cubicBezTo>
                <a:lnTo>
                  <a:pt x="227203" y="2271776"/>
                </a:lnTo>
                <a:cubicBezTo>
                  <a:pt x="101727" y="2271649"/>
                  <a:pt x="0" y="2169922"/>
                  <a:pt x="0" y="2044446"/>
                </a:cubicBezTo>
                <a:close/>
              </a:path>
            </a:pathLst>
          </a:custGeom>
          <a:solidFill>
            <a:srgbClr val="BC96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160824" y="6583640"/>
            <a:ext cx="937054" cy="937054"/>
          </a:xfrm>
          <a:custGeom>
            <a:rect b="b" l="l" r="r" t="t"/>
            <a:pathLst>
              <a:path extrusionOk="0" h="937054" w="937054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3" name="Google Shape;153;p5"/>
          <p:cNvGrpSpPr/>
          <p:nvPr/>
        </p:nvGrpSpPr>
        <p:grpSpPr>
          <a:xfrm>
            <a:off x="3603734" y="6190775"/>
            <a:ext cx="12779340" cy="1722786"/>
            <a:chOff x="0" y="0"/>
            <a:chExt cx="17039120" cy="2297048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17039120" cy="2297048"/>
            </a:xfrm>
            <a:custGeom>
              <a:rect b="b" l="l" r="r" t="t"/>
              <a:pathLst>
                <a:path extrusionOk="0" h="2297048" w="1703912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5" name="Google Shape;155;p5"/>
            <p:cNvSpPr txBox="1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diferencia de las interfaces basadas en texto (CLI), las GUI son más intuitivas y fáciles de usar, ya que no requieren conocimientos técnicos profundos.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1" name="Google Shape;161;p6"/>
          <p:cNvGrpSpPr/>
          <p:nvPr/>
        </p:nvGrpSpPr>
        <p:grpSpPr>
          <a:xfrm>
            <a:off x="1645920" y="429905"/>
            <a:ext cx="15087600" cy="2630463"/>
            <a:chOff x="0" y="0"/>
            <a:chExt cx="20116800" cy="3507285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20116800" cy="3507285"/>
            </a:xfrm>
            <a:custGeom>
              <a:rect b="b" l="l" r="r" t="t"/>
              <a:pathLst>
                <a:path extrusionOk="0" h="3507285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507285"/>
                  </a:lnTo>
                  <a:lnTo>
                    <a:pt x="0" y="3507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3" name="Google Shape;163;p6"/>
            <p:cNvSpPr txBox="1"/>
            <p:nvPr/>
          </p:nvSpPr>
          <p:spPr>
            <a:xfrm>
              <a:off x="0" y="161925"/>
              <a:ext cx="20116800" cy="3345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Importancia de las GUI en la interacción humano-computadora</a:t>
              </a:r>
              <a:endParaRPr/>
            </a:p>
          </p:txBody>
        </p:sp>
      </p:grpSp>
      <p:cxnSp>
        <p:nvCxnSpPr>
          <p:cNvPr id="164" name="Google Shape;164;p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5" name="Google Shape;165;p6"/>
          <p:cNvGrpSpPr/>
          <p:nvPr/>
        </p:nvGrpSpPr>
        <p:grpSpPr>
          <a:xfrm>
            <a:off x="1633538" y="3135866"/>
            <a:ext cx="12848272" cy="1727645"/>
            <a:chOff x="0" y="0"/>
            <a:chExt cx="17131030" cy="2303526"/>
          </a:xfrm>
        </p:grpSpPr>
        <p:sp>
          <p:nvSpPr>
            <p:cNvPr id="166" name="Google Shape;166;p6"/>
            <p:cNvSpPr/>
            <p:nvPr/>
          </p:nvSpPr>
          <p:spPr>
            <a:xfrm>
              <a:off x="15875" y="15875"/>
              <a:ext cx="17099280" cy="2271776"/>
            </a:xfrm>
            <a:custGeom>
              <a:rect b="b" l="l" r="r" t="t"/>
              <a:pathLst>
                <a:path extrusionOk="0"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0" y="0"/>
              <a:ext cx="17131030" cy="2303526"/>
            </a:xfrm>
            <a:custGeom>
              <a:rect b="b" l="l" r="r" t="t"/>
              <a:pathLst>
                <a:path extrusionOk="0"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6"/>
          <p:cNvGrpSpPr/>
          <p:nvPr/>
        </p:nvGrpSpPr>
        <p:grpSpPr>
          <a:xfrm>
            <a:off x="2224109" y="3093720"/>
            <a:ext cx="11667130" cy="1627748"/>
            <a:chOff x="0" y="0"/>
            <a:chExt cx="15556174" cy="2170330"/>
          </a:xfrm>
        </p:grpSpPr>
        <p:sp>
          <p:nvSpPr>
            <p:cNvPr id="169" name="Google Shape;169;p6"/>
            <p:cNvSpPr/>
            <p:nvPr/>
          </p:nvSpPr>
          <p:spPr>
            <a:xfrm>
              <a:off x="0" y="0"/>
              <a:ext cx="15556174" cy="2170330"/>
            </a:xfrm>
            <a:custGeom>
              <a:rect b="b" l="l" r="r" t="t"/>
              <a:pathLst>
                <a:path extrusionOk="0" h="2170330" w="15556174">
                  <a:moveTo>
                    <a:pt x="0" y="0"/>
                  </a:moveTo>
                  <a:lnTo>
                    <a:pt x="15556174" y="0"/>
                  </a:lnTo>
                  <a:lnTo>
                    <a:pt x="15556174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0" name="Google Shape;170;p6"/>
            <p:cNvSpPr txBox="1"/>
            <p:nvPr/>
          </p:nvSpPr>
          <p:spPr>
            <a:xfrm>
              <a:off x="0" y="28575"/>
              <a:ext cx="15556174" cy="2141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Las GUI facilitan la comunicación entre el usuario y el software, reduciendo la curva de aprendizaje</a:t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2765107" y="5123557"/>
            <a:ext cx="12848272" cy="1727644"/>
            <a:chOff x="0" y="0"/>
            <a:chExt cx="17131030" cy="2303526"/>
          </a:xfrm>
        </p:grpSpPr>
        <p:sp>
          <p:nvSpPr>
            <p:cNvPr id="172" name="Google Shape;172;p6"/>
            <p:cNvSpPr/>
            <p:nvPr/>
          </p:nvSpPr>
          <p:spPr>
            <a:xfrm>
              <a:off x="15875" y="15875"/>
              <a:ext cx="17099280" cy="2271776"/>
            </a:xfrm>
            <a:custGeom>
              <a:rect b="b" l="l" r="r" t="t"/>
              <a:pathLst>
                <a:path extrusionOk="0"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0" y="0"/>
              <a:ext cx="17131030" cy="2303526"/>
            </a:xfrm>
            <a:custGeom>
              <a:rect b="b" l="l" r="r" t="t"/>
              <a:pathLst>
                <a:path extrusionOk="0"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3406717" y="5173457"/>
            <a:ext cx="11075422" cy="1627747"/>
            <a:chOff x="0" y="0"/>
            <a:chExt cx="14767230" cy="2170330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14767230" cy="2170330"/>
            </a:xfrm>
            <a:custGeom>
              <a:rect b="b" l="l" r="r" t="t"/>
              <a:pathLst>
                <a:path extrusionOk="0" h="2170330" w="14767230">
                  <a:moveTo>
                    <a:pt x="0" y="0"/>
                  </a:moveTo>
                  <a:lnTo>
                    <a:pt x="14767230" y="0"/>
                  </a:lnTo>
                  <a:lnTo>
                    <a:pt x="14767230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6" name="Google Shape;176;p6"/>
            <p:cNvSpPr txBox="1"/>
            <p:nvPr/>
          </p:nvSpPr>
          <p:spPr>
            <a:xfrm>
              <a:off x="0" y="28575"/>
              <a:ext cx="14767230" cy="2141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Mejoran la experiencia del usuario al proporcionar retroalimentación visual inmediata</a:t>
              </a:r>
              <a:endParaRPr/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3896677" y="7111249"/>
            <a:ext cx="12848272" cy="1727644"/>
            <a:chOff x="0" y="0"/>
            <a:chExt cx="17131030" cy="2303526"/>
          </a:xfrm>
        </p:grpSpPr>
        <p:sp>
          <p:nvSpPr>
            <p:cNvPr id="178" name="Google Shape;178;p6"/>
            <p:cNvSpPr/>
            <p:nvPr/>
          </p:nvSpPr>
          <p:spPr>
            <a:xfrm>
              <a:off x="15875" y="15875"/>
              <a:ext cx="17099280" cy="2271776"/>
            </a:xfrm>
            <a:custGeom>
              <a:rect b="b" l="l" r="r" t="t"/>
              <a:pathLst>
                <a:path extrusionOk="0"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0" y="0"/>
              <a:ext cx="17131030" cy="2303526"/>
            </a:xfrm>
            <a:custGeom>
              <a:rect b="b" l="l" r="r" t="t"/>
              <a:pathLst>
                <a:path extrusionOk="0"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4402394" y="7251155"/>
            <a:ext cx="11836839" cy="1627747"/>
            <a:chOff x="0" y="0"/>
            <a:chExt cx="15782451" cy="217033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15782451" cy="2170330"/>
            </a:xfrm>
            <a:custGeom>
              <a:rect b="b" l="l" r="r" t="t"/>
              <a:pathLst>
                <a:path extrusionOk="0" h="2170330" w="15782451">
                  <a:moveTo>
                    <a:pt x="0" y="0"/>
                  </a:moveTo>
                  <a:lnTo>
                    <a:pt x="15782451" y="0"/>
                  </a:lnTo>
                  <a:lnTo>
                    <a:pt x="15782451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2" name="Google Shape;182;p6"/>
            <p:cNvSpPr txBox="1"/>
            <p:nvPr/>
          </p:nvSpPr>
          <p:spPr>
            <a:xfrm>
              <a:off x="0" y="28575"/>
              <a:ext cx="15782450" cy="2141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Permiten la creación de aplicaciones más accesibles y amigables</a:t>
              </a:r>
              <a:endParaRPr/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13349521" y="4427866"/>
            <a:ext cx="1133380" cy="1132237"/>
            <a:chOff x="-1397" y="0"/>
            <a:chExt cx="1511173" cy="1509649"/>
          </a:xfrm>
        </p:grpSpPr>
        <p:sp>
          <p:nvSpPr>
            <p:cNvPr id="184" name="Google Shape;184;p6"/>
            <p:cNvSpPr/>
            <p:nvPr/>
          </p:nvSpPr>
          <p:spPr>
            <a:xfrm>
              <a:off x="15875" y="15875"/>
              <a:ext cx="1476629" cy="1476629"/>
            </a:xfrm>
            <a:custGeom>
              <a:rect b="b" l="l" r="r" t="t"/>
              <a:pathLst>
                <a:path extrusionOk="0" h="1476629" w="1476629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  <a:ln>
              <a:noFill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-1397" y="0"/>
              <a:ext cx="1511173" cy="1509649"/>
            </a:xfrm>
            <a:custGeom>
              <a:rect b="b" l="l" r="r" t="t"/>
              <a:pathLst>
                <a:path extrusionOk="0" h="1509649" w="1511173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14481091" y="6404200"/>
            <a:ext cx="1133380" cy="1132237"/>
            <a:chOff x="-1397" y="0"/>
            <a:chExt cx="1511173" cy="1509649"/>
          </a:xfrm>
        </p:grpSpPr>
        <p:sp>
          <p:nvSpPr>
            <p:cNvPr id="187" name="Google Shape;187;p6"/>
            <p:cNvSpPr/>
            <p:nvPr/>
          </p:nvSpPr>
          <p:spPr>
            <a:xfrm>
              <a:off x="15875" y="15875"/>
              <a:ext cx="1476629" cy="1476629"/>
            </a:xfrm>
            <a:custGeom>
              <a:rect b="b" l="l" r="r" t="t"/>
              <a:pathLst>
                <a:path extrusionOk="0" h="1476629" w="1476629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  <a:ln>
              <a:noFill/>
            </a:ln>
          </p:spPr>
        </p:sp>
        <p:sp>
          <p:nvSpPr>
            <p:cNvPr id="188" name="Google Shape;188;p6"/>
            <p:cNvSpPr/>
            <p:nvPr/>
          </p:nvSpPr>
          <p:spPr>
            <a:xfrm>
              <a:off x="-1397" y="0"/>
              <a:ext cx="1511173" cy="1509649"/>
            </a:xfrm>
            <a:custGeom>
              <a:rect b="b" l="l" r="r" t="t"/>
              <a:pathLst>
                <a:path extrusionOk="0" h="1509649" w="1511173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24" y="0"/>
            <a:ext cx="6076187" cy="10287000"/>
          </a:xfrm>
          <a:custGeom>
            <a:rect b="b" l="l" r="r" t="t"/>
            <a:pathLst>
              <a:path extrusionOk="0" h="13716000" w="8101584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194" name="Google Shape;194;p7"/>
          <p:cNvGrpSpPr/>
          <p:nvPr/>
        </p:nvGrpSpPr>
        <p:grpSpPr>
          <a:xfrm>
            <a:off x="738555" y="775252"/>
            <a:ext cx="4627266" cy="8659260"/>
            <a:chOff x="0" y="0"/>
            <a:chExt cx="6169688" cy="11545680"/>
          </a:xfrm>
        </p:grpSpPr>
        <p:sp>
          <p:nvSpPr>
            <p:cNvPr id="195" name="Google Shape;195;p7"/>
            <p:cNvSpPr/>
            <p:nvPr/>
          </p:nvSpPr>
          <p:spPr>
            <a:xfrm>
              <a:off x="0" y="0"/>
              <a:ext cx="6169688" cy="11545680"/>
            </a:xfrm>
            <a:custGeom>
              <a:rect b="b" l="l" r="r" t="t"/>
              <a:pathLst>
                <a:path extrusionOk="0"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7"/>
            <p:cNvSpPr txBox="1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Elementos comunes</a:t>
              </a:r>
              <a:endParaRPr/>
            </a:p>
          </p:txBody>
        </p:sp>
      </p:grpSp>
      <p:grpSp>
        <p:nvGrpSpPr>
          <p:cNvPr id="197" name="Google Shape;197;p7"/>
          <p:cNvGrpSpPr/>
          <p:nvPr/>
        </p:nvGrpSpPr>
        <p:grpSpPr>
          <a:xfrm>
            <a:off x="7100888" y="1484012"/>
            <a:ext cx="10220325" cy="892845"/>
            <a:chOff x="0" y="0"/>
            <a:chExt cx="13627100" cy="1190460"/>
          </a:xfrm>
        </p:grpSpPr>
        <p:sp>
          <p:nvSpPr>
            <p:cNvPr id="198" name="Google Shape;198;p7"/>
            <p:cNvSpPr/>
            <p:nvPr/>
          </p:nvSpPr>
          <p:spPr>
            <a:xfrm>
              <a:off x="15875" y="10828"/>
              <a:ext cx="13595350" cy="1168801"/>
            </a:xfrm>
            <a:custGeom>
              <a:rect b="b" l="l" r="r" t="t"/>
              <a:pathLst>
                <a:path extrusionOk="0" h="1168801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168801"/>
                  </a:lnTo>
                  <a:lnTo>
                    <a:pt x="0" y="1168801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199" name="Google Shape;199;p7"/>
            <p:cNvSpPr/>
            <p:nvPr/>
          </p:nvSpPr>
          <p:spPr>
            <a:xfrm>
              <a:off x="0" y="0"/>
              <a:ext cx="13627100" cy="1190460"/>
            </a:xfrm>
            <a:custGeom>
              <a:rect b="b" l="l" r="r" t="t"/>
              <a:pathLst>
                <a:path extrusionOk="0" h="1190460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851"/>
                    <a:pt x="13627100" y="10828"/>
                  </a:cubicBezTo>
                  <a:lnTo>
                    <a:pt x="13627100" y="1179629"/>
                  </a:lnTo>
                  <a:cubicBezTo>
                    <a:pt x="13627100" y="1185606"/>
                    <a:pt x="13619987" y="1190460"/>
                    <a:pt x="13611225" y="1190460"/>
                  </a:cubicBezTo>
                  <a:lnTo>
                    <a:pt x="15875" y="1190460"/>
                  </a:lnTo>
                  <a:cubicBezTo>
                    <a:pt x="7112" y="1190460"/>
                    <a:pt x="0" y="1185606"/>
                    <a:pt x="0" y="1179629"/>
                  </a:cubicBezTo>
                  <a:lnTo>
                    <a:pt x="0" y="10828"/>
                  </a:lnTo>
                  <a:cubicBezTo>
                    <a:pt x="0" y="4851"/>
                    <a:pt x="7112" y="0"/>
                    <a:pt x="15875" y="0"/>
                  </a:cubicBezTo>
                  <a:moveTo>
                    <a:pt x="15875" y="21656"/>
                  </a:moveTo>
                  <a:lnTo>
                    <a:pt x="15875" y="10828"/>
                  </a:lnTo>
                  <a:lnTo>
                    <a:pt x="31750" y="10828"/>
                  </a:lnTo>
                  <a:lnTo>
                    <a:pt x="31750" y="1179629"/>
                  </a:lnTo>
                  <a:lnTo>
                    <a:pt x="15875" y="1179629"/>
                  </a:lnTo>
                  <a:lnTo>
                    <a:pt x="15875" y="1168801"/>
                  </a:lnTo>
                  <a:lnTo>
                    <a:pt x="13611225" y="1168801"/>
                  </a:lnTo>
                  <a:lnTo>
                    <a:pt x="13611225" y="1179629"/>
                  </a:lnTo>
                  <a:lnTo>
                    <a:pt x="13595350" y="1179629"/>
                  </a:lnTo>
                  <a:lnTo>
                    <a:pt x="13595350" y="10828"/>
                  </a:lnTo>
                  <a:lnTo>
                    <a:pt x="13611225" y="10828"/>
                  </a:lnTo>
                  <a:lnTo>
                    <a:pt x="13611225" y="21656"/>
                  </a:lnTo>
                  <a:lnTo>
                    <a:pt x="15875" y="21656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7"/>
          <p:cNvGrpSpPr/>
          <p:nvPr/>
        </p:nvGrpSpPr>
        <p:grpSpPr>
          <a:xfrm>
            <a:off x="7100888" y="1484012"/>
            <a:ext cx="10015912" cy="816637"/>
            <a:chOff x="0" y="0"/>
            <a:chExt cx="13354548" cy="1088849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13354548" cy="1088849"/>
            </a:xfrm>
            <a:custGeom>
              <a:rect b="b" l="l" r="r" t="t"/>
              <a:pathLst>
                <a:path extrusionOk="0" h="1088849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088849"/>
                  </a:lnTo>
                  <a:lnTo>
                    <a:pt x="0" y="1088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2" name="Google Shape;202;p7"/>
            <p:cNvSpPr txBox="1"/>
            <p:nvPr/>
          </p:nvSpPr>
          <p:spPr>
            <a:xfrm>
              <a:off x="0" y="19050"/>
              <a:ext cx="13354547" cy="1069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Son contenedores principales donde se colocan otros componentes gráficos.</a:t>
              </a:r>
              <a:endParaRPr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7270022" y="646945"/>
            <a:ext cx="7161372" cy="732282"/>
            <a:chOff x="0" y="0"/>
            <a:chExt cx="9548495" cy="976376"/>
          </a:xfrm>
        </p:grpSpPr>
        <p:sp>
          <p:nvSpPr>
            <p:cNvPr id="204" name="Google Shape;204;p7"/>
            <p:cNvSpPr/>
            <p:nvPr/>
          </p:nvSpPr>
          <p:spPr>
            <a:xfrm>
              <a:off x="15875" y="15875"/>
              <a:ext cx="9516745" cy="944626"/>
            </a:xfrm>
            <a:custGeom>
              <a:rect b="b" l="l" r="r" t="t"/>
              <a:pathLst>
                <a:path extrusionOk="0" h="944626" w="9516745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0" y="0"/>
              <a:ext cx="9548495" cy="976376"/>
            </a:xfrm>
            <a:custGeom>
              <a:rect b="b" l="l" r="r" t="t"/>
              <a:pathLst>
                <a:path extrusionOk="0" h="976376" w="9548495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7"/>
          <p:cNvGrpSpPr/>
          <p:nvPr/>
        </p:nvGrpSpPr>
        <p:grpSpPr>
          <a:xfrm>
            <a:off x="7645298" y="716116"/>
            <a:ext cx="7092200" cy="663121"/>
            <a:chOff x="0" y="0"/>
            <a:chExt cx="9456266" cy="884162"/>
          </a:xfrm>
        </p:grpSpPr>
        <p:sp>
          <p:nvSpPr>
            <p:cNvPr id="207" name="Google Shape;207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8" name="Google Shape;208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(Frames)</a:t>
              </a:r>
              <a:endParaRPr/>
            </a:p>
          </p:txBody>
        </p:sp>
      </p:grpSp>
      <p:grpSp>
        <p:nvGrpSpPr>
          <p:cNvPr id="209" name="Google Shape;209;p7"/>
          <p:cNvGrpSpPr/>
          <p:nvPr/>
        </p:nvGrpSpPr>
        <p:grpSpPr>
          <a:xfrm>
            <a:off x="7100888" y="3253052"/>
            <a:ext cx="10220325" cy="655193"/>
            <a:chOff x="0" y="0"/>
            <a:chExt cx="13627100" cy="873591"/>
          </a:xfrm>
        </p:grpSpPr>
        <p:sp>
          <p:nvSpPr>
            <p:cNvPr id="210" name="Google Shape;210;p7"/>
            <p:cNvSpPr/>
            <p:nvPr/>
          </p:nvSpPr>
          <p:spPr>
            <a:xfrm>
              <a:off x="15875" y="10333"/>
              <a:ext cx="13595350" cy="852925"/>
            </a:xfrm>
            <a:custGeom>
              <a:rect b="b" l="l" r="r" t="t"/>
              <a:pathLst>
                <a:path extrusionOk="0" h="852925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852925"/>
                  </a:lnTo>
                  <a:lnTo>
                    <a:pt x="0" y="852925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211" name="Google Shape;211;p7"/>
            <p:cNvSpPr/>
            <p:nvPr/>
          </p:nvSpPr>
          <p:spPr>
            <a:xfrm>
              <a:off x="0" y="0"/>
              <a:ext cx="13627100" cy="873591"/>
            </a:xfrm>
            <a:custGeom>
              <a:rect b="b" l="l" r="r" t="t"/>
              <a:pathLst>
                <a:path extrusionOk="0" h="873591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29"/>
                    <a:pt x="13627100" y="10333"/>
                  </a:cubicBezTo>
                  <a:lnTo>
                    <a:pt x="13627100" y="863258"/>
                  </a:lnTo>
                  <a:cubicBezTo>
                    <a:pt x="13627100" y="868962"/>
                    <a:pt x="13619987" y="873591"/>
                    <a:pt x="13611225" y="873591"/>
                  </a:cubicBezTo>
                  <a:lnTo>
                    <a:pt x="15875" y="873591"/>
                  </a:lnTo>
                  <a:cubicBezTo>
                    <a:pt x="7112" y="873591"/>
                    <a:pt x="0" y="868962"/>
                    <a:pt x="0" y="863258"/>
                  </a:cubicBezTo>
                  <a:lnTo>
                    <a:pt x="0" y="10333"/>
                  </a:lnTo>
                  <a:cubicBezTo>
                    <a:pt x="0" y="4629"/>
                    <a:pt x="7112" y="0"/>
                    <a:pt x="15875" y="0"/>
                  </a:cubicBezTo>
                  <a:moveTo>
                    <a:pt x="15875" y="20666"/>
                  </a:moveTo>
                  <a:lnTo>
                    <a:pt x="15875" y="10333"/>
                  </a:lnTo>
                  <a:lnTo>
                    <a:pt x="31750" y="10333"/>
                  </a:lnTo>
                  <a:lnTo>
                    <a:pt x="31750" y="863258"/>
                  </a:lnTo>
                  <a:lnTo>
                    <a:pt x="15875" y="863258"/>
                  </a:lnTo>
                  <a:lnTo>
                    <a:pt x="15875" y="852925"/>
                  </a:lnTo>
                  <a:lnTo>
                    <a:pt x="13611225" y="852925"/>
                  </a:lnTo>
                  <a:lnTo>
                    <a:pt x="13611225" y="863258"/>
                  </a:lnTo>
                  <a:lnTo>
                    <a:pt x="13595350" y="863258"/>
                  </a:lnTo>
                  <a:lnTo>
                    <a:pt x="13595350" y="10333"/>
                  </a:lnTo>
                  <a:lnTo>
                    <a:pt x="13611225" y="10333"/>
                  </a:lnTo>
                  <a:lnTo>
                    <a:pt x="13611225" y="20666"/>
                  </a:lnTo>
                  <a:lnTo>
                    <a:pt x="15875" y="20666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7"/>
          <p:cNvGrpSpPr/>
          <p:nvPr/>
        </p:nvGrpSpPr>
        <p:grpSpPr>
          <a:xfrm>
            <a:off x="7100888" y="3253052"/>
            <a:ext cx="10220325" cy="655200"/>
            <a:chOff x="0" y="0"/>
            <a:chExt cx="13627100" cy="873600"/>
          </a:xfrm>
        </p:grpSpPr>
        <p:sp>
          <p:nvSpPr>
            <p:cNvPr id="213" name="Google Shape;213;p7"/>
            <p:cNvSpPr/>
            <p:nvPr/>
          </p:nvSpPr>
          <p:spPr>
            <a:xfrm>
              <a:off x="0" y="0"/>
              <a:ext cx="13627100" cy="873600"/>
            </a:xfrm>
            <a:custGeom>
              <a:rect b="b" l="l" r="r" t="t"/>
              <a:pathLst>
                <a:path extrusionOk="0" h="8736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873600"/>
                  </a:lnTo>
                  <a:lnTo>
                    <a:pt x="0" y="87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4" name="Google Shape;214;p7"/>
            <p:cNvSpPr txBox="1"/>
            <p:nvPr/>
          </p:nvSpPr>
          <p:spPr>
            <a:xfrm>
              <a:off x="0" y="19050"/>
              <a:ext cx="13627100" cy="85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Proporcionan acceso a diferentes funciones de la aplicación.</a:t>
              </a:r>
              <a:endParaRPr/>
            </a:p>
          </p:txBody>
        </p:sp>
      </p:grpSp>
      <p:grpSp>
        <p:nvGrpSpPr>
          <p:cNvPr id="215" name="Google Shape;215;p7"/>
          <p:cNvGrpSpPr/>
          <p:nvPr/>
        </p:nvGrpSpPr>
        <p:grpSpPr>
          <a:xfrm>
            <a:off x="7270022" y="2481624"/>
            <a:ext cx="7161372" cy="685693"/>
            <a:chOff x="0" y="0"/>
            <a:chExt cx="9548495" cy="914258"/>
          </a:xfrm>
        </p:grpSpPr>
        <p:sp>
          <p:nvSpPr>
            <p:cNvPr id="216" name="Google Shape;216;p7"/>
            <p:cNvSpPr/>
            <p:nvPr/>
          </p:nvSpPr>
          <p:spPr>
            <a:xfrm>
              <a:off x="15875" y="14865"/>
              <a:ext cx="9516745" cy="884528"/>
            </a:xfrm>
            <a:custGeom>
              <a:rect b="b" l="l" r="r" t="t"/>
              <a:pathLst>
                <a:path extrusionOk="0" h="884528" w="9516745">
                  <a:moveTo>
                    <a:pt x="0" y="147461"/>
                  </a:moveTo>
                  <a:cubicBezTo>
                    <a:pt x="0" y="66001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6001"/>
                    <a:pt x="9516745" y="147461"/>
                  </a:cubicBezTo>
                  <a:lnTo>
                    <a:pt x="9516745" y="737067"/>
                  </a:lnTo>
                  <a:cubicBezTo>
                    <a:pt x="9516745" y="818527"/>
                    <a:pt x="9444101" y="884528"/>
                    <a:pt x="9354566" y="884528"/>
                  </a:cubicBezTo>
                  <a:lnTo>
                    <a:pt x="162179" y="884528"/>
                  </a:lnTo>
                  <a:cubicBezTo>
                    <a:pt x="72644" y="884528"/>
                    <a:pt x="0" y="818527"/>
                    <a:pt x="0" y="737067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0" y="0"/>
              <a:ext cx="9548495" cy="914258"/>
            </a:xfrm>
            <a:custGeom>
              <a:rect b="b" l="l" r="r" t="t"/>
              <a:pathLst>
                <a:path extrusionOk="0" h="914258" w="9548495">
                  <a:moveTo>
                    <a:pt x="0" y="162326"/>
                  </a:moveTo>
                  <a:cubicBezTo>
                    <a:pt x="0" y="72303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4865"/>
                  </a:lnTo>
                  <a:lnTo>
                    <a:pt x="9370441" y="0"/>
                  </a:lnTo>
                  <a:cubicBezTo>
                    <a:pt x="9468358" y="0"/>
                    <a:pt x="9548495" y="72303"/>
                    <a:pt x="9548495" y="162326"/>
                  </a:cubicBezTo>
                  <a:lnTo>
                    <a:pt x="9532620" y="162326"/>
                  </a:lnTo>
                  <a:lnTo>
                    <a:pt x="9548495" y="162326"/>
                  </a:lnTo>
                  <a:lnTo>
                    <a:pt x="9548495" y="751932"/>
                  </a:lnTo>
                  <a:lnTo>
                    <a:pt x="9532620" y="751932"/>
                  </a:lnTo>
                  <a:lnTo>
                    <a:pt x="9548495" y="751932"/>
                  </a:lnTo>
                  <a:cubicBezTo>
                    <a:pt x="9548495" y="841955"/>
                    <a:pt x="9468358" y="914258"/>
                    <a:pt x="9370440" y="914258"/>
                  </a:cubicBezTo>
                  <a:lnTo>
                    <a:pt x="9370440" y="899393"/>
                  </a:lnTo>
                  <a:lnTo>
                    <a:pt x="9370440" y="914258"/>
                  </a:lnTo>
                  <a:lnTo>
                    <a:pt x="178054" y="914258"/>
                  </a:lnTo>
                  <a:lnTo>
                    <a:pt x="178054" y="899393"/>
                  </a:lnTo>
                  <a:lnTo>
                    <a:pt x="178054" y="914258"/>
                  </a:lnTo>
                  <a:cubicBezTo>
                    <a:pt x="80137" y="914258"/>
                    <a:pt x="0" y="842073"/>
                    <a:pt x="0" y="751932"/>
                  </a:cubicBezTo>
                  <a:lnTo>
                    <a:pt x="0" y="162326"/>
                  </a:lnTo>
                  <a:lnTo>
                    <a:pt x="15875" y="162326"/>
                  </a:lnTo>
                  <a:lnTo>
                    <a:pt x="0" y="162326"/>
                  </a:lnTo>
                  <a:moveTo>
                    <a:pt x="31750" y="162326"/>
                  </a:moveTo>
                  <a:lnTo>
                    <a:pt x="31750" y="751932"/>
                  </a:lnTo>
                  <a:lnTo>
                    <a:pt x="15875" y="751932"/>
                  </a:lnTo>
                  <a:lnTo>
                    <a:pt x="31750" y="751932"/>
                  </a:lnTo>
                  <a:cubicBezTo>
                    <a:pt x="31750" y="824711"/>
                    <a:pt x="96774" y="884528"/>
                    <a:pt x="178054" y="884528"/>
                  </a:cubicBezTo>
                  <a:lnTo>
                    <a:pt x="9370441" y="884528"/>
                  </a:lnTo>
                  <a:cubicBezTo>
                    <a:pt x="9451722" y="884528"/>
                    <a:pt x="9516745" y="824711"/>
                    <a:pt x="9516745" y="751932"/>
                  </a:cubicBezTo>
                  <a:lnTo>
                    <a:pt x="9516745" y="162326"/>
                  </a:lnTo>
                  <a:cubicBezTo>
                    <a:pt x="9516745" y="89547"/>
                    <a:pt x="9451722" y="29730"/>
                    <a:pt x="9370441" y="29730"/>
                  </a:cubicBezTo>
                  <a:lnTo>
                    <a:pt x="178054" y="29730"/>
                  </a:lnTo>
                  <a:lnTo>
                    <a:pt x="178054" y="14865"/>
                  </a:lnTo>
                  <a:lnTo>
                    <a:pt x="178054" y="29730"/>
                  </a:lnTo>
                  <a:cubicBezTo>
                    <a:pt x="96774" y="29730"/>
                    <a:pt x="31750" y="89547"/>
                    <a:pt x="31750" y="162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7"/>
          <p:cNvGrpSpPr/>
          <p:nvPr/>
        </p:nvGrpSpPr>
        <p:grpSpPr>
          <a:xfrm>
            <a:off x="7645298" y="2550795"/>
            <a:ext cx="6786094" cy="502232"/>
            <a:chOff x="0" y="0"/>
            <a:chExt cx="9456266" cy="699849"/>
          </a:xfrm>
        </p:grpSpPr>
        <p:sp>
          <p:nvSpPr>
            <p:cNvPr id="219" name="Google Shape;219;p7"/>
            <p:cNvSpPr/>
            <p:nvPr/>
          </p:nvSpPr>
          <p:spPr>
            <a:xfrm>
              <a:off x="0" y="0"/>
              <a:ext cx="9456266" cy="699849"/>
            </a:xfrm>
            <a:custGeom>
              <a:rect b="b" l="l" r="r" t="t"/>
              <a:pathLst>
                <a:path extrusionOk="0" h="699849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699849"/>
                  </a:lnTo>
                  <a:lnTo>
                    <a:pt x="0" y="699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0" name="Google Shape;220;p7"/>
            <p:cNvSpPr txBox="1"/>
            <p:nvPr/>
          </p:nvSpPr>
          <p:spPr>
            <a:xfrm>
              <a:off x="0" y="19050"/>
              <a:ext cx="9456266" cy="680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Menús (Menus)</a:t>
              </a:r>
              <a:endParaRPr/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7100888" y="4719692"/>
            <a:ext cx="10220325" cy="1309021"/>
            <a:chOff x="0" y="0"/>
            <a:chExt cx="13627100" cy="1745361"/>
          </a:xfrm>
        </p:grpSpPr>
        <p:sp>
          <p:nvSpPr>
            <p:cNvPr id="222" name="Google Shape;222;p7"/>
            <p:cNvSpPr/>
            <p:nvPr/>
          </p:nvSpPr>
          <p:spPr>
            <a:xfrm>
              <a:off x="15875" y="15875"/>
              <a:ext cx="13595350" cy="1713611"/>
            </a:xfrm>
            <a:custGeom>
              <a:rect b="b" l="l" r="r" t="t"/>
              <a:pathLst>
                <a:path extrusionOk="0" h="1713611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713611"/>
                  </a:lnTo>
                  <a:lnTo>
                    <a:pt x="0" y="1713611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223" name="Google Shape;223;p7"/>
            <p:cNvSpPr/>
            <p:nvPr/>
          </p:nvSpPr>
          <p:spPr>
            <a:xfrm>
              <a:off x="0" y="0"/>
              <a:ext cx="13627100" cy="1745361"/>
            </a:xfrm>
            <a:custGeom>
              <a:rect b="b" l="l" r="r" t="t"/>
              <a:pathLst>
                <a:path extrusionOk="0" h="1745361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7112"/>
                    <a:pt x="13627100" y="15875"/>
                  </a:cubicBezTo>
                  <a:lnTo>
                    <a:pt x="13627100" y="1729486"/>
                  </a:lnTo>
                  <a:cubicBezTo>
                    <a:pt x="13627100" y="1738249"/>
                    <a:pt x="13619987" y="1745361"/>
                    <a:pt x="13611225" y="1745361"/>
                  </a:cubicBezTo>
                  <a:lnTo>
                    <a:pt x="15875" y="1745361"/>
                  </a:lnTo>
                  <a:cubicBezTo>
                    <a:pt x="7112" y="1745361"/>
                    <a:pt x="0" y="1738249"/>
                    <a:pt x="0" y="1729486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729486"/>
                  </a:lnTo>
                  <a:lnTo>
                    <a:pt x="15875" y="1729486"/>
                  </a:lnTo>
                  <a:lnTo>
                    <a:pt x="15875" y="1713611"/>
                  </a:lnTo>
                  <a:lnTo>
                    <a:pt x="13611225" y="1713611"/>
                  </a:lnTo>
                  <a:lnTo>
                    <a:pt x="13611225" y="1729486"/>
                  </a:lnTo>
                  <a:lnTo>
                    <a:pt x="13595350" y="1729486"/>
                  </a:lnTo>
                  <a:lnTo>
                    <a:pt x="13595350" y="15875"/>
                  </a:lnTo>
                  <a:lnTo>
                    <a:pt x="13611225" y="15875"/>
                  </a:lnTo>
                  <a:lnTo>
                    <a:pt x="1361122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7"/>
          <p:cNvGrpSpPr/>
          <p:nvPr/>
        </p:nvGrpSpPr>
        <p:grpSpPr>
          <a:xfrm>
            <a:off x="7100888" y="4719692"/>
            <a:ext cx="10015912" cy="1309013"/>
            <a:chOff x="0" y="0"/>
            <a:chExt cx="13354548" cy="1745350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13354548" cy="1745350"/>
            </a:xfrm>
            <a:custGeom>
              <a:rect b="b" l="l" r="r" t="t"/>
              <a:pathLst>
                <a:path extrusionOk="0" h="1745350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745350"/>
                  </a:lnTo>
                  <a:lnTo>
                    <a:pt x="0" y="1745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6" name="Google Shape;226;p7"/>
            <p:cNvSpPr txBox="1"/>
            <p:nvPr/>
          </p:nvSpPr>
          <p:spPr>
            <a:xfrm>
              <a:off x="0" y="19050"/>
              <a:ext cx="13354547" cy="1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Contienen botones o iconos que permiten realizar acciones rápidamente.</a:t>
              </a:r>
              <a:endParaRPr/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7270022" y="4013027"/>
            <a:ext cx="7161372" cy="632497"/>
            <a:chOff x="0" y="0"/>
            <a:chExt cx="9548495" cy="843329"/>
          </a:xfrm>
        </p:grpSpPr>
        <p:sp>
          <p:nvSpPr>
            <p:cNvPr id="228" name="Google Shape;228;p7"/>
            <p:cNvSpPr/>
            <p:nvPr/>
          </p:nvSpPr>
          <p:spPr>
            <a:xfrm>
              <a:off x="15875" y="13712"/>
              <a:ext cx="9516745" cy="815905"/>
            </a:xfrm>
            <a:custGeom>
              <a:rect b="b" l="l" r="r" t="t"/>
              <a:pathLst>
                <a:path extrusionOk="0" h="815905" w="9516745">
                  <a:moveTo>
                    <a:pt x="0" y="136021"/>
                  </a:moveTo>
                  <a:cubicBezTo>
                    <a:pt x="0" y="60880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0880"/>
                    <a:pt x="9516745" y="136021"/>
                  </a:cubicBezTo>
                  <a:lnTo>
                    <a:pt x="9516745" y="679884"/>
                  </a:lnTo>
                  <a:cubicBezTo>
                    <a:pt x="9516745" y="755025"/>
                    <a:pt x="9444101" y="815905"/>
                    <a:pt x="9354566" y="815905"/>
                  </a:cubicBezTo>
                  <a:lnTo>
                    <a:pt x="162179" y="815905"/>
                  </a:lnTo>
                  <a:cubicBezTo>
                    <a:pt x="72644" y="815905"/>
                    <a:pt x="0" y="755025"/>
                    <a:pt x="0" y="679884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0" y="0"/>
              <a:ext cx="9548495" cy="843329"/>
            </a:xfrm>
            <a:custGeom>
              <a:rect b="b" l="l" r="r" t="t"/>
              <a:pathLst>
                <a:path extrusionOk="0" h="843329" w="9548495">
                  <a:moveTo>
                    <a:pt x="0" y="149733"/>
                  </a:moveTo>
                  <a:cubicBezTo>
                    <a:pt x="0" y="66694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3712"/>
                  </a:lnTo>
                  <a:lnTo>
                    <a:pt x="9370441" y="0"/>
                  </a:lnTo>
                  <a:cubicBezTo>
                    <a:pt x="9468358" y="0"/>
                    <a:pt x="9548495" y="66694"/>
                    <a:pt x="9548495" y="149733"/>
                  </a:cubicBezTo>
                  <a:lnTo>
                    <a:pt x="9532620" y="149733"/>
                  </a:lnTo>
                  <a:lnTo>
                    <a:pt x="9548495" y="149733"/>
                  </a:lnTo>
                  <a:lnTo>
                    <a:pt x="9548495" y="693596"/>
                  </a:lnTo>
                  <a:lnTo>
                    <a:pt x="9532620" y="693596"/>
                  </a:lnTo>
                  <a:lnTo>
                    <a:pt x="9548495" y="693596"/>
                  </a:lnTo>
                  <a:cubicBezTo>
                    <a:pt x="9548495" y="776635"/>
                    <a:pt x="9468358" y="843329"/>
                    <a:pt x="9370440" y="843329"/>
                  </a:cubicBezTo>
                  <a:lnTo>
                    <a:pt x="9370440" y="829617"/>
                  </a:lnTo>
                  <a:lnTo>
                    <a:pt x="9370440" y="843329"/>
                  </a:lnTo>
                  <a:lnTo>
                    <a:pt x="178054" y="843329"/>
                  </a:lnTo>
                  <a:lnTo>
                    <a:pt x="178054" y="829617"/>
                  </a:lnTo>
                  <a:lnTo>
                    <a:pt x="178054" y="843329"/>
                  </a:lnTo>
                  <a:cubicBezTo>
                    <a:pt x="80137" y="843329"/>
                    <a:pt x="0" y="776744"/>
                    <a:pt x="0" y="693596"/>
                  </a:cubicBezTo>
                  <a:lnTo>
                    <a:pt x="0" y="149733"/>
                  </a:lnTo>
                  <a:lnTo>
                    <a:pt x="15875" y="149733"/>
                  </a:lnTo>
                  <a:lnTo>
                    <a:pt x="0" y="149733"/>
                  </a:lnTo>
                  <a:moveTo>
                    <a:pt x="31750" y="149733"/>
                  </a:moveTo>
                  <a:lnTo>
                    <a:pt x="31750" y="693596"/>
                  </a:lnTo>
                  <a:lnTo>
                    <a:pt x="15875" y="693596"/>
                  </a:lnTo>
                  <a:lnTo>
                    <a:pt x="31750" y="693596"/>
                  </a:lnTo>
                  <a:cubicBezTo>
                    <a:pt x="31750" y="760729"/>
                    <a:pt x="96774" y="815905"/>
                    <a:pt x="178054" y="815905"/>
                  </a:cubicBezTo>
                  <a:lnTo>
                    <a:pt x="9370441" y="815905"/>
                  </a:lnTo>
                  <a:cubicBezTo>
                    <a:pt x="9451722" y="815905"/>
                    <a:pt x="9516745" y="760729"/>
                    <a:pt x="9516745" y="693596"/>
                  </a:cubicBezTo>
                  <a:lnTo>
                    <a:pt x="9516745" y="149733"/>
                  </a:lnTo>
                  <a:cubicBezTo>
                    <a:pt x="9516745" y="82600"/>
                    <a:pt x="9451722" y="27424"/>
                    <a:pt x="9370441" y="27424"/>
                  </a:cubicBezTo>
                  <a:lnTo>
                    <a:pt x="178054" y="27424"/>
                  </a:lnTo>
                  <a:lnTo>
                    <a:pt x="178054" y="13712"/>
                  </a:lnTo>
                  <a:lnTo>
                    <a:pt x="178054" y="27424"/>
                  </a:lnTo>
                  <a:cubicBezTo>
                    <a:pt x="96774" y="27424"/>
                    <a:pt x="31750" y="82600"/>
                    <a:pt x="31750" y="1497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7"/>
          <p:cNvGrpSpPr/>
          <p:nvPr/>
        </p:nvGrpSpPr>
        <p:grpSpPr>
          <a:xfrm>
            <a:off x="7610713" y="3982412"/>
            <a:ext cx="7092200" cy="663122"/>
            <a:chOff x="0" y="0"/>
            <a:chExt cx="9456266" cy="884162"/>
          </a:xfrm>
        </p:grpSpPr>
        <p:sp>
          <p:nvSpPr>
            <p:cNvPr id="231" name="Google Shape;231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2" name="Google Shape;232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Barras de herramientas (Toolbars)</a:t>
              </a:r>
              <a:endParaRPr/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7100888" y="6904885"/>
            <a:ext cx="10220325" cy="854766"/>
            <a:chOff x="0" y="0"/>
            <a:chExt cx="13627100" cy="1139688"/>
          </a:xfrm>
        </p:grpSpPr>
        <p:sp>
          <p:nvSpPr>
            <p:cNvPr id="234" name="Google Shape;234;p7"/>
            <p:cNvSpPr/>
            <p:nvPr/>
          </p:nvSpPr>
          <p:spPr>
            <a:xfrm>
              <a:off x="15875" y="10366"/>
              <a:ext cx="13595350" cy="1118952"/>
            </a:xfrm>
            <a:custGeom>
              <a:rect b="b" l="l" r="r" t="t"/>
              <a:pathLst>
                <a:path extrusionOk="0" h="1118952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118952"/>
                  </a:lnTo>
                  <a:lnTo>
                    <a:pt x="0" y="1118952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235" name="Google Shape;235;p7"/>
            <p:cNvSpPr/>
            <p:nvPr/>
          </p:nvSpPr>
          <p:spPr>
            <a:xfrm>
              <a:off x="0" y="0"/>
              <a:ext cx="13627100" cy="1139688"/>
            </a:xfrm>
            <a:custGeom>
              <a:rect b="b" l="l" r="r" t="t"/>
              <a:pathLst>
                <a:path extrusionOk="0" h="1139688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44"/>
                    <a:pt x="13627100" y="10366"/>
                  </a:cubicBezTo>
                  <a:lnTo>
                    <a:pt x="13627100" y="1129318"/>
                  </a:lnTo>
                  <a:cubicBezTo>
                    <a:pt x="13627100" y="1135041"/>
                    <a:pt x="13619987" y="1139688"/>
                    <a:pt x="13611225" y="1139688"/>
                  </a:cubicBezTo>
                  <a:lnTo>
                    <a:pt x="15875" y="1139688"/>
                  </a:lnTo>
                  <a:cubicBezTo>
                    <a:pt x="7112" y="1139688"/>
                    <a:pt x="0" y="1135041"/>
                    <a:pt x="0" y="1129318"/>
                  </a:cubicBezTo>
                  <a:lnTo>
                    <a:pt x="0" y="10366"/>
                  </a:lnTo>
                  <a:cubicBezTo>
                    <a:pt x="0" y="4644"/>
                    <a:pt x="7112" y="0"/>
                    <a:pt x="15875" y="0"/>
                  </a:cubicBezTo>
                  <a:moveTo>
                    <a:pt x="15875" y="20732"/>
                  </a:moveTo>
                  <a:lnTo>
                    <a:pt x="15875" y="10366"/>
                  </a:lnTo>
                  <a:lnTo>
                    <a:pt x="31750" y="10366"/>
                  </a:lnTo>
                  <a:lnTo>
                    <a:pt x="31750" y="1129318"/>
                  </a:lnTo>
                  <a:lnTo>
                    <a:pt x="15875" y="1129318"/>
                  </a:lnTo>
                  <a:lnTo>
                    <a:pt x="15875" y="1118952"/>
                  </a:lnTo>
                  <a:lnTo>
                    <a:pt x="13611225" y="1118952"/>
                  </a:lnTo>
                  <a:lnTo>
                    <a:pt x="13611225" y="1129318"/>
                  </a:lnTo>
                  <a:lnTo>
                    <a:pt x="13595350" y="1129318"/>
                  </a:lnTo>
                  <a:lnTo>
                    <a:pt x="13595350" y="10366"/>
                  </a:lnTo>
                  <a:lnTo>
                    <a:pt x="13611225" y="10366"/>
                  </a:lnTo>
                  <a:lnTo>
                    <a:pt x="13611225" y="20732"/>
                  </a:lnTo>
                  <a:lnTo>
                    <a:pt x="15875" y="20732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7"/>
          <p:cNvGrpSpPr/>
          <p:nvPr/>
        </p:nvGrpSpPr>
        <p:grpSpPr>
          <a:xfrm>
            <a:off x="7100888" y="7009660"/>
            <a:ext cx="10015912" cy="809143"/>
            <a:chOff x="0" y="0"/>
            <a:chExt cx="13354548" cy="1078857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13354548" cy="1078857"/>
            </a:xfrm>
            <a:custGeom>
              <a:rect b="b" l="l" r="r" t="t"/>
              <a:pathLst>
                <a:path extrusionOk="0" h="1078857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078857"/>
                  </a:lnTo>
                  <a:lnTo>
                    <a:pt x="0" y="1078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7"/>
            <p:cNvSpPr txBox="1"/>
            <p:nvPr/>
          </p:nvSpPr>
          <p:spPr>
            <a:xfrm>
              <a:off x="0" y="19050"/>
              <a:ext cx="13354547" cy="1059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que muestran información o solicitan entrada del usuario.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270022" y="6134492"/>
            <a:ext cx="7161372" cy="732282"/>
            <a:chOff x="0" y="0"/>
            <a:chExt cx="9548495" cy="976376"/>
          </a:xfrm>
        </p:grpSpPr>
        <p:sp>
          <p:nvSpPr>
            <p:cNvPr id="240" name="Google Shape;240;p7"/>
            <p:cNvSpPr/>
            <p:nvPr/>
          </p:nvSpPr>
          <p:spPr>
            <a:xfrm>
              <a:off x="15875" y="15875"/>
              <a:ext cx="9516745" cy="944626"/>
            </a:xfrm>
            <a:custGeom>
              <a:rect b="b" l="l" r="r" t="t"/>
              <a:pathLst>
                <a:path extrusionOk="0" h="944626" w="9516745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0" y="0"/>
              <a:ext cx="9548495" cy="976376"/>
            </a:xfrm>
            <a:custGeom>
              <a:rect b="b" l="l" r="r" t="t"/>
              <a:pathLst>
                <a:path extrusionOk="0" h="976376" w="9548495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7645298" y="6169078"/>
            <a:ext cx="7092200" cy="663122"/>
            <a:chOff x="0" y="0"/>
            <a:chExt cx="9456266" cy="884162"/>
          </a:xfrm>
        </p:grpSpPr>
        <p:sp>
          <p:nvSpPr>
            <p:cNvPr id="243" name="Google Shape;243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4" name="Google Shape;244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Cuadros de diálogo (Dialogs)</a:t>
              </a:r>
              <a:endParaRPr/>
            </a:p>
          </p:txBody>
        </p:sp>
      </p:grpSp>
      <p:grpSp>
        <p:nvGrpSpPr>
          <p:cNvPr id="245" name="Google Shape;245;p7"/>
          <p:cNvGrpSpPr/>
          <p:nvPr/>
        </p:nvGrpSpPr>
        <p:grpSpPr>
          <a:xfrm>
            <a:off x="7100888" y="8702500"/>
            <a:ext cx="10220325" cy="561879"/>
            <a:chOff x="0" y="0"/>
            <a:chExt cx="13627100" cy="749172"/>
          </a:xfrm>
        </p:grpSpPr>
        <p:sp>
          <p:nvSpPr>
            <p:cNvPr id="246" name="Google Shape;246;p7"/>
            <p:cNvSpPr/>
            <p:nvPr/>
          </p:nvSpPr>
          <p:spPr>
            <a:xfrm>
              <a:off x="15875" y="8861"/>
              <a:ext cx="13595350" cy="731450"/>
            </a:xfrm>
            <a:custGeom>
              <a:rect b="b" l="l" r="r" t="t"/>
              <a:pathLst>
                <a:path extrusionOk="0" h="7314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731450"/>
                  </a:lnTo>
                  <a:lnTo>
                    <a:pt x="0" y="73145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247" name="Google Shape;247;p7"/>
            <p:cNvSpPr/>
            <p:nvPr/>
          </p:nvSpPr>
          <p:spPr>
            <a:xfrm>
              <a:off x="0" y="0"/>
              <a:ext cx="13627100" cy="749172"/>
            </a:xfrm>
            <a:custGeom>
              <a:rect b="b" l="l" r="r" t="t"/>
              <a:pathLst>
                <a:path extrusionOk="0" h="749172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3970"/>
                    <a:pt x="13627100" y="8861"/>
                  </a:cubicBezTo>
                  <a:lnTo>
                    <a:pt x="13627100" y="740311"/>
                  </a:lnTo>
                  <a:cubicBezTo>
                    <a:pt x="13627100" y="745202"/>
                    <a:pt x="13619987" y="749172"/>
                    <a:pt x="13611225" y="749172"/>
                  </a:cubicBezTo>
                  <a:lnTo>
                    <a:pt x="15875" y="749172"/>
                  </a:lnTo>
                  <a:cubicBezTo>
                    <a:pt x="7112" y="749172"/>
                    <a:pt x="0" y="745202"/>
                    <a:pt x="0" y="740311"/>
                  </a:cubicBezTo>
                  <a:lnTo>
                    <a:pt x="0" y="8861"/>
                  </a:lnTo>
                  <a:cubicBezTo>
                    <a:pt x="0" y="3970"/>
                    <a:pt x="7112" y="0"/>
                    <a:pt x="15875" y="0"/>
                  </a:cubicBezTo>
                  <a:moveTo>
                    <a:pt x="15875" y="17723"/>
                  </a:moveTo>
                  <a:lnTo>
                    <a:pt x="15875" y="8861"/>
                  </a:lnTo>
                  <a:lnTo>
                    <a:pt x="31750" y="8861"/>
                  </a:lnTo>
                  <a:lnTo>
                    <a:pt x="31750" y="740311"/>
                  </a:lnTo>
                  <a:lnTo>
                    <a:pt x="15875" y="740311"/>
                  </a:lnTo>
                  <a:lnTo>
                    <a:pt x="15875" y="731450"/>
                  </a:lnTo>
                  <a:lnTo>
                    <a:pt x="13611225" y="731450"/>
                  </a:lnTo>
                  <a:lnTo>
                    <a:pt x="13611225" y="740311"/>
                  </a:lnTo>
                  <a:lnTo>
                    <a:pt x="13595350" y="740311"/>
                  </a:lnTo>
                  <a:lnTo>
                    <a:pt x="13595350" y="8861"/>
                  </a:lnTo>
                  <a:lnTo>
                    <a:pt x="13611225" y="8861"/>
                  </a:lnTo>
                  <a:lnTo>
                    <a:pt x="13611225" y="17723"/>
                  </a:lnTo>
                  <a:lnTo>
                    <a:pt x="15875" y="17723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7100888" y="8673925"/>
            <a:ext cx="10220325" cy="584375"/>
            <a:chOff x="0" y="0"/>
            <a:chExt cx="13627100" cy="779167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13627100" cy="779167"/>
            </a:xfrm>
            <a:custGeom>
              <a:rect b="b" l="l" r="r" t="t"/>
              <a:pathLst>
                <a:path extrusionOk="0" h="779167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779167"/>
                  </a:lnTo>
                  <a:lnTo>
                    <a:pt x="0" y="7791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0" name="Google Shape;250;p7"/>
            <p:cNvSpPr txBox="1"/>
            <p:nvPr/>
          </p:nvSpPr>
          <p:spPr>
            <a:xfrm>
              <a:off x="0" y="19050"/>
              <a:ext cx="13627100" cy="760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Permiten al usuario ingresar datos o realizar acciones.</a:t>
              </a:r>
              <a:endParaRPr/>
            </a:p>
          </p:txBody>
        </p:sp>
      </p:grpSp>
      <p:grpSp>
        <p:nvGrpSpPr>
          <p:cNvPr id="251" name="Google Shape;251;p7"/>
          <p:cNvGrpSpPr/>
          <p:nvPr/>
        </p:nvGrpSpPr>
        <p:grpSpPr>
          <a:xfrm>
            <a:off x="7270022" y="7999778"/>
            <a:ext cx="7161372" cy="589410"/>
            <a:chOff x="0" y="0"/>
            <a:chExt cx="9548495" cy="785879"/>
          </a:xfrm>
        </p:grpSpPr>
        <p:sp>
          <p:nvSpPr>
            <p:cNvPr id="252" name="Google Shape;252;p7"/>
            <p:cNvSpPr/>
            <p:nvPr/>
          </p:nvSpPr>
          <p:spPr>
            <a:xfrm>
              <a:off x="15875" y="12778"/>
              <a:ext cx="9516745" cy="760323"/>
            </a:xfrm>
            <a:custGeom>
              <a:rect b="b" l="l" r="r" t="t"/>
              <a:pathLst>
                <a:path extrusionOk="0" h="760323" w="9516745">
                  <a:moveTo>
                    <a:pt x="0" y="126754"/>
                  </a:moveTo>
                  <a:cubicBezTo>
                    <a:pt x="0" y="56733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56733"/>
                    <a:pt x="9516745" y="126754"/>
                  </a:cubicBezTo>
                  <a:lnTo>
                    <a:pt x="9516745" y="633568"/>
                  </a:lnTo>
                  <a:cubicBezTo>
                    <a:pt x="9516745" y="703590"/>
                    <a:pt x="9444101" y="760323"/>
                    <a:pt x="9354566" y="760323"/>
                  </a:cubicBezTo>
                  <a:lnTo>
                    <a:pt x="162179" y="760323"/>
                  </a:lnTo>
                  <a:cubicBezTo>
                    <a:pt x="72644" y="760323"/>
                    <a:pt x="0" y="703590"/>
                    <a:pt x="0" y="633568"/>
                  </a:cubicBez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0" y="0"/>
              <a:ext cx="9548495" cy="785879"/>
            </a:xfrm>
            <a:custGeom>
              <a:rect b="b" l="l" r="r" t="t"/>
              <a:pathLst>
                <a:path extrusionOk="0" h="785879" w="9548495">
                  <a:moveTo>
                    <a:pt x="0" y="139532"/>
                  </a:moveTo>
                  <a:cubicBezTo>
                    <a:pt x="0" y="62151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2778"/>
                  </a:lnTo>
                  <a:lnTo>
                    <a:pt x="9370441" y="0"/>
                  </a:lnTo>
                  <a:cubicBezTo>
                    <a:pt x="9468358" y="0"/>
                    <a:pt x="9548495" y="62151"/>
                    <a:pt x="9548495" y="139532"/>
                  </a:cubicBezTo>
                  <a:lnTo>
                    <a:pt x="9532620" y="139532"/>
                  </a:lnTo>
                  <a:lnTo>
                    <a:pt x="9548495" y="139532"/>
                  </a:lnTo>
                  <a:lnTo>
                    <a:pt x="9548495" y="646346"/>
                  </a:lnTo>
                  <a:lnTo>
                    <a:pt x="9532620" y="646346"/>
                  </a:lnTo>
                  <a:lnTo>
                    <a:pt x="9548495" y="646346"/>
                  </a:lnTo>
                  <a:cubicBezTo>
                    <a:pt x="9548495" y="723728"/>
                    <a:pt x="9468358" y="785879"/>
                    <a:pt x="9370440" y="785879"/>
                  </a:cubicBezTo>
                  <a:lnTo>
                    <a:pt x="9370440" y="773101"/>
                  </a:lnTo>
                  <a:lnTo>
                    <a:pt x="9370440" y="785879"/>
                  </a:lnTo>
                  <a:lnTo>
                    <a:pt x="178054" y="785879"/>
                  </a:lnTo>
                  <a:lnTo>
                    <a:pt x="178054" y="773101"/>
                  </a:lnTo>
                  <a:lnTo>
                    <a:pt x="178054" y="785879"/>
                  </a:lnTo>
                  <a:cubicBezTo>
                    <a:pt x="80137" y="785879"/>
                    <a:pt x="0" y="723830"/>
                    <a:pt x="0" y="646346"/>
                  </a:cubicBezTo>
                  <a:lnTo>
                    <a:pt x="0" y="139532"/>
                  </a:lnTo>
                  <a:lnTo>
                    <a:pt x="15875" y="139532"/>
                  </a:lnTo>
                  <a:lnTo>
                    <a:pt x="0" y="139532"/>
                  </a:lnTo>
                  <a:moveTo>
                    <a:pt x="31750" y="139532"/>
                  </a:moveTo>
                  <a:lnTo>
                    <a:pt x="31750" y="646346"/>
                  </a:lnTo>
                  <a:lnTo>
                    <a:pt x="15875" y="646346"/>
                  </a:lnTo>
                  <a:lnTo>
                    <a:pt x="31750" y="646346"/>
                  </a:lnTo>
                  <a:cubicBezTo>
                    <a:pt x="31750" y="708906"/>
                    <a:pt x="96774" y="760323"/>
                    <a:pt x="178054" y="760323"/>
                  </a:cubicBezTo>
                  <a:lnTo>
                    <a:pt x="9370441" y="760323"/>
                  </a:lnTo>
                  <a:cubicBezTo>
                    <a:pt x="9451722" y="760323"/>
                    <a:pt x="9516745" y="708906"/>
                    <a:pt x="9516745" y="646346"/>
                  </a:cubicBezTo>
                  <a:lnTo>
                    <a:pt x="9516745" y="139532"/>
                  </a:lnTo>
                  <a:cubicBezTo>
                    <a:pt x="9516745" y="76973"/>
                    <a:pt x="9451722" y="25555"/>
                    <a:pt x="9370441" y="25555"/>
                  </a:cubicBezTo>
                  <a:lnTo>
                    <a:pt x="178054" y="25555"/>
                  </a:lnTo>
                  <a:lnTo>
                    <a:pt x="178054" y="12778"/>
                  </a:lnTo>
                  <a:lnTo>
                    <a:pt x="178054" y="25555"/>
                  </a:lnTo>
                  <a:cubicBezTo>
                    <a:pt x="96774" y="25555"/>
                    <a:pt x="31750" y="76973"/>
                    <a:pt x="31750" y="1395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7"/>
          <p:cNvGrpSpPr/>
          <p:nvPr/>
        </p:nvGrpSpPr>
        <p:grpSpPr>
          <a:xfrm>
            <a:off x="7492246" y="7961678"/>
            <a:ext cx="7092200" cy="663122"/>
            <a:chOff x="0" y="0"/>
            <a:chExt cx="9456266" cy="884162"/>
          </a:xfrm>
        </p:grpSpPr>
        <p:sp>
          <p:nvSpPr>
            <p:cNvPr id="255" name="Google Shape;255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6" name="Google Shape;256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Controles de entrada (TextFields, Buttons, etc.)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Google Shape;261;p8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2" name="Google Shape;262;p8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263" name="Google Shape;263;p8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4" name="Google Shape;264;p8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Beneficios</a:t>
              </a:r>
              <a:endParaRPr/>
            </a:p>
          </p:txBody>
        </p:sp>
      </p:grpSp>
      <p:sp>
        <p:nvSpPr>
          <p:cNvPr id="265" name="Google Shape;265;p8"/>
          <p:cNvSpPr/>
          <p:nvPr/>
        </p:nvSpPr>
        <p:spPr>
          <a:xfrm>
            <a:off x="1645920" y="3162990"/>
            <a:ext cx="15087601" cy="1611440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8"/>
          <p:cNvGrpSpPr/>
          <p:nvPr/>
        </p:nvGrpSpPr>
        <p:grpSpPr>
          <a:xfrm>
            <a:off x="2121467" y="3513652"/>
            <a:ext cx="910114" cy="910114"/>
            <a:chOff x="0" y="0"/>
            <a:chExt cx="1213485" cy="1213485"/>
          </a:xfrm>
        </p:grpSpPr>
        <p:sp>
          <p:nvSpPr>
            <p:cNvPr id="267" name="Google Shape;267;p8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340" l="-1343" r="-1340" t="-1343"/>
              </a:stretch>
            </a:blipFill>
            <a:ln>
              <a:noFill/>
            </a:ln>
          </p:spPr>
        </p:sp>
        <p:sp>
          <p:nvSpPr>
            <p:cNvPr id="268" name="Google Shape;268;p8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3497582" y="3124890"/>
            <a:ext cx="6808470" cy="1659041"/>
            <a:chOff x="0" y="-38100"/>
            <a:chExt cx="9077960" cy="2212054"/>
          </a:xfrm>
        </p:grpSpPr>
        <p:sp>
          <p:nvSpPr>
            <p:cNvPr id="270" name="Google Shape;270;p8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1" name="Google Shape;27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Mejora en la experiencia del usuario</a:t>
              </a:r>
              <a:endParaRPr/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10287002" y="3139177"/>
            <a:ext cx="6456042" cy="1644754"/>
            <a:chOff x="0" y="-19050"/>
            <a:chExt cx="8608056" cy="2193004"/>
          </a:xfrm>
        </p:grpSpPr>
        <p:sp>
          <p:nvSpPr>
            <p:cNvPr id="273" name="Google Shape;273;p8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4" name="Google Shape;27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GUI hacen que las aplicaciones sean más accesibles y fáciles de usar.</a:t>
              </a:r>
              <a:endParaRPr/>
            </a:p>
          </p:txBody>
        </p:sp>
      </p:grpSp>
      <p:sp>
        <p:nvSpPr>
          <p:cNvPr id="275" name="Google Shape;275;p8"/>
          <p:cNvSpPr/>
          <p:nvPr/>
        </p:nvSpPr>
        <p:spPr>
          <a:xfrm>
            <a:off x="1645920" y="5177260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8"/>
          <p:cNvGrpSpPr/>
          <p:nvPr/>
        </p:nvGrpSpPr>
        <p:grpSpPr>
          <a:xfrm>
            <a:off x="2121467" y="5527924"/>
            <a:ext cx="910114" cy="910113"/>
            <a:chOff x="0" y="0"/>
            <a:chExt cx="1213485" cy="1213485"/>
          </a:xfrm>
        </p:grpSpPr>
        <p:sp>
          <p:nvSpPr>
            <p:cNvPr id="277" name="Google Shape;277;p8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340" l="-1343" r="-1340" t="-1343"/>
              </a:stretch>
            </a:blipFill>
            <a:ln>
              <a:noFill/>
            </a:ln>
          </p:spPr>
        </p:sp>
        <p:sp>
          <p:nvSpPr>
            <p:cNvPr id="278" name="Google Shape;278;p8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" name="Google Shape;279;p8"/>
          <p:cNvGrpSpPr/>
          <p:nvPr/>
        </p:nvGrpSpPr>
        <p:grpSpPr>
          <a:xfrm>
            <a:off x="3497582" y="5139161"/>
            <a:ext cx="6808470" cy="1659040"/>
            <a:chOff x="0" y="-38100"/>
            <a:chExt cx="9077960" cy="2212054"/>
          </a:xfrm>
        </p:grpSpPr>
        <p:sp>
          <p:nvSpPr>
            <p:cNvPr id="280" name="Google Shape;280;p8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para desarrollar aplicaciones interactivas</a:t>
              </a:r>
              <a:endParaRPr/>
            </a:p>
          </p:txBody>
        </p:sp>
      </p:grpSp>
      <p:grpSp>
        <p:nvGrpSpPr>
          <p:cNvPr id="282" name="Google Shape;282;p8"/>
          <p:cNvGrpSpPr/>
          <p:nvPr/>
        </p:nvGrpSpPr>
        <p:grpSpPr>
          <a:xfrm>
            <a:off x="10287002" y="5153449"/>
            <a:ext cx="6456042" cy="1644752"/>
            <a:chOff x="0" y="-19050"/>
            <a:chExt cx="8608056" cy="2193004"/>
          </a:xfrm>
        </p:grpSpPr>
        <p:sp>
          <p:nvSpPr>
            <p:cNvPr id="283" name="Google Shape;283;p8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 las bibliotecas gráficas de Java, se pueden crear aplicaciones interactivas sin necesidad de escribir código complejo desde cero.</a:t>
              </a:r>
              <a:endParaRPr/>
            </a:p>
          </p:txBody>
        </p:sp>
      </p:grpSp>
      <p:sp>
        <p:nvSpPr>
          <p:cNvPr id="285" name="Google Shape;285;p8"/>
          <p:cNvSpPr/>
          <p:nvPr/>
        </p:nvSpPr>
        <p:spPr>
          <a:xfrm>
            <a:off x="1645920" y="7191531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>
            <a:off x="2121467" y="7542194"/>
            <a:ext cx="910114" cy="910113"/>
            <a:chOff x="0" y="0"/>
            <a:chExt cx="1213485" cy="1213485"/>
          </a:xfrm>
        </p:grpSpPr>
        <p:sp>
          <p:nvSpPr>
            <p:cNvPr id="287" name="Google Shape;287;p8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340" l="-1343" r="-1340" t="-1343"/>
              </a:stretch>
            </a:blipFill>
            <a:ln>
              <a:noFill/>
            </a:ln>
          </p:spPr>
        </p:sp>
        <p:sp>
          <p:nvSpPr>
            <p:cNvPr id="288" name="Google Shape;288;p8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" name="Google Shape;289;p8"/>
          <p:cNvGrpSpPr/>
          <p:nvPr/>
        </p:nvGrpSpPr>
        <p:grpSpPr>
          <a:xfrm>
            <a:off x="3497582" y="7153431"/>
            <a:ext cx="6808470" cy="1659040"/>
            <a:chOff x="0" y="-38100"/>
            <a:chExt cx="9077960" cy="2212054"/>
          </a:xfrm>
        </p:grpSpPr>
        <p:sp>
          <p:nvSpPr>
            <p:cNvPr id="290" name="Google Shape;290;p8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1" name="Google Shape;29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Portabilidad gracias al entorno Java</a:t>
              </a:r>
              <a:endParaRPr/>
            </a:p>
          </p:txBody>
        </p:sp>
      </p:grpSp>
      <p:grpSp>
        <p:nvGrpSpPr>
          <p:cNvPr id="292" name="Google Shape;292;p8"/>
          <p:cNvGrpSpPr/>
          <p:nvPr/>
        </p:nvGrpSpPr>
        <p:grpSpPr>
          <a:xfrm>
            <a:off x="10287002" y="7167719"/>
            <a:ext cx="6456042" cy="1644752"/>
            <a:chOff x="0" y="-19050"/>
            <a:chExt cx="8608056" cy="2193004"/>
          </a:xfrm>
        </p:grpSpPr>
        <p:sp>
          <p:nvSpPr>
            <p:cNvPr id="293" name="Google Shape;293;p8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4" name="Google Shape;29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aplicaciones Java con GUI son portátiles y pueden ejecutarse en cualquier plataforma que tenga instalada la JVM (Máquina Virtual de Java).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00" name="Google Shape;300;p9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02" name="Google Shape;302;p9"/>
          <p:cNvCxnSpPr/>
          <p:nvPr/>
        </p:nvCxnSpPr>
        <p:spPr>
          <a:xfrm rot="4415">
            <a:off x="1801956" y="6712111"/>
            <a:ext cx="1483234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3" name="Google Shape;303;p9"/>
          <p:cNvGrpSpPr/>
          <p:nvPr/>
        </p:nvGrpSpPr>
        <p:grpSpPr>
          <a:xfrm>
            <a:off x="5754756" y="1138426"/>
            <a:ext cx="10978762" cy="5062396"/>
            <a:chOff x="0" y="0"/>
            <a:chExt cx="14638350" cy="6749862"/>
          </a:xfrm>
        </p:grpSpPr>
        <p:sp>
          <p:nvSpPr>
            <p:cNvPr id="304" name="Google Shape;304;p9"/>
            <p:cNvSpPr/>
            <p:nvPr/>
          </p:nvSpPr>
          <p:spPr>
            <a:xfrm>
              <a:off x="0" y="0"/>
              <a:ext cx="14638350" cy="6749862"/>
            </a:xfrm>
            <a:custGeom>
              <a:rect b="b" l="l" r="r" t="t"/>
              <a:pathLst>
                <a:path extrusionOk="0" h="6749862" w="1463835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9"/>
            <p:cNvSpPr txBox="1"/>
            <p:nvPr/>
          </p:nvSpPr>
          <p:spPr>
            <a:xfrm>
              <a:off x="0" y="95250"/>
              <a:ext cx="14638350" cy="6654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0" u="none" cap="none" strike="noStrik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  <a:endParaRPr/>
            </a:p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Abstract Window Toolkit</a:t>
              </a:r>
              <a:endParaRPr/>
            </a:p>
          </p:txBody>
        </p:sp>
      </p:grpSp>
      <p:grpSp>
        <p:nvGrpSpPr>
          <p:cNvPr id="306" name="Google Shape;306;p9"/>
          <p:cNvGrpSpPr/>
          <p:nvPr/>
        </p:nvGrpSpPr>
        <p:grpSpPr>
          <a:xfrm>
            <a:off x="5754756" y="6661999"/>
            <a:ext cx="10982919" cy="1735931"/>
            <a:chOff x="0" y="-28575"/>
            <a:chExt cx="14643892" cy="2314575"/>
          </a:xfrm>
        </p:grpSpPr>
        <p:sp>
          <p:nvSpPr>
            <p:cNvPr id="307" name="Google Shape;307;p9"/>
            <p:cNvSpPr/>
            <p:nvPr/>
          </p:nvSpPr>
          <p:spPr>
            <a:xfrm>
              <a:off x="0" y="0"/>
              <a:ext cx="14643892" cy="2286000"/>
            </a:xfrm>
            <a:custGeom>
              <a:rect b="b" l="l" r="r" t="t"/>
              <a:pathLst>
                <a:path extrusionOk="0" h="2286000" w="14643892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8" name="Google Shape;308;p9"/>
            <p:cNvSpPr txBox="1"/>
            <p:nvPr/>
          </p:nvSpPr>
          <p:spPr>
            <a:xfrm>
              <a:off x="0" y="-28575"/>
              <a:ext cx="14643892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Componentes Básicos, Ventajas, Clases Principales</a:t>
              </a:r>
              <a:endParaRPr/>
            </a:p>
          </p:txBody>
        </p:sp>
      </p:grpSp>
      <p:sp>
        <p:nvSpPr>
          <p:cNvPr descr="Herramientas" id="309" name="Google Shape;309;p9"/>
          <p:cNvSpPr/>
          <p:nvPr/>
        </p:nvSpPr>
        <p:spPr>
          <a:xfrm>
            <a:off x="931460" y="2685728"/>
            <a:ext cx="4137496" cy="4137497"/>
          </a:xfrm>
          <a:custGeom>
            <a:rect b="b" l="l" r="r" t="t"/>
            <a:pathLst>
              <a:path extrusionOk="0" h="4137497" w="4137496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0" name="Google Shape;310;p9"/>
          <p:cNvCxnSpPr/>
          <p:nvPr/>
        </p:nvCxnSpPr>
        <p:spPr>
          <a:xfrm rot="6110">
            <a:off x="5927843" y="6442130"/>
            <a:ext cx="10717547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9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10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7" name="Google Shape;317;p10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318" name="Google Shape;318;p10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9" name="Google Shape;319;p10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cxnSp>
        <p:nvCxnSpPr>
          <p:cNvPr id="320" name="Google Shape;320;p10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0"/>
          <p:cNvSpPr/>
          <p:nvPr/>
        </p:nvSpPr>
        <p:spPr>
          <a:xfrm>
            <a:off x="3924243" y="3636605"/>
            <a:ext cx="2916000" cy="2916000"/>
          </a:xfrm>
          <a:custGeom>
            <a:rect b="b" l="l" r="r" t="t"/>
            <a:pathLst>
              <a:path extrusionOk="0" h="2916000" w="291600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2" name="Google Shape;322;p10"/>
          <p:cNvGrpSpPr/>
          <p:nvPr/>
        </p:nvGrpSpPr>
        <p:grpSpPr>
          <a:xfrm>
            <a:off x="2132718" y="7248534"/>
            <a:ext cx="6499050" cy="1462454"/>
            <a:chOff x="0" y="0"/>
            <a:chExt cx="8665400" cy="1949938"/>
          </a:xfrm>
        </p:grpSpPr>
        <p:sp>
          <p:nvSpPr>
            <p:cNvPr id="323" name="Google Shape;323;p10"/>
            <p:cNvSpPr/>
            <p:nvPr/>
          </p:nvSpPr>
          <p:spPr>
            <a:xfrm>
              <a:off x="0" y="0"/>
              <a:ext cx="8665400" cy="1949938"/>
            </a:xfrm>
            <a:custGeom>
              <a:rect b="b" l="l" r="r" t="t"/>
              <a:pathLst>
                <a:path extrusionOk="0" h="1949938" w="866540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4" name="Google Shape;324;p10"/>
            <p:cNvSpPr txBox="1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 (Abstract Window Toolkit) es la primera biblioteca gráfica incluida en el lenguaje Java.</a:t>
              </a:r>
              <a:endParaRPr/>
            </a:p>
          </p:txBody>
        </p:sp>
      </p:grpSp>
      <p:sp>
        <p:nvSpPr>
          <p:cNvPr id="325" name="Google Shape;325;p10"/>
          <p:cNvSpPr/>
          <p:nvPr/>
        </p:nvSpPr>
        <p:spPr>
          <a:xfrm>
            <a:off x="11538243" y="3636605"/>
            <a:ext cx="2916000" cy="2916000"/>
          </a:xfrm>
          <a:custGeom>
            <a:rect b="b" l="l" r="r" t="t"/>
            <a:pathLst>
              <a:path extrusionOk="0" h="2916000" w="291600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10"/>
          <p:cNvGrpSpPr/>
          <p:nvPr/>
        </p:nvGrpSpPr>
        <p:grpSpPr>
          <a:xfrm>
            <a:off x="9746718" y="7248534"/>
            <a:ext cx="6499050" cy="1462454"/>
            <a:chOff x="0" y="0"/>
            <a:chExt cx="8665400" cy="1949938"/>
          </a:xfrm>
        </p:grpSpPr>
        <p:sp>
          <p:nvSpPr>
            <p:cNvPr id="327" name="Google Shape;327;p10"/>
            <p:cNvSpPr/>
            <p:nvPr/>
          </p:nvSpPr>
          <p:spPr>
            <a:xfrm>
              <a:off x="0" y="0"/>
              <a:ext cx="8665400" cy="1949938"/>
            </a:xfrm>
            <a:custGeom>
              <a:rect b="b" l="l" r="r" t="t"/>
              <a:pathLst>
                <a:path extrusionOk="0" h="1949938" w="866540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8" name="Google Shape;328;p10"/>
            <p:cNvSpPr txBox="1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Fue diseñada para proporcionar una forma estándar de crear interfaces gráficas en Java.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11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4" name="Google Shape;334;p11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6" name="Google Shape;336;p11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Clases Principales</a:t>
              </a:r>
              <a:endParaRPr/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2498794" y="4701763"/>
            <a:ext cx="949643" cy="949642"/>
            <a:chOff x="0" y="0"/>
            <a:chExt cx="1266190" cy="1266190"/>
          </a:xfrm>
        </p:grpSpPr>
        <p:sp>
          <p:nvSpPr>
            <p:cNvPr id="338" name="Google Shape;338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283" l="-1286" r="-1283" t="-1286"/>
              </a:stretch>
            </a:blipFill>
            <a:ln>
              <a:noFill/>
            </a:ln>
          </p:spPr>
        </p:sp>
        <p:sp>
          <p:nvSpPr>
            <p:cNvPr id="339" name="Google Shape;339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1641500" y="5724821"/>
            <a:ext cx="2664206" cy="564338"/>
            <a:chOff x="0" y="-19050"/>
            <a:chExt cx="3552274" cy="752450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2" name="Google Shape;342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java.awt.Frame</a:t>
              </a:r>
              <a:endParaRPr/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1641500" y="6179510"/>
            <a:ext cx="2664206" cy="1082284"/>
            <a:chOff x="0" y="-9525"/>
            <a:chExt cx="3552274" cy="1443045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5" name="Google Shape;345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una ventana principal de la aplicación</a:t>
              </a:r>
              <a:endParaRPr/>
            </a:p>
          </p:txBody>
        </p:sp>
      </p:grpSp>
      <p:grpSp>
        <p:nvGrpSpPr>
          <p:cNvPr id="346" name="Google Shape;346;p11"/>
          <p:cNvGrpSpPr/>
          <p:nvPr/>
        </p:nvGrpSpPr>
        <p:grpSpPr>
          <a:xfrm>
            <a:off x="5606852" y="4701763"/>
            <a:ext cx="949642" cy="949642"/>
            <a:chOff x="0" y="0"/>
            <a:chExt cx="1266190" cy="1266190"/>
          </a:xfrm>
        </p:grpSpPr>
        <p:sp>
          <p:nvSpPr>
            <p:cNvPr id="347" name="Google Shape;347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283" l="-1286" r="-1283" t="-1286"/>
              </a:stretch>
            </a:blipFill>
            <a:ln>
              <a:noFill/>
            </a:ln>
          </p:spPr>
        </p:sp>
        <p:sp>
          <p:nvSpPr>
            <p:cNvPr id="348" name="Google Shape;348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4749558" y="5724821"/>
            <a:ext cx="2664205" cy="564338"/>
            <a:chOff x="0" y="-19050"/>
            <a:chExt cx="3552274" cy="752450"/>
          </a:xfrm>
        </p:grpSpPr>
        <p:sp>
          <p:nvSpPr>
            <p:cNvPr id="350" name="Google Shape;350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1" name="Google Shape;351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java.awt.Button</a:t>
              </a:r>
              <a:endParaRPr/>
            </a:p>
          </p:txBody>
        </p:sp>
      </p:grpSp>
      <p:grpSp>
        <p:nvGrpSpPr>
          <p:cNvPr id="352" name="Google Shape;352;p11"/>
          <p:cNvGrpSpPr/>
          <p:nvPr/>
        </p:nvGrpSpPr>
        <p:grpSpPr>
          <a:xfrm>
            <a:off x="4749558" y="6179510"/>
            <a:ext cx="2664205" cy="1373702"/>
            <a:chOff x="0" y="-9525"/>
            <a:chExt cx="3552274" cy="1831603"/>
          </a:xfrm>
        </p:grpSpPr>
        <p:sp>
          <p:nvSpPr>
            <p:cNvPr id="353" name="Google Shape;353;p11"/>
            <p:cNvSpPr/>
            <p:nvPr/>
          </p:nvSpPr>
          <p:spPr>
            <a:xfrm>
              <a:off x="0" y="0"/>
              <a:ext cx="3552274" cy="1822078"/>
            </a:xfrm>
            <a:custGeom>
              <a:rect b="b" l="l" r="r" t="t"/>
              <a:pathLst>
                <a:path extrusionOk="0" h="1822078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822078"/>
                  </a:lnTo>
                  <a:lnTo>
                    <a:pt x="0" y="1822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4" name="Google Shape;354;p11"/>
            <p:cNvSpPr txBox="1"/>
            <p:nvPr/>
          </p:nvSpPr>
          <p:spPr>
            <a:xfrm>
              <a:off x="0" y="-9525"/>
              <a:ext cx="3552274" cy="1831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botón que el usuario puede presionar para realizar una acción</a:t>
              </a:r>
              <a:endParaRPr/>
            </a:p>
          </p:txBody>
        </p:sp>
      </p:grpSp>
      <p:grpSp>
        <p:nvGrpSpPr>
          <p:cNvPr id="355" name="Google Shape;355;p11"/>
          <p:cNvGrpSpPr/>
          <p:nvPr/>
        </p:nvGrpSpPr>
        <p:grpSpPr>
          <a:xfrm>
            <a:off x="8714911" y="4701763"/>
            <a:ext cx="949643" cy="949642"/>
            <a:chOff x="0" y="0"/>
            <a:chExt cx="1266190" cy="1266190"/>
          </a:xfrm>
        </p:grpSpPr>
        <p:sp>
          <p:nvSpPr>
            <p:cNvPr id="356" name="Google Shape;356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283" l="-1286" r="-1283" t="-1286"/>
              </a:stretch>
            </a:blipFill>
            <a:ln>
              <a:noFill/>
            </a:ln>
          </p:spPr>
        </p:sp>
        <p:sp>
          <p:nvSpPr>
            <p:cNvPr id="357" name="Google Shape;357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11"/>
          <p:cNvGrpSpPr/>
          <p:nvPr/>
        </p:nvGrpSpPr>
        <p:grpSpPr>
          <a:xfrm>
            <a:off x="7857617" y="5724821"/>
            <a:ext cx="2664205" cy="564338"/>
            <a:chOff x="0" y="-19050"/>
            <a:chExt cx="3552274" cy="752450"/>
          </a:xfrm>
        </p:grpSpPr>
        <p:sp>
          <p:nvSpPr>
            <p:cNvPr id="359" name="Google Shape;359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0" name="Google Shape;360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java.awt.Label</a:t>
              </a:r>
              <a:endParaRPr/>
            </a:p>
          </p:txBody>
        </p:sp>
      </p:grpSp>
      <p:grpSp>
        <p:nvGrpSpPr>
          <p:cNvPr id="361" name="Google Shape;361;p11"/>
          <p:cNvGrpSpPr/>
          <p:nvPr/>
        </p:nvGrpSpPr>
        <p:grpSpPr>
          <a:xfrm>
            <a:off x="7857617" y="6179510"/>
            <a:ext cx="2664205" cy="1082284"/>
            <a:chOff x="0" y="-9525"/>
            <a:chExt cx="3552274" cy="1443045"/>
          </a:xfrm>
        </p:grpSpPr>
        <p:sp>
          <p:nvSpPr>
            <p:cNvPr id="362" name="Google Shape;362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3" name="Google Shape;363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Muestra texto estático en la interfaz</a:t>
              </a:r>
              <a:endParaRPr/>
            </a:p>
          </p:txBody>
        </p:sp>
      </p:grpSp>
      <p:grpSp>
        <p:nvGrpSpPr>
          <p:cNvPr id="364" name="Google Shape;364;p11"/>
          <p:cNvGrpSpPr/>
          <p:nvPr/>
        </p:nvGrpSpPr>
        <p:grpSpPr>
          <a:xfrm>
            <a:off x="11822969" y="4701763"/>
            <a:ext cx="949643" cy="949642"/>
            <a:chOff x="0" y="0"/>
            <a:chExt cx="1266190" cy="1266190"/>
          </a:xfrm>
        </p:grpSpPr>
        <p:sp>
          <p:nvSpPr>
            <p:cNvPr id="365" name="Google Shape;365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283" l="-1286" r="-1283" t="-1286"/>
              </a:stretch>
            </a:blipFill>
            <a:ln>
              <a:noFill/>
            </a:ln>
          </p:spPr>
        </p:sp>
        <p:sp>
          <p:nvSpPr>
            <p:cNvPr id="366" name="Google Shape;366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11"/>
          <p:cNvGrpSpPr/>
          <p:nvPr/>
        </p:nvGrpSpPr>
        <p:grpSpPr>
          <a:xfrm>
            <a:off x="10743748" y="5724821"/>
            <a:ext cx="3108059" cy="564338"/>
            <a:chOff x="0" y="-19050"/>
            <a:chExt cx="4144078" cy="752450"/>
          </a:xfrm>
        </p:grpSpPr>
        <p:sp>
          <p:nvSpPr>
            <p:cNvPr id="368" name="Google Shape;368;p11"/>
            <p:cNvSpPr/>
            <p:nvPr/>
          </p:nvSpPr>
          <p:spPr>
            <a:xfrm>
              <a:off x="0" y="0"/>
              <a:ext cx="4144078" cy="733400"/>
            </a:xfrm>
            <a:custGeom>
              <a:rect b="b" l="l" r="r" t="t"/>
              <a:pathLst>
                <a:path extrusionOk="0" h="733400" w="4144078">
                  <a:moveTo>
                    <a:pt x="0" y="0"/>
                  </a:moveTo>
                  <a:lnTo>
                    <a:pt x="4144078" y="0"/>
                  </a:lnTo>
                  <a:lnTo>
                    <a:pt x="4144078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9" name="Google Shape;369;p11"/>
            <p:cNvSpPr txBox="1"/>
            <p:nvPr/>
          </p:nvSpPr>
          <p:spPr>
            <a:xfrm>
              <a:off x="0" y="-19050"/>
              <a:ext cx="4144078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java.awt.TextField</a:t>
              </a:r>
              <a:endParaRPr/>
            </a:p>
          </p:txBody>
        </p:sp>
      </p:grpSp>
      <p:grpSp>
        <p:nvGrpSpPr>
          <p:cNvPr id="370" name="Google Shape;370;p11"/>
          <p:cNvGrpSpPr/>
          <p:nvPr/>
        </p:nvGrpSpPr>
        <p:grpSpPr>
          <a:xfrm>
            <a:off x="10965675" y="6179510"/>
            <a:ext cx="2664206" cy="1082284"/>
            <a:chOff x="0" y="-9525"/>
            <a:chExt cx="3552274" cy="1443045"/>
          </a:xfrm>
        </p:grpSpPr>
        <p:sp>
          <p:nvSpPr>
            <p:cNvPr id="371" name="Google Shape;371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2" name="Google Shape;372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 al usuario ingresar texto</a:t>
              </a:r>
              <a:endParaRPr/>
            </a:p>
          </p:txBody>
        </p:sp>
      </p:grpSp>
      <p:grpSp>
        <p:nvGrpSpPr>
          <p:cNvPr id="373" name="Google Shape;373;p11"/>
          <p:cNvGrpSpPr/>
          <p:nvPr/>
        </p:nvGrpSpPr>
        <p:grpSpPr>
          <a:xfrm>
            <a:off x="14931028" y="4701763"/>
            <a:ext cx="949642" cy="949642"/>
            <a:chOff x="0" y="0"/>
            <a:chExt cx="1266190" cy="1266190"/>
          </a:xfrm>
        </p:grpSpPr>
        <p:sp>
          <p:nvSpPr>
            <p:cNvPr id="374" name="Google Shape;374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283" l="-1286" r="-1283" t="-1286"/>
              </a:stretch>
            </a:blipFill>
            <a:ln>
              <a:noFill/>
            </a:ln>
          </p:spPr>
        </p:sp>
        <p:sp>
          <p:nvSpPr>
            <p:cNvPr id="375" name="Google Shape;375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p11"/>
          <p:cNvGrpSpPr/>
          <p:nvPr/>
        </p:nvGrpSpPr>
        <p:grpSpPr>
          <a:xfrm>
            <a:off x="14073734" y="5724821"/>
            <a:ext cx="2664206" cy="564338"/>
            <a:chOff x="0" y="-19050"/>
            <a:chExt cx="3552274" cy="752450"/>
          </a:xfrm>
        </p:grpSpPr>
        <p:sp>
          <p:nvSpPr>
            <p:cNvPr id="377" name="Google Shape;377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8" name="Google Shape;378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java.awt.Panel</a:t>
              </a:r>
              <a:endParaRPr/>
            </a:p>
          </p:txBody>
        </p:sp>
      </p:grpSp>
      <p:grpSp>
        <p:nvGrpSpPr>
          <p:cNvPr id="379" name="Google Shape;379;p11"/>
          <p:cNvGrpSpPr/>
          <p:nvPr/>
        </p:nvGrpSpPr>
        <p:grpSpPr>
          <a:xfrm>
            <a:off x="14073734" y="6179510"/>
            <a:ext cx="2664206" cy="1082284"/>
            <a:chOff x="0" y="-9525"/>
            <a:chExt cx="3552274" cy="1443045"/>
          </a:xfrm>
        </p:grpSpPr>
        <p:sp>
          <p:nvSpPr>
            <p:cNvPr id="380" name="Google Shape;380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1" name="Google Shape;381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contenedor que puede contener otros componentes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87" name="Google Shape;387;p1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89" name="Google Shape;389;p12"/>
          <p:cNvCxnSpPr/>
          <p:nvPr/>
        </p:nvCxnSpPr>
        <p:spPr>
          <a:xfrm>
            <a:off x="1780779" y="7414838"/>
            <a:ext cx="14832330" cy="1905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0" name="Google Shape;390;p12"/>
          <p:cNvGrpSpPr/>
          <p:nvPr/>
        </p:nvGrpSpPr>
        <p:grpSpPr>
          <a:xfrm>
            <a:off x="1447801" y="965200"/>
            <a:ext cx="9548460" cy="7581012"/>
            <a:chOff x="0" y="0"/>
            <a:chExt cx="12731280" cy="10108016"/>
          </a:xfrm>
        </p:grpSpPr>
        <p:sp>
          <p:nvSpPr>
            <p:cNvPr id="391" name="Google Shape;391;p12"/>
            <p:cNvSpPr/>
            <p:nvPr/>
          </p:nvSpPr>
          <p:spPr>
            <a:xfrm>
              <a:off x="0" y="0"/>
              <a:ext cx="12731279" cy="10108016"/>
            </a:xfrm>
            <a:custGeom>
              <a:rect b="b" l="l" r="r" t="t"/>
              <a:pathLst>
                <a:path extrusionOk="0" h="10108016" w="12731279">
                  <a:moveTo>
                    <a:pt x="0" y="0"/>
                  </a:moveTo>
                  <a:lnTo>
                    <a:pt x="12731279" y="0"/>
                  </a:lnTo>
                  <a:lnTo>
                    <a:pt x="12731279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2" name="Google Shape;392;p12"/>
            <p:cNvSpPr txBox="1"/>
            <p:nvPr/>
          </p:nvSpPr>
          <p:spPr>
            <a:xfrm>
              <a:off x="0" y="95250"/>
              <a:ext cx="12731280" cy="10012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AWT</a:t>
              </a:r>
              <a:endParaRPr/>
            </a:p>
          </p:txBody>
        </p:sp>
      </p:grpSp>
      <p:grpSp>
        <p:nvGrpSpPr>
          <p:cNvPr id="393" name="Google Shape;393;p12"/>
          <p:cNvGrpSpPr/>
          <p:nvPr/>
        </p:nvGrpSpPr>
        <p:grpSpPr>
          <a:xfrm>
            <a:off x="11806492" y="943769"/>
            <a:ext cx="5875315" cy="7602443"/>
            <a:chOff x="0" y="-28575"/>
            <a:chExt cx="7833754" cy="10136591"/>
          </a:xfrm>
        </p:grpSpPr>
        <p:sp>
          <p:nvSpPr>
            <p:cNvPr id="394" name="Google Shape;394;p12"/>
            <p:cNvSpPr/>
            <p:nvPr/>
          </p:nvSpPr>
          <p:spPr>
            <a:xfrm>
              <a:off x="0" y="0"/>
              <a:ext cx="7833754" cy="10108016"/>
            </a:xfrm>
            <a:custGeom>
              <a:rect b="b" l="l" r="r" t="t"/>
              <a:pathLst>
                <a:path extrusionOk="0" h="10108016" w="7833754">
                  <a:moveTo>
                    <a:pt x="0" y="0"/>
                  </a:moveTo>
                  <a:lnTo>
                    <a:pt x="7833754" y="0"/>
                  </a:lnTo>
                  <a:lnTo>
                    <a:pt x="7833754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5" name="Google Shape;395;p12"/>
            <p:cNvSpPr txBox="1"/>
            <p:nvPr/>
          </p:nvSpPr>
          <p:spPr>
            <a:xfrm>
              <a:off x="0" y="-28575"/>
              <a:ext cx="7833754" cy="10136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Menus</a:t>
              </a:r>
              <a:endParaRPr/>
            </a:p>
          </p:txBody>
        </p:sp>
      </p:grpSp>
      <p:cxnSp>
        <p:nvCxnSpPr>
          <p:cNvPr id="396" name="Google Shape;396;p12"/>
          <p:cNvCxnSpPr/>
          <p:nvPr/>
        </p:nvCxnSpPr>
        <p:spPr>
          <a:xfrm rot="5387773">
            <a:off x="8623786" y="4755706"/>
            <a:ext cx="5356396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403" name="Google Shape;403;p1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4" name="Google Shape;404;p13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405" name="Google Shape;405;p13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6" name="Google Shape;406;p13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</p:txBody>
        </p:sp>
      </p:grpSp>
      <p:cxnSp>
        <p:nvCxnSpPr>
          <p:cNvPr id="407" name="Google Shape;407;p1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3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409" name="Google Shape;409;p13"/>
          <p:cNvGrpSpPr/>
          <p:nvPr/>
        </p:nvGrpSpPr>
        <p:grpSpPr>
          <a:xfrm>
            <a:off x="1637719" y="4171330"/>
            <a:ext cx="3299460" cy="1319784"/>
            <a:chOff x="-1397" y="0"/>
            <a:chExt cx="4399280" cy="1759712"/>
          </a:xfrm>
        </p:grpSpPr>
        <p:sp>
          <p:nvSpPr>
            <p:cNvPr id="410" name="Google Shape;410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411" name="Google Shape;411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13"/>
          <p:cNvGrpSpPr/>
          <p:nvPr/>
        </p:nvGrpSpPr>
        <p:grpSpPr>
          <a:xfrm>
            <a:off x="2286767" y="4171330"/>
            <a:ext cx="2002440" cy="1319812"/>
            <a:chOff x="0" y="0"/>
            <a:chExt cx="2669920" cy="1759750"/>
          </a:xfrm>
        </p:grpSpPr>
        <p:sp>
          <p:nvSpPr>
            <p:cNvPr id="413" name="Google Shape;413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4" name="Google Shape;414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(Button)</a:t>
              </a:r>
              <a:endParaRPr/>
            </a:p>
          </p:txBody>
        </p:sp>
      </p:grpSp>
      <p:grpSp>
        <p:nvGrpSpPr>
          <p:cNvPr id="415" name="Google Shape;415;p13"/>
          <p:cNvGrpSpPr/>
          <p:nvPr/>
        </p:nvGrpSpPr>
        <p:grpSpPr>
          <a:xfrm>
            <a:off x="1641148" y="5631711"/>
            <a:ext cx="2638752" cy="2169240"/>
            <a:chOff x="0" y="0"/>
            <a:chExt cx="3518336" cy="2892320"/>
          </a:xfrm>
        </p:grpSpPr>
        <p:sp>
          <p:nvSpPr>
            <p:cNvPr id="416" name="Google Shape;416;p13"/>
            <p:cNvSpPr/>
            <p:nvPr/>
          </p:nvSpPr>
          <p:spPr>
            <a:xfrm>
              <a:off x="0" y="0"/>
              <a:ext cx="3518336" cy="2892320"/>
            </a:xfrm>
            <a:custGeom>
              <a:rect b="b" l="l" r="r" t="t"/>
              <a:pathLst>
                <a:path extrusionOk="0" h="2892320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3"/>
            <p:cNvSpPr txBox="1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 de botones.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clic en botones.</a:t>
              </a:r>
              <a:endParaRPr/>
            </a:p>
          </p:txBody>
        </p:sp>
      </p:grpSp>
      <p:grpSp>
        <p:nvGrpSpPr>
          <p:cNvPr id="418" name="Google Shape;418;p13"/>
          <p:cNvGrpSpPr/>
          <p:nvPr/>
        </p:nvGrpSpPr>
        <p:grpSpPr>
          <a:xfrm>
            <a:off x="4588347" y="4171330"/>
            <a:ext cx="3299460" cy="1319784"/>
            <a:chOff x="-1397" y="0"/>
            <a:chExt cx="4399280" cy="1759712"/>
          </a:xfrm>
        </p:grpSpPr>
        <p:sp>
          <p:nvSpPr>
            <p:cNvPr id="419" name="Google Shape;419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</p:sp>
        <p:sp>
          <p:nvSpPr>
            <p:cNvPr id="420" name="Google Shape;420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13"/>
          <p:cNvGrpSpPr/>
          <p:nvPr/>
        </p:nvGrpSpPr>
        <p:grpSpPr>
          <a:xfrm>
            <a:off x="5237395" y="4171330"/>
            <a:ext cx="2002440" cy="1319812"/>
            <a:chOff x="0" y="0"/>
            <a:chExt cx="2669920" cy="1759750"/>
          </a:xfrm>
        </p:grpSpPr>
        <p:sp>
          <p:nvSpPr>
            <p:cNvPr id="422" name="Google Shape;422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3" name="Google Shape;423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(Label)</a:t>
              </a:r>
              <a:endParaRPr/>
            </a:p>
          </p:txBody>
        </p:sp>
      </p:grpSp>
      <p:grpSp>
        <p:nvGrpSpPr>
          <p:cNvPr id="424" name="Google Shape;424;p13"/>
          <p:cNvGrpSpPr/>
          <p:nvPr/>
        </p:nvGrpSpPr>
        <p:grpSpPr>
          <a:xfrm>
            <a:off x="4591776" y="5631711"/>
            <a:ext cx="2638752" cy="2169240"/>
            <a:chOff x="0" y="0"/>
            <a:chExt cx="3518336" cy="2892320"/>
          </a:xfrm>
        </p:grpSpPr>
        <p:sp>
          <p:nvSpPr>
            <p:cNvPr id="425" name="Google Shape;425;p13"/>
            <p:cNvSpPr/>
            <p:nvPr/>
          </p:nvSpPr>
          <p:spPr>
            <a:xfrm>
              <a:off x="0" y="0"/>
              <a:ext cx="3518336" cy="2892320"/>
            </a:xfrm>
            <a:custGeom>
              <a:rect b="b" l="l" r="r" t="t"/>
              <a:pathLst>
                <a:path extrusionOk="0" h="2892320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6" name="Google Shape;426;p13"/>
            <p:cNvSpPr txBox="1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Mostrar texto estático en la interfaz.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Personalización del texto y la alineación.</a:t>
              </a:r>
              <a:endParaRPr/>
            </a:p>
          </p:txBody>
        </p:sp>
      </p:grpSp>
      <p:grpSp>
        <p:nvGrpSpPr>
          <p:cNvPr id="427" name="Google Shape;427;p13"/>
          <p:cNvGrpSpPr/>
          <p:nvPr/>
        </p:nvGrpSpPr>
        <p:grpSpPr>
          <a:xfrm>
            <a:off x="7538976" y="4171330"/>
            <a:ext cx="3299460" cy="1319784"/>
            <a:chOff x="-1397" y="0"/>
            <a:chExt cx="4399280" cy="1759712"/>
          </a:xfrm>
        </p:grpSpPr>
        <p:sp>
          <p:nvSpPr>
            <p:cNvPr id="428" name="Google Shape;428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</p:sp>
        <p:sp>
          <p:nvSpPr>
            <p:cNvPr id="429" name="Google Shape;429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13"/>
          <p:cNvGrpSpPr/>
          <p:nvPr/>
        </p:nvGrpSpPr>
        <p:grpSpPr>
          <a:xfrm>
            <a:off x="8188024" y="4171330"/>
            <a:ext cx="2002440" cy="1319812"/>
            <a:chOff x="0" y="0"/>
            <a:chExt cx="2669920" cy="1759750"/>
          </a:xfrm>
        </p:grpSpPr>
        <p:sp>
          <p:nvSpPr>
            <p:cNvPr id="431" name="Google Shape;431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(TextField)</a:t>
              </a:r>
              <a:endParaRPr/>
            </a:p>
          </p:txBody>
        </p:sp>
      </p:grpSp>
      <p:grpSp>
        <p:nvGrpSpPr>
          <p:cNvPr id="433" name="Google Shape;433;p13"/>
          <p:cNvGrpSpPr/>
          <p:nvPr/>
        </p:nvGrpSpPr>
        <p:grpSpPr>
          <a:xfrm>
            <a:off x="7542405" y="5631711"/>
            <a:ext cx="2638752" cy="2752243"/>
            <a:chOff x="0" y="0"/>
            <a:chExt cx="3518336" cy="3669657"/>
          </a:xfrm>
        </p:grpSpPr>
        <p:sp>
          <p:nvSpPr>
            <p:cNvPr id="434" name="Google Shape;434;p13"/>
            <p:cNvSpPr/>
            <p:nvPr/>
          </p:nvSpPr>
          <p:spPr>
            <a:xfrm>
              <a:off x="0" y="0"/>
              <a:ext cx="3518336" cy="3669657"/>
            </a:xfrm>
            <a:custGeom>
              <a:rect b="b" l="l" r="r" t="t"/>
              <a:pathLst>
                <a:path extrusionOk="0" h="3669657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3669657"/>
                  </a:lnTo>
                  <a:lnTo>
                    <a:pt x="0" y="3669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3"/>
            <p:cNvSpPr txBox="1"/>
            <p:nvPr/>
          </p:nvSpPr>
          <p:spPr>
            <a:xfrm>
              <a:off x="0" y="19050"/>
              <a:ext cx="3518336" cy="3650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por parte del usuario.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Validación de entrada y manejo de eventos de texto.</a:t>
              </a:r>
              <a:endParaRPr/>
            </a:p>
          </p:txBody>
        </p:sp>
      </p:grpSp>
      <p:grpSp>
        <p:nvGrpSpPr>
          <p:cNvPr id="436" name="Google Shape;436;p13"/>
          <p:cNvGrpSpPr/>
          <p:nvPr/>
        </p:nvGrpSpPr>
        <p:grpSpPr>
          <a:xfrm>
            <a:off x="10489603" y="4171330"/>
            <a:ext cx="3299460" cy="1319784"/>
            <a:chOff x="-1397" y="0"/>
            <a:chExt cx="4399280" cy="1759712"/>
          </a:xfrm>
        </p:grpSpPr>
        <p:sp>
          <p:nvSpPr>
            <p:cNvPr id="437" name="Google Shape;437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</p:sp>
        <p:sp>
          <p:nvSpPr>
            <p:cNvPr id="438" name="Google Shape;438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13"/>
          <p:cNvGrpSpPr/>
          <p:nvPr/>
        </p:nvGrpSpPr>
        <p:grpSpPr>
          <a:xfrm>
            <a:off x="11138651" y="4171330"/>
            <a:ext cx="2002440" cy="1319812"/>
            <a:chOff x="0" y="0"/>
            <a:chExt cx="2669920" cy="1759750"/>
          </a:xfrm>
        </p:grpSpPr>
        <p:sp>
          <p:nvSpPr>
            <p:cNvPr id="440" name="Google Shape;440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1" name="Google Shape;441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(TextArea)</a:t>
              </a:r>
              <a:endParaRPr/>
            </a:p>
          </p:txBody>
        </p:sp>
      </p:grpSp>
      <p:grpSp>
        <p:nvGrpSpPr>
          <p:cNvPr id="442" name="Google Shape;442;p13"/>
          <p:cNvGrpSpPr/>
          <p:nvPr/>
        </p:nvGrpSpPr>
        <p:grpSpPr>
          <a:xfrm>
            <a:off x="10493032" y="5631711"/>
            <a:ext cx="3296059" cy="2169240"/>
            <a:chOff x="0" y="0"/>
            <a:chExt cx="4394745" cy="2892320"/>
          </a:xfrm>
        </p:grpSpPr>
        <p:sp>
          <p:nvSpPr>
            <p:cNvPr id="443" name="Google Shape;443;p13"/>
            <p:cNvSpPr/>
            <p:nvPr/>
          </p:nvSpPr>
          <p:spPr>
            <a:xfrm>
              <a:off x="0" y="0"/>
              <a:ext cx="4394745" cy="2892320"/>
            </a:xfrm>
            <a:custGeom>
              <a:rect b="b" l="l" r="r" t="t"/>
              <a:pathLst>
                <a:path extrusionOk="0" h="2892320" w="4394745">
                  <a:moveTo>
                    <a:pt x="0" y="0"/>
                  </a:moveTo>
                  <a:lnTo>
                    <a:pt x="4394745" y="0"/>
                  </a:lnTo>
                  <a:lnTo>
                    <a:pt x="4394745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4" name="Google Shape;444;p13"/>
            <p:cNvSpPr txBox="1"/>
            <p:nvPr/>
          </p:nvSpPr>
          <p:spPr>
            <a:xfrm>
              <a:off x="0" y="19050"/>
              <a:ext cx="4394745" cy="287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  <a:endParaRPr/>
            </a:p>
            <a:p>
              <a:pPr indent="-152400" lvl="2" marL="43434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edición y desplazamiento.</a:t>
              </a:r>
              <a:endParaRPr/>
            </a:p>
          </p:txBody>
        </p:sp>
      </p:grpSp>
      <p:grpSp>
        <p:nvGrpSpPr>
          <p:cNvPr id="445" name="Google Shape;445;p13"/>
          <p:cNvGrpSpPr/>
          <p:nvPr/>
        </p:nvGrpSpPr>
        <p:grpSpPr>
          <a:xfrm>
            <a:off x="13440232" y="4171330"/>
            <a:ext cx="3299460" cy="1319784"/>
            <a:chOff x="-1397" y="0"/>
            <a:chExt cx="4399280" cy="1759712"/>
          </a:xfrm>
        </p:grpSpPr>
        <p:sp>
          <p:nvSpPr>
            <p:cNvPr id="446" name="Google Shape;446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</p:sp>
        <p:sp>
          <p:nvSpPr>
            <p:cNvPr id="447" name="Google Shape;447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3"/>
          <p:cNvGrpSpPr/>
          <p:nvPr/>
        </p:nvGrpSpPr>
        <p:grpSpPr>
          <a:xfrm>
            <a:off x="14089280" y="4171330"/>
            <a:ext cx="2002440" cy="1319812"/>
            <a:chOff x="0" y="0"/>
            <a:chExt cx="2669920" cy="1759750"/>
          </a:xfrm>
        </p:grpSpPr>
        <p:sp>
          <p:nvSpPr>
            <p:cNvPr id="449" name="Google Shape;449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0" name="Google Shape;450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(Checkbox)</a:t>
              </a:r>
              <a:endParaRPr/>
            </a:p>
          </p:txBody>
        </p:sp>
      </p:grpSp>
      <p:grpSp>
        <p:nvGrpSpPr>
          <p:cNvPr id="451" name="Google Shape;451;p13"/>
          <p:cNvGrpSpPr/>
          <p:nvPr/>
        </p:nvGrpSpPr>
        <p:grpSpPr>
          <a:xfrm>
            <a:off x="13443662" y="5631711"/>
            <a:ext cx="3071224" cy="1968387"/>
            <a:chOff x="0" y="0"/>
            <a:chExt cx="4094966" cy="2624516"/>
          </a:xfrm>
        </p:grpSpPr>
        <p:sp>
          <p:nvSpPr>
            <p:cNvPr id="452" name="Google Shape;452;p13"/>
            <p:cNvSpPr/>
            <p:nvPr/>
          </p:nvSpPr>
          <p:spPr>
            <a:xfrm>
              <a:off x="0" y="0"/>
              <a:ext cx="4094966" cy="2624516"/>
            </a:xfrm>
            <a:custGeom>
              <a:rect b="b" l="l" r="r" t="t"/>
              <a:pathLst>
                <a:path extrusionOk="0" h="2624516" w="4094966">
                  <a:moveTo>
                    <a:pt x="0" y="0"/>
                  </a:moveTo>
                  <a:lnTo>
                    <a:pt x="4094966" y="0"/>
                  </a:lnTo>
                  <a:lnTo>
                    <a:pt x="4094966" y="2624516"/>
                  </a:lnTo>
                  <a:lnTo>
                    <a:pt x="0" y="2624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3" name="Google Shape;453;p13"/>
            <p:cNvSpPr txBox="1"/>
            <p:nvPr/>
          </p:nvSpPr>
          <p:spPr>
            <a:xfrm>
              <a:off x="0" y="19050"/>
              <a:ext cx="4094966" cy="2605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Selección de opciones binarias (verdadero/falso).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selección.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459" name="Google Shape;459;p14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0" name="Google Shape;460;p14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461" name="Google Shape;461;p14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2" name="Google Shape;462;p14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</p:txBody>
        </p:sp>
      </p:grpSp>
      <p:sp>
        <p:nvSpPr>
          <p:cNvPr id="463" name="Google Shape;463;p14"/>
          <p:cNvSpPr/>
          <p:nvPr/>
        </p:nvSpPr>
        <p:spPr>
          <a:xfrm>
            <a:off x="1645920" y="3162990"/>
            <a:ext cx="15087601" cy="1611440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14"/>
          <p:cNvGrpSpPr/>
          <p:nvPr/>
        </p:nvGrpSpPr>
        <p:grpSpPr>
          <a:xfrm>
            <a:off x="2121467" y="3513652"/>
            <a:ext cx="910114" cy="910114"/>
            <a:chOff x="0" y="0"/>
            <a:chExt cx="1213485" cy="1213485"/>
          </a:xfrm>
        </p:grpSpPr>
        <p:sp>
          <p:nvSpPr>
            <p:cNvPr id="465" name="Google Shape;465;p14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340" l="-1343" r="-1340" t="-1343"/>
              </a:stretch>
            </a:blipFill>
            <a:ln>
              <a:noFill/>
            </a:ln>
          </p:spPr>
        </p:sp>
        <p:sp>
          <p:nvSpPr>
            <p:cNvPr id="466" name="Google Shape;466;p14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14"/>
          <p:cNvGrpSpPr/>
          <p:nvPr/>
        </p:nvGrpSpPr>
        <p:grpSpPr>
          <a:xfrm>
            <a:off x="3497582" y="3124890"/>
            <a:ext cx="6808470" cy="1659041"/>
            <a:chOff x="0" y="-38100"/>
            <a:chExt cx="9077960" cy="2212054"/>
          </a:xfrm>
        </p:grpSpPr>
        <p:sp>
          <p:nvSpPr>
            <p:cNvPr id="468" name="Google Shape;468;p14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9" name="Google Shape;46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(Frame)</a:t>
              </a:r>
              <a:endParaRPr/>
            </a:p>
          </p:txBody>
        </p:sp>
      </p:grpSp>
      <p:grpSp>
        <p:nvGrpSpPr>
          <p:cNvPr id="470" name="Google Shape;470;p14"/>
          <p:cNvGrpSpPr/>
          <p:nvPr/>
        </p:nvGrpSpPr>
        <p:grpSpPr>
          <a:xfrm>
            <a:off x="10287002" y="3146321"/>
            <a:ext cx="6456042" cy="1637610"/>
            <a:chOff x="0" y="-9525"/>
            <a:chExt cx="8608056" cy="2183479"/>
          </a:xfrm>
        </p:grpSpPr>
        <p:sp>
          <p:nvSpPr>
            <p:cNvPr id="471" name="Google Shape;471;p14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2" name="Google Shape;47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ventanas principales.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Configuración de tamaño, título y posición.</a:t>
              </a:r>
              <a:endParaRPr/>
            </a:p>
          </p:txBody>
        </p:sp>
      </p:grpSp>
      <p:sp>
        <p:nvSpPr>
          <p:cNvPr id="473" name="Google Shape;473;p14"/>
          <p:cNvSpPr/>
          <p:nvPr/>
        </p:nvSpPr>
        <p:spPr>
          <a:xfrm>
            <a:off x="1645920" y="5177260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2121467" y="5527924"/>
            <a:ext cx="910114" cy="910113"/>
            <a:chOff x="0" y="0"/>
            <a:chExt cx="1213485" cy="1213485"/>
          </a:xfrm>
        </p:grpSpPr>
        <p:sp>
          <p:nvSpPr>
            <p:cNvPr id="475" name="Google Shape;475;p14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340" l="-1343" r="-1340" t="-1343"/>
              </a:stretch>
            </a:blipFill>
            <a:ln>
              <a:noFill/>
            </a:ln>
          </p:spPr>
        </p:sp>
        <p:sp>
          <p:nvSpPr>
            <p:cNvPr id="476" name="Google Shape;476;p14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14"/>
          <p:cNvGrpSpPr/>
          <p:nvPr/>
        </p:nvGrpSpPr>
        <p:grpSpPr>
          <a:xfrm>
            <a:off x="3497582" y="5139161"/>
            <a:ext cx="6808470" cy="1659040"/>
            <a:chOff x="0" y="-38100"/>
            <a:chExt cx="9077960" cy="2212054"/>
          </a:xfrm>
        </p:grpSpPr>
        <p:sp>
          <p:nvSpPr>
            <p:cNvPr id="478" name="Google Shape;478;p14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9" name="Google Shape;47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Paneles (Panel)</a:t>
              </a:r>
              <a:endParaRPr/>
            </a:p>
          </p:txBody>
        </p:sp>
      </p:grpSp>
      <p:grpSp>
        <p:nvGrpSpPr>
          <p:cNvPr id="480" name="Google Shape;480;p14"/>
          <p:cNvGrpSpPr/>
          <p:nvPr/>
        </p:nvGrpSpPr>
        <p:grpSpPr>
          <a:xfrm>
            <a:off x="10287002" y="5160592"/>
            <a:ext cx="6456042" cy="1637609"/>
            <a:chOff x="0" y="-9525"/>
            <a:chExt cx="8608056" cy="2183479"/>
          </a:xfrm>
        </p:grpSpPr>
        <p:sp>
          <p:nvSpPr>
            <p:cNvPr id="481" name="Google Shape;481;p14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2" name="Google Shape;48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Organización de componentes dentro de un contenedor.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Uso de gestores de diseño para posicionar componentes.</a:t>
              </a:r>
              <a:endParaRPr/>
            </a:p>
          </p:txBody>
        </p:sp>
      </p:grpSp>
      <p:sp>
        <p:nvSpPr>
          <p:cNvPr id="483" name="Google Shape;483;p14"/>
          <p:cNvSpPr/>
          <p:nvPr/>
        </p:nvSpPr>
        <p:spPr>
          <a:xfrm>
            <a:off x="1645920" y="7191531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p14"/>
          <p:cNvGrpSpPr/>
          <p:nvPr/>
        </p:nvGrpSpPr>
        <p:grpSpPr>
          <a:xfrm>
            <a:off x="2121467" y="7542194"/>
            <a:ext cx="910114" cy="910113"/>
            <a:chOff x="0" y="0"/>
            <a:chExt cx="1213485" cy="1213485"/>
          </a:xfrm>
        </p:grpSpPr>
        <p:sp>
          <p:nvSpPr>
            <p:cNvPr id="485" name="Google Shape;485;p14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340" l="-1343" r="-1340" t="-1343"/>
              </a:stretch>
            </a:blipFill>
            <a:ln>
              <a:noFill/>
            </a:ln>
          </p:spPr>
        </p:sp>
        <p:sp>
          <p:nvSpPr>
            <p:cNvPr id="486" name="Google Shape;486;p14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14"/>
          <p:cNvGrpSpPr/>
          <p:nvPr/>
        </p:nvGrpSpPr>
        <p:grpSpPr>
          <a:xfrm>
            <a:off x="3497582" y="7153431"/>
            <a:ext cx="6808470" cy="1659040"/>
            <a:chOff x="0" y="-38100"/>
            <a:chExt cx="9077960" cy="2212054"/>
          </a:xfrm>
        </p:grpSpPr>
        <p:sp>
          <p:nvSpPr>
            <p:cNvPr id="488" name="Google Shape;488;p14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9" name="Google Shape;48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(Dialog)</a:t>
              </a:r>
              <a:endParaRPr/>
            </a:p>
          </p:txBody>
        </p:sp>
      </p:grpSp>
      <p:grpSp>
        <p:nvGrpSpPr>
          <p:cNvPr id="490" name="Google Shape;490;p14"/>
          <p:cNvGrpSpPr/>
          <p:nvPr/>
        </p:nvGrpSpPr>
        <p:grpSpPr>
          <a:xfrm>
            <a:off x="10287002" y="7174862"/>
            <a:ext cx="6456042" cy="1637609"/>
            <a:chOff x="0" y="-9525"/>
            <a:chExt cx="8608056" cy="2183479"/>
          </a:xfrm>
        </p:grpSpPr>
        <p:sp>
          <p:nvSpPr>
            <p:cNvPr id="491" name="Google Shape;491;p14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2" name="Google Shape;49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para mostrar mensajes o solicitar entrada.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modales y no modales.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498" name="Google Shape;498;p1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9" name="Google Shape;499;p15"/>
          <p:cNvGrpSpPr/>
          <p:nvPr/>
        </p:nvGrpSpPr>
        <p:grpSpPr>
          <a:xfrm>
            <a:off x="1645920" y="429905"/>
            <a:ext cx="15087600" cy="2176135"/>
            <a:chOff x="0" y="0"/>
            <a:chExt cx="20116800" cy="2901514"/>
          </a:xfrm>
        </p:grpSpPr>
        <p:sp>
          <p:nvSpPr>
            <p:cNvPr id="500" name="Google Shape;500;p15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1" name="Google Shape;501;p15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  <a:endParaRPr/>
            </a:p>
          </p:txBody>
        </p:sp>
      </p:grpSp>
      <p:cxnSp>
        <p:nvCxnSpPr>
          <p:cNvPr id="502" name="Google Shape;502;p1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15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504" name="Google Shape;504;p15"/>
          <p:cNvGrpSpPr/>
          <p:nvPr/>
        </p:nvGrpSpPr>
        <p:grpSpPr>
          <a:xfrm>
            <a:off x="3566636" y="3345848"/>
            <a:ext cx="3179826" cy="2027873"/>
            <a:chOff x="0" y="0"/>
            <a:chExt cx="4239768" cy="2703830"/>
          </a:xfrm>
        </p:grpSpPr>
        <p:sp>
          <p:nvSpPr>
            <p:cNvPr id="505" name="Google Shape;505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3917305" y="3678983"/>
            <a:ext cx="3179826" cy="2027873"/>
            <a:chOff x="0" y="0"/>
            <a:chExt cx="4239768" cy="2703830"/>
          </a:xfrm>
        </p:grpSpPr>
        <p:sp>
          <p:nvSpPr>
            <p:cNvPr id="508" name="Google Shape;508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15"/>
          <p:cNvGrpSpPr/>
          <p:nvPr/>
        </p:nvGrpSpPr>
        <p:grpSpPr>
          <a:xfrm>
            <a:off x="3976003" y="3737681"/>
            <a:ext cx="3062434" cy="1910489"/>
            <a:chOff x="0" y="0"/>
            <a:chExt cx="4083246" cy="2547318"/>
          </a:xfrm>
        </p:grpSpPr>
        <p:sp>
          <p:nvSpPr>
            <p:cNvPr id="511" name="Google Shape;511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2" name="Google Shape;512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(MenuBar)</a:t>
              </a:r>
              <a:endParaRPr/>
            </a:p>
          </p:txBody>
        </p:sp>
      </p:grpSp>
      <p:grpSp>
        <p:nvGrpSpPr>
          <p:cNvPr id="513" name="Google Shape;513;p15"/>
          <p:cNvGrpSpPr/>
          <p:nvPr/>
        </p:nvGrpSpPr>
        <p:grpSpPr>
          <a:xfrm>
            <a:off x="1637957" y="6267796"/>
            <a:ext cx="3179826" cy="2027873"/>
            <a:chOff x="0" y="0"/>
            <a:chExt cx="4239768" cy="2703830"/>
          </a:xfrm>
        </p:grpSpPr>
        <p:sp>
          <p:nvSpPr>
            <p:cNvPr id="514" name="Google Shape;514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1988627" y="6600931"/>
            <a:ext cx="3179826" cy="2027873"/>
            <a:chOff x="0" y="0"/>
            <a:chExt cx="4239768" cy="2703830"/>
          </a:xfrm>
        </p:grpSpPr>
        <p:sp>
          <p:nvSpPr>
            <p:cNvPr id="517" name="Google Shape;517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15"/>
          <p:cNvGrpSpPr/>
          <p:nvPr/>
        </p:nvGrpSpPr>
        <p:grpSpPr>
          <a:xfrm>
            <a:off x="2047325" y="6659629"/>
            <a:ext cx="3062434" cy="1910488"/>
            <a:chOff x="0" y="0"/>
            <a:chExt cx="4083246" cy="2547318"/>
          </a:xfrm>
        </p:grpSpPr>
        <p:sp>
          <p:nvSpPr>
            <p:cNvPr id="520" name="Google Shape;520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1" name="Google Shape;521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  <a:endParaRPr/>
            </a:p>
          </p:txBody>
        </p:sp>
      </p:grpSp>
      <p:grpSp>
        <p:nvGrpSpPr>
          <p:cNvPr id="522" name="Google Shape;522;p15"/>
          <p:cNvGrpSpPr/>
          <p:nvPr/>
        </p:nvGrpSpPr>
        <p:grpSpPr>
          <a:xfrm>
            <a:off x="5495315" y="6267796"/>
            <a:ext cx="3179826" cy="2027873"/>
            <a:chOff x="0" y="0"/>
            <a:chExt cx="4239768" cy="2703830"/>
          </a:xfrm>
        </p:grpSpPr>
        <p:sp>
          <p:nvSpPr>
            <p:cNvPr id="523" name="Google Shape;523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>
            <a:off x="5845984" y="6600931"/>
            <a:ext cx="3179826" cy="2027873"/>
            <a:chOff x="0" y="0"/>
            <a:chExt cx="4239768" cy="2703830"/>
          </a:xfrm>
        </p:grpSpPr>
        <p:sp>
          <p:nvSpPr>
            <p:cNvPr id="526" name="Google Shape;526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5904682" y="6659629"/>
            <a:ext cx="3062434" cy="1910488"/>
            <a:chOff x="0" y="0"/>
            <a:chExt cx="4083246" cy="2547318"/>
          </a:xfrm>
        </p:grpSpPr>
        <p:sp>
          <p:nvSpPr>
            <p:cNvPr id="529" name="Google Shape;529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0" name="Google Shape;530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Agregado de elementos de menú</a:t>
              </a:r>
              <a:endParaRPr/>
            </a:p>
          </p:txBody>
        </p:sp>
      </p:grpSp>
      <p:grpSp>
        <p:nvGrpSpPr>
          <p:cNvPr id="531" name="Google Shape;531;p15"/>
          <p:cNvGrpSpPr/>
          <p:nvPr/>
        </p:nvGrpSpPr>
        <p:grpSpPr>
          <a:xfrm>
            <a:off x="11281351" y="3345848"/>
            <a:ext cx="3179826" cy="2027873"/>
            <a:chOff x="0" y="0"/>
            <a:chExt cx="4239768" cy="2703830"/>
          </a:xfrm>
        </p:grpSpPr>
        <p:sp>
          <p:nvSpPr>
            <p:cNvPr id="532" name="Google Shape;532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4" name="Google Shape;534;p15"/>
          <p:cNvGrpSpPr/>
          <p:nvPr/>
        </p:nvGrpSpPr>
        <p:grpSpPr>
          <a:xfrm>
            <a:off x="11632019" y="3678983"/>
            <a:ext cx="3179826" cy="2027873"/>
            <a:chOff x="0" y="0"/>
            <a:chExt cx="4239768" cy="2703830"/>
          </a:xfrm>
        </p:grpSpPr>
        <p:sp>
          <p:nvSpPr>
            <p:cNvPr id="535" name="Google Shape;535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5"/>
          <p:cNvGrpSpPr/>
          <p:nvPr/>
        </p:nvGrpSpPr>
        <p:grpSpPr>
          <a:xfrm>
            <a:off x="11690717" y="3737681"/>
            <a:ext cx="3062434" cy="1910489"/>
            <a:chOff x="0" y="0"/>
            <a:chExt cx="4083246" cy="2547318"/>
          </a:xfrm>
        </p:grpSpPr>
        <p:sp>
          <p:nvSpPr>
            <p:cNvPr id="538" name="Google Shape;538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9" name="Google Shape;539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(MenuItem)</a:t>
              </a:r>
              <a:endParaRPr/>
            </a:p>
          </p:txBody>
        </p:sp>
      </p:grpSp>
      <p:grpSp>
        <p:nvGrpSpPr>
          <p:cNvPr id="540" name="Google Shape;540;p15"/>
          <p:cNvGrpSpPr/>
          <p:nvPr/>
        </p:nvGrpSpPr>
        <p:grpSpPr>
          <a:xfrm>
            <a:off x="9352672" y="6267796"/>
            <a:ext cx="3179826" cy="2027873"/>
            <a:chOff x="0" y="0"/>
            <a:chExt cx="4239768" cy="2703830"/>
          </a:xfrm>
        </p:grpSpPr>
        <p:sp>
          <p:nvSpPr>
            <p:cNvPr id="541" name="Google Shape;541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15"/>
          <p:cNvGrpSpPr/>
          <p:nvPr/>
        </p:nvGrpSpPr>
        <p:grpSpPr>
          <a:xfrm>
            <a:off x="9703340" y="6600931"/>
            <a:ext cx="3179826" cy="2027873"/>
            <a:chOff x="0" y="0"/>
            <a:chExt cx="4239768" cy="2703830"/>
          </a:xfrm>
        </p:grpSpPr>
        <p:sp>
          <p:nvSpPr>
            <p:cNvPr id="544" name="Google Shape;544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15"/>
          <p:cNvGrpSpPr/>
          <p:nvPr/>
        </p:nvGrpSpPr>
        <p:grpSpPr>
          <a:xfrm>
            <a:off x="9762038" y="6659629"/>
            <a:ext cx="3062434" cy="1910488"/>
            <a:chOff x="0" y="0"/>
            <a:chExt cx="4083246" cy="2547318"/>
          </a:xfrm>
        </p:grpSpPr>
        <p:sp>
          <p:nvSpPr>
            <p:cNvPr id="547" name="Google Shape;547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8" name="Google Shape;548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  <a:endParaRPr/>
            </a:p>
          </p:txBody>
        </p:sp>
      </p:grpSp>
      <p:grpSp>
        <p:nvGrpSpPr>
          <p:cNvPr id="549" name="Google Shape;549;p15"/>
          <p:cNvGrpSpPr/>
          <p:nvPr/>
        </p:nvGrpSpPr>
        <p:grpSpPr>
          <a:xfrm>
            <a:off x="13210030" y="6267796"/>
            <a:ext cx="3179826" cy="2027873"/>
            <a:chOff x="0" y="0"/>
            <a:chExt cx="4239768" cy="2703830"/>
          </a:xfrm>
        </p:grpSpPr>
        <p:sp>
          <p:nvSpPr>
            <p:cNvPr id="550" name="Google Shape;550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13560698" y="6600931"/>
            <a:ext cx="3179826" cy="2027873"/>
            <a:chOff x="0" y="0"/>
            <a:chExt cx="4239768" cy="2703830"/>
          </a:xfrm>
        </p:grpSpPr>
        <p:sp>
          <p:nvSpPr>
            <p:cNvPr id="553" name="Google Shape;553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" name="Google Shape;555;p15"/>
          <p:cNvGrpSpPr/>
          <p:nvPr/>
        </p:nvGrpSpPr>
        <p:grpSpPr>
          <a:xfrm>
            <a:off x="13619396" y="6659629"/>
            <a:ext cx="3062434" cy="1910488"/>
            <a:chOff x="0" y="0"/>
            <a:chExt cx="4083246" cy="2547318"/>
          </a:xfrm>
        </p:grpSpPr>
        <p:sp>
          <p:nvSpPr>
            <p:cNvPr id="556" name="Google Shape;556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7" name="Google Shape;557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menú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563" name="Google Shape;563;p1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4" name="Google Shape;564;p16"/>
          <p:cNvGrpSpPr/>
          <p:nvPr/>
        </p:nvGrpSpPr>
        <p:grpSpPr>
          <a:xfrm>
            <a:off x="963388" y="952419"/>
            <a:ext cx="5058794" cy="7583856"/>
            <a:chOff x="0" y="0"/>
            <a:chExt cx="6745058" cy="10111808"/>
          </a:xfrm>
        </p:grpSpPr>
        <p:sp>
          <p:nvSpPr>
            <p:cNvPr id="565" name="Google Shape;565;p16"/>
            <p:cNvSpPr/>
            <p:nvPr/>
          </p:nvSpPr>
          <p:spPr>
            <a:xfrm>
              <a:off x="0" y="0"/>
              <a:ext cx="6745058" cy="10111808"/>
            </a:xfrm>
            <a:custGeom>
              <a:rect b="b" l="l" r="r" t="t"/>
              <a:pathLst>
                <a:path extrusionOk="0" h="10111808" w="6745058">
                  <a:moveTo>
                    <a:pt x="0" y="0"/>
                  </a:moveTo>
                  <a:lnTo>
                    <a:pt x="6745058" y="0"/>
                  </a:lnTo>
                  <a:lnTo>
                    <a:pt x="6745058" y="10111808"/>
                  </a:lnTo>
                  <a:lnTo>
                    <a:pt x="0" y="10111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6" name="Google Shape;566;p16"/>
            <p:cNvSpPr txBox="1"/>
            <p:nvPr/>
          </p:nvSpPr>
          <p:spPr>
            <a:xfrm>
              <a:off x="0" y="161925"/>
              <a:ext cx="6745058" cy="9949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Interfaces de oyentes (Listeners)</a:t>
              </a:r>
              <a:endParaRPr/>
            </a:p>
          </p:txBody>
        </p:sp>
      </p:grpSp>
      <p:sp>
        <p:nvSpPr>
          <p:cNvPr id="567" name="Google Shape;567;p16"/>
          <p:cNvSpPr/>
          <p:nvPr/>
        </p:nvSpPr>
        <p:spPr>
          <a:xfrm>
            <a:off x="0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568" name="Google Shape;568;p16"/>
          <p:cNvGrpSpPr/>
          <p:nvPr/>
        </p:nvGrpSpPr>
        <p:grpSpPr>
          <a:xfrm>
            <a:off x="9033511" y="951233"/>
            <a:ext cx="8316278" cy="1834896"/>
            <a:chOff x="0" y="0"/>
            <a:chExt cx="11088370" cy="2446528"/>
          </a:xfrm>
        </p:grpSpPr>
        <p:sp>
          <p:nvSpPr>
            <p:cNvPr id="569" name="Google Shape;569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  <a:ln>
              <a:noFill/>
            </a:ln>
          </p:spPr>
        </p:sp>
        <p:sp>
          <p:nvSpPr>
            <p:cNvPr id="570" name="Google Shape;570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16"/>
          <p:cNvGrpSpPr/>
          <p:nvPr/>
        </p:nvGrpSpPr>
        <p:grpSpPr>
          <a:xfrm>
            <a:off x="9033511" y="951233"/>
            <a:ext cx="8316276" cy="1834851"/>
            <a:chOff x="0" y="0"/>
            <a:chExt cx="11088368" cy="2446468"/>
          </a:xfrm>
        </p:grpSpPr>
        <p:sp>
          <p:nvSpPr>
            <p:cNvPr id="572" name="Google Shape;572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3" name="Google Shape;573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acciones de botones.</a:t>
              </a:r>
              <a:endParaRPr/>
            </a:p>
          </p:txBody>
        </p:sp>
      </p:grpSp>
      <p:grpSp>
        <p:nvGrpSpPr>
          <p:cNvPr id="574" name="Google Shape;574;p16"/>
          <p:cNvGrpSpPr/>
          <p:nvPr/>
        </p:nvGrpSpPr>
        <p:grpSpPr>
          <a:xfrm>
            <a:off x="6960395" y="951233"/>
            <a:ext cx="2096929" cy="1834896"/>
            <a:chOff x="0" y="0"/>
            <a:chExt cx="2795905" cy="2446528"/>
          </a:xfrm>
        </p:grpSpPr>
        <p:sp>
          <p:nvSpPr>
            <p:cNvPr id="575" name="Google Shape;575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576" name="Google Shape;576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16"/>
          <p:cNvGrpSpPr/>
          <p:nvPr/>
        </p:nvGrpSpPr>
        <p:grpSpPr>
          <a:xfrm>
            <a:off x="6960395" y="951233"/>
            <a:ext cx="2096928" cy="1834851"/>
            <a:chOff x="0" y="0"/>
            <a:chExt cx="2795904" cy="2446468"/>
          </a:xfrm>
        </p:grpSpPr>
        <p:sp>
          <p:nvSpPr>
            <p:cNvPr id="578" name="Google Shape;578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9" name="Google Shape;579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ActionListener</a:t>
              </a:r>
              <a:endParaRPr/>
            </a:p>
          </p:txBody>
        </p:sp>
      </p:grpSp>
      <p:grpSp>
        <p:nvGrpSpPr>
          <p:cNvPr id="580" name="Google Shape;580;p16"/>
          <p:cNvGrpSpPr/>
          <p:nvPr/>
        </p:nvGrpSpPr>
        <p:grpSpPr>
          <a:xfrm>
            <a:off x="9033511" y="2870936"/>
            <a:ext cx="8316278" cy="1834896"/>
            <a:chOff x="0" y="0"/>
            <a:chExt cx="11088370" cy="2446528"/>
          </a:xfrm>
        </p:grpSpPr>
        <p:sp>
          <p:nvSpPr>
            <p:cNvPr id="581" name="Google Shape;581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  <a:ln>
              <a:noFill/>
            </a:ln>
          </p:spPr>
        </p:sp>
        <p:sp>
          <p:nvSpPr>
            <p:cNvPr id="582" name="Google Shape;582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16"/>
          <p:cNvGrpSpPr/>
          <p:nvPr/>
        </p:nvGrpSpPr>
        <p:grpSpPr>
          <a:xfrm>
            <a:off x="9033511" y="2870936"/>
            <a:ext cx="8316276" cy="1834851"/>
            <a:chOff x="0" y="0"/>
            <a:chExt cx="11088368" cy="2446468"/>
          </a:xfrm>
        </p:grpSpPr>
        <p:sp>
          <p:nvSpPr>
            <p:cNvPr id="584" name="Google Shape;584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85" name="Google Shape;585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ratón.</a:t>
              </a:r>
              <a:endParaRPr/>
            </a:p>
          </p:txBody>
        </p:sp>
      </p:grpSp>
      <p:grpSp>
        <p:nvGrpSpPr>
          <p:cNvPr id="586" name="Google Shape;586;p16"/>
          <p:cNvGrpSpPr/>
          <p:nvPr/>
        </p:nvGrpSpPr>
        <p:grpSpPr>
          <a:xfrm>
            <a:off x="6960395" y="2870936"/>
            <a:ext cx="2096929" cy="1834896"/>
            <a:chOff x="0" y="0"/>
            <a:chExt cx="2795905" cy="2446528"/>
          </a:xfrm>
        </p:grpSpPr>
        <p:sp>
          <p:nvSpPr>
            <p:cNvPr id="587" name="Google Shape;587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</p:sp>
        <p:sp>
          <p:nvSpPr>
            <p:cNvPr id="588" name="Google Shape;588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16"/>
          <p:cNvGrpSpPr/>
          <p:nvPr/>
        </p:nvGrpSpPr>
        <p:grpSpPr>
          <a:xfrm>
            <a:off x="6960395" y="2870936"/>
            <a:ext cx="2096928" cy="1834851"/>
            <a:chOff x="0" y="0"/>
            <a:chExt cx="2795904" cy="2446468"/>
          </a:xfrm>
        </p:grpSpPr>
        <p:sp>
          <p:nvSpPr>
            <p:cNvPr id="590" name="Google Shape;590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1" name="Google Shape;591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MouseListener</a:t>
              </a:r>
              <a:endParaRPr/>
            </a:p>
          </p:txBody>
        </p:sp>
      </p:grpSp>
      <p:grpSp>
        <p:nvGrpSpPr>
          <p:cNvPr id="592" name="Google Shape;592;p16"/>
          <p:cNvGrpSpPr/>
          <p:nvPr/>
        </p:nvGrpSpPr>
        <p:grpSpPr>
          <a:xfrm>
            <a:off x="9033511" y="4790638"/>
            <a:ext cx="8316278" cy="1834896"/>
            <a:chOff x="0" y="0"/>
            <a:chExt cx="11088370" cy="2446528"/>
          </a:xfrm>
        </p:grpSpPr>
        <p:sp>
          <p:nvSpPr>
            <p:cNvPr id="593" name="Google Shape;593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8E7">
                <a:alpha val="80784"/>
              </a:srgbClr>
            </a:solidFill>
            <a:ln>
              <a:noFill/>
            </a:ln>
          </p:spPr>
        </p:sp>
        <p:sp>
          <p:nvSpPr>
            <p:cNvPr id="594" name="Google Shape;594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8E7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16"/>
          <p:cNvGrpSpPr/>
          <p:nvPr/>
        </p:nvGrpSpPr>
        <p:grpSpPr>
          <a:xfrm>
            <a:off x="9033511" y="4790638"/>
            <a:ext cx="8316276" cy="1834851"/>
            <a:chOff x="0" y="0"/>
            <a:chExt cx="11088368" cy="2446468"/>
          </a:xfrm>
        </p:grpSpPr>
        <p:sp>
          <p:nvSpPr>
            <p:cNvPr id="596" name="Google Shape;596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7" name="Google Shape;597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teclado.</a:t>
              </a:r>
              <a:endParaRPr/>
            </a:p>
          </p:txBody>
        </p:sp>
      </p:grpSp>
      <p:grpSp>
        <p:nvGrpSpPr>
          <p:cNvPr id="598" name="Google Shape;598;p16"/>
          <p:cNvGrpSpPr/>
          <p:nvPr/>
        </p:nvGrpSpPr>
        <p:grpSpPr>
          <a:xfrm>
            <a:off x="6960395" y="4790638"/>
            <a:ext cx="2096929" cy="1834896"/>
            <a:chOff x="0" y="0"/>
            <a:chExt cx="2795905" cy="2446528"/>
          </a:xfrm>
        </p:grpSpPr>
        <p:sp>
          <p:nvSpPr>
            <p:cNvPr id="599" name="Google Shape;599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</p:sp>
        <p:sp>
          <p:nvSpPr>
            <p:cNvPr id="600" name="Google Shape;600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16"/>
          <p:cNvGrpSpPr/>
          <p:nvPr/>
        </p:nvGrpSpPr>
        <p:grpSpPr>
          <a:xfrm>
            <a:off x="6960395" y="4790638"/>
            <a:ext cx="2096928" cy="1834851"/>
            <a:chOff x="0" y="0"/>
            <a:chExt cx="2795904" cy="2446468"/>
          </a:xfrm>
        </p:grpSpPr>
        <p:sp>
          <p:nvSpPr>
            <p:cNvPr id="602" name="Google Shape;602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03" name="Google Shape;603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KeyListener</a:t>
              </a:r>
              <a:endParaRPr/>
            </a:p>
          </p:txBody>
        </p:sp>
      </p:grpSp>
      <p:grpSp>
        <p:nvGrpSpPr>
          <p:cNvPr id="604" name="Google Shape;604;p16"/>
          <p:cNvGrpSpPr/>
          <p:nvPr/>
        </p:nvGrpSpPr>
        <p:grpSpPr>
          <a:xfrm>
            <a:off x="9033511" y="6710339"/>
            <a:ext cx="8316278" cy="1834896"/>
            <a:chOff x="0" y="0"/>
            <a:chExt cx="11088370" cy="2446528"/>
          </a:xfrm>
        </p:grpSpPr>
        <p:sp>
          <p:nvSpPr>
            <p:cNvPr id="605" name="Google Shape;605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DEA">
                <a:alpha val="80784"/>
              </a:srgbClr>
            </a:solidFill>
            <a:ln>
              <a:noFill/>
            </a:ln>
          </p:spPr>
        </p:sp>
        <p:sp>
          <p:nvSpPr>
            <p:cNvPr id="606" name="Google Shape;606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DEA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16"/>
          <p:cNvGrpSpPr/>
          <p:nvPr/>
        </p:nvGrpSpPr>
        <p:grpSpPr>
          <a:xfrm>
            <a:off x="9033511" y="6710339"/>
            <a:ext cx="8316276" cy="1834851"/>
            <a:chOff x="0" y="0"/>
            <a:chExt cx="11088368" cy="2446468"/>
          </a:xfrm>
        </p:grpSpPr>
        <p:sp>
          <p:nvSpPr>
            <p:cNvPr id="608" name="Google Shape;608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09" name="Google Shape;609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ventanas.</a:t>
              </a:r>
              <a:endParaRPr/>
            </a:p>
          </p:txBody>
        </p:sp>
      </p:grpSp>
      <p:grpSp>
        <p:nvGrpSpPr>
          <p:cNvPr id="610" name="Google Shape;610;p16"/>
          <p:cNvGrpSpPr/>
          <p:nvPr/>
        </p:nvGrpSpPr>
        <p:grpSpPr>
          <a:xfrm>
            <a:off x="6960395" y="6710339"/>
            <a:ext cx="2096929" cy="1834896"/>
            <a:chOff x="0" y="0"/>
            <a:chExt cx="2795905" cy="2446528"/>
          </a:xfrm>
        </p:grpSpPr>
        <p:sp>
          <p:nvSpPr>
            <p:cNvPr id="611" name="Google Shape;611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</p:sp>
        <p:sp>
          <p:nvSpPr>
            <p:cNvPr id="612" name="Google Shape;612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6"/>
          <p:cNvGrpSpPr/>
          <p:nvPr/>
        </p:nvGrpSpPr>
        <p:grpSpPr>
          <a:xfrm>
            <a:off x="6960395" y="6710339"/>
            <a:ext cx="2096928" cy="1834851"/>
            <a:chOff x="0" y="0"/>
            <a:chExt cx="2795904" cy="2446468"/>
          </a:xfrm>
        </p:grpSpPr>
        <p:sp>
          <p:nvSpPr>
            <p:cNvPr id="614" name="Google Shape;614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15" name="Google Shape;615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WindowListener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E6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621" name="Google Shape;621;p17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2" name="Google Shape;622;p17"/>
          <p:cNvSpPr/>
          <p:nvPr/>
        </p:nvSpPr>
        <p:spPr>
          <a:xfrm>
            <a:off x="4572" y="0"/>
            <a:ext cx="18283428" cy="10287000"/>
          </a:xfrm>
          <a:custGeom>
            <a:rect b="b" l="l" r="r" t="t"/>
            <a:pathLst>
              <a:path extrusionOk="0" h="13716000" w="24377904">
                <a:moveTo>
                  <a:pt x="0" y="0"/>
                </a:moveTo>
                <a:lnTo>
                  <a:pt x="24377904" y="0"/>
                </a:lnTo>
                <a:lnTo>
                  <a:pt x="2437790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23" name="Google Shape;623;p17"/>
          <p:cNvGrpSpPr/>
          <p:nvPr/>
        </p:nvGrpSpPr>
        <p:grpSpPr>
          <a:xfrm>
            <a:off x="1288124" y="1445996"/>
            <a:ext cx="5681186" cy="7407542"/>
            <a:chOff x="0" y="0"/>
            <a:chExt cx="7574914" cy="9876722"/>
          </a:xfrm>
        </p:grpSpPr>
        <p:sp>
          <p:nvSpPr>
            <p:cNvPr id="624" name="Google Shape;624;p17"/>
            <p:cNvSpPr/>
            <p:nvPr/>
          </p:nvSpPr>
          <p:spPr>
            <a:xfrm>
              <a:off x="0" y="0"/>
              <a:ext cx="7574914" cy="9876722"/>
            </a:xfrm>
            <a:custGeom>
              <a:rect b="b" l="l" r="r" t="t"/>
              <a:pathLst>
                <a:path extrusionOk="0" h="9876722" w="7574914">
                  <a:moveTo>
                    <a:pt x="0" y="0"/>
                  </a:moveTo>
                  <a:lnTo>
                    <a:pt x="7574914" y="0"/>
                  </a:lnTo>
                  <a:lnTo>
                    <a:pt x="7574914" y="9876722"/>
                  </a:lnTo>
                  <a:lnTo>
                    <a:pt x="0" y="987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25" name="Google Shape;625;p17"/>
            <p:cNvSpPr txBox="1"/>
            <p:nvPr/>
          </p:nvSpPr>
          <p:spPr>
            <a:xfrm>
              <a:off x="0" y="161925"/>
              <a:ext cx="7574914" cy="9714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  <a:endParaRPr/>
            </a:p>
          </p:txBody>
        </p:sp>
      </p:grpSp>
      <p:cxnSp>
        <p:nvCxnSpPr>
          <p:cNvPr id="626" name="Google Shape;626;p17"/>
          <p:cNvCxnSpPr/>
          <p:nvPr/>
        </p:nvCxnSpPr>
        <p:spPr>
          <a:xfrm rot="5376291">
            <a:off x="5386224" y="5133973"/>
            <a:ext cx="4143474" cy="0"/>
          </a:xfrm>
          <a:prstGeom prst="straightConnector1">
            <a:avLst/>
          </a:prstGeom>
          <a:noFill/>
          <a:ln cap="rnd" cmpd="sng" w="19050">
            <a:solidFill>
              <a:srgbClr val="36244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7" name="Google Shape;627;p17"/>
          <p:cNvGrpSpPr/>
          <p:nvPr/>
        </p:nvGrpSpPr>
        <p:grpSpPr>
          <a:xfrm>
            <a:off x="7952697" y="1402398"/>
            <a:ext cx="8952272" cy="7451140"/>
            <a:chOff x="0" y="-57150"/>
            <a:chExt cx="11936362" cy="9934852"/>
          </a:xfrm>
        </p:grpSpPr>
        <p:sp>
          <p:nvSpPr>
            <p:cNvPr id="628" name="Google Shape;628;p17"/>
            <p:cNvSpPr/>
            <p:nvPr/>
          </p:nvSpPr>
          <p:spPr>
            <a:xfrm>
              <a:off x="0" y="0"/>
              <a:ext cx="11936362" cy="9877702"/>
            </a:xfrm>
            <a:custGeom>
              <a:rect b="b" l="l" r="r" t="t"/>
              <a:pathLst>
                <a:path extrusionOk="0" h="9877702" w="11936362">
                  <a:moveTo>
                    <a:pt x="0" y="0"/>
                  </a:moveTo>
                  <a:lnTo>
                    <a:pt x="11936362" y="0"/>
                  </a:lnTo>
                  <a:lnTo>
                    <a:pt x="11936362" y="9877702"/>
                  </a:lnTo>
                  <a:lnTo>
                    <a:pt x="0" y="9877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29" name="Google Shape;629;p17"/>
            <p:cNvSpPr txBox="1"/>
            <p:nvPr/>
          </p:nvSpPr>
          <p:spPr>
            <a:xfrm>
              <a:off x="0" y="-57150"/>
              <a:ext cx="11936362" cy="9934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2182" lvl="1" marL="624364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450"/>
                <a:buFont typeface="Arial"/>
                <a:buChar char="•"/>
              </a:pPr>
              <a:r>
                <a:rPr b="0" i="0" lang="en-US" sz="345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Definición, </a:t>
              </a:r>
              <a:r>
                <a:rPr lang="en-US" sz="345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Componentes</a:t>
              </a:r>
              <a:r>
                <a:rPr b="0" i="0" lang="en-US" sz="345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Básicos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635" name="Google Shape;635;p18"/>
          <p:cNvSpPr/>
          <p:nvPr/>
        </p:nvSpPr>
        <p:spPr>
          <a:xfrm>
            <a:off x="24" y="0"/>
            <a:ext cx="6076187" cy="10287000"/>
          </a:xfrm>
          <a:custGeom>
            <a:rect b="b" l="l" r="r" t="t"/>
            <a:pathLst>
              <a:path extrusionOk="0" h="13716000" w="8101584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636" name="Google Shape;636;p18"/>
          <p:cNvGrpSpPr/>
          <p:nvPr/>
        </p:nvGrpSpPr>
        <p:grpSpPr>
          <a:xfrm>
            <a:off x="738555" y="775253"/>
            <a:ext cx="4627266" cy="8659260"/>
            <a:chOff x="0" y="0"/>
            <a:chExt cx="6169688" cy="11545680"/>
          </a:xfrm>
        </p:grpSpPr>
        <p:sp>
          <p:nvSpPr>
            <p:cNvPr id="637" name="Google Shape;637;p18"/>
            <p:cNvSpPr/>
            <p:nvPr/>
          </p:nvSpPr>
          <p:spPr>
            <a:xfrm>
              <a:off x="0" y="0"/>
              <a:ext cx="6169688" cy="11545680"/>
            </a:xfrm>
            <a:custGeom>
              <a:rect b="b" l="l" r="r" t="t"/>
              <a:pathLst>
                <a:path extrusionOk="0"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38" name="Google Shape;638;p18"/>
            <p:cNvSpPr txBox="1"/>
            <p:nvPr/>
          </p:nvSpPr>
          <p:spPr>
            <a:xfrm>
              <a:off x="0" y="123825"/>
              <a:ext cx="6169688" cy="11421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grpSp>
        <p:nvGrpSpPr>
          <p:cNvPr id="639" name="Google Shape;639;p18"/>
          <p:cNvGrpSpPr/>
          <p:nvPr/>
        </p:nvGrpSpPr>
        <p:grpSpPr>
          <a:xfrm>
            <a:off x="7112794" y="947738"/>
            <a:ext cx="10196513" cy="23812"/>
            <a:chOff x="15875" y="0"/>
            <a:chExt cx="13595350" cy="31750"/>
          </a:xfrm>
        </p:grpSpPr>
        <p:sp>
          <p:nvSpPr>
            <p:cNvPr id="640" name="Google Shape;640;p18"/>
            <p:cNvSpPr/>
            <p:nvPr/>
          </p:nvSpPr>
          <p:spPr>
            <a:xfrm>
              <a:off x="15875" y="15875"/>
              <a:ext cx="13595350" cy="0"/>
            </a:xfrm>
            <a:custGeom>
              <a:rect b="b" l="l" r="r" t="t"/>
              <a:pathLst>
                <a:path extrusionOk="0" h="120000" w="1359535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41" name="Google Shape;641;p18"/>
            <p:cNvSpPr/>
            <p:nvPr/>
          </p:nvSpPr>
          <p:spPr>
            <a:xfrm>
              <a:off x="15875" y="0"/>
              <a:ext cx="13595350" cy="31750"/>
            </a:xfrm>
            <a:custGeom>
              <a:rect b="b" l="l" r="r" t="t"/>
              <a:pathLst>
                <a:path extrusionOk="0" h="317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642" name="Google Shape;642;p18"/>
          <p:cNvGrpSpPr/>
          <p:nvPr/>
        </p:nvGrpSpPr>
        <p:grpSpPr>
          <a:xfrm>
            <a:off x="7105651" y="1028700"/>
            <a:ext cx="10215562" cy="3040154"/>
            <a:chOff x="0" y="0"/>
            <a:chExt cx="13620750" cy="4053539"/>
          </a:xfrm>
        </p:grpSpPr>
        <p:sp>
          <p:nvSpPr>
            <p:cNvPr id="643" name="Google Shape;643;p18"/>
            <p:cNvSpPr/>
            <p:nvPr/>
          </p:nvSpPr>
          <p:spPr>
            <a:xfrm>
              <a:off x="0" y="0"/>
              <a:ext cx="13620750" cy="4053539"/>
            </a:xfrm>
            <a:custGeom>
              <a:rect b="b" l="l" r="r" t="t"/>
              <a:pathLst>
                <a:path extrusionOk="0" h="4053539" w="13620750">
                  <a:moveTo>
                    <a:pt x="0" y="0"/>
                  </a:moveTo>
                  <a:lnTo>
                    <a:pt x="13620750" y="0"/>
                  </a:lnTo>
                  <a:lnTo>
                    <a:pt x="13620750" y="4053539"/>
                  </a:lnTo>
                  <a:lnTo>
                    <a:pt x="0" y="40535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44" name="Google Shape;644;p18"/>
            <p:cNvSpPr txBox="1"/>
            <p:nvPr/>
          </p:nvSpPr>
          <p:spPr>
            <a:xfrm>
              <a:off x="0" y="47625"/>
              <a:ext cx="13620750" cy="40059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 es una biblioteca gráfica avanzada que extiende AWT.</a:t>
              </a:r>
              <a:endParaRPr/>
            </a:p>
          </p:txBody>
        </p:sp>
      </p:grpSp>
      <p:grpSp>
        <p:nvGrpSpPr>
          <p:cNvPr id="645" name="Google Shape;645;p18"/>
          <p:cNvGrpSpPr/>
          <p:nvPr/>
        </p:nvGrpSpPr>
        <p:grpSpPr>
          <a:xfrm>
            <a:off x="7112794" y="4523430"/>
            <a:ext cx="10196513" cy="23812"/>
            <a:chOff x="15875" y="0"/>
            <a:chExt cx="13595350" cy="31750"/>
          </a:xfrm>
        </p:grpSpPr>
        <p:sp>
          <p:nvSpPr>
            <p:cNvPr id="646" name="Google Shape;646;p18"/>
            <p:cNvSpPr/>
            <p:nvPr/>
          </p:nvSpPr>
          <p:spPr>
            <a:xfrm>
              <a:off x="15875" y="15875"/>
              <a:ext cx="13595350" cy="0"/>
            </a:xfrm>
            <a:custGeom>
              <a:rect b="b" l="l" r="r" t="t"/>
              <a:pathLst>
                <a:path extrusionOk="0" h="120000" w="1359535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47" name="Google Shape;647;p18"/>
            <p:cNvSpPr/>
            <p:nvPr/>
          </p:nvSpPr>
          <p:spPr>
            <a:xfrm>
              <a:off x="15875" y="0"/>
              <a:ext cx="13595350" cy="31750"/>
            </a:xfrm>
            <a:custGeom>
              <a:rect b="b" l="l" r="r" t="t"/>
              <a:pathLst>
                <a:path extrusionOk="0" h="317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648" name="Google Shape;648;p18"/>
          <p:cNvGrpSpPr/>
          <p:nvPr/>
        </p:nvGrpSpPr>
        <p:grpSpPr>
          <a:xfrm>
            <a:off x="7100888" y="4604392"/>
            <a:ext cx="10215562" cy="4710037"/>
            <a:chOff x="0" y="0"/>
            <a:chExt cx="13620750" cy="6280050"/>
          </a:xfrm>
        </p:grpSpPr>
        <p:sp>
          <p:nvSpPr>
            <p:cNvPr id="649" name="Google Shape;649;p18"/>
            <p:cNvSpPr/>
            <p:nvPr/>
          </p:nvSpPr>
          <p:spPr>
            <a:xfrm>
              <a:off x="0" y="0"/>
              <a:ext cx="13620750" cy="6280050"/>
            </a:xfrm>
            <a:custGeom>
              <a:rect b="b" l="l" r="r" t="t"/>
              <a:pathLst>
                <a:path extrusionOk="0" h="6280050" w="13620750">
                  <a:moveTo>
                    <a:pt x="0" y="0"/>
                  </a:moveTo>
                  <a:lnTo>
                    <a:pt x="13620750" y="0"/>
                  </a:lnTo>
                  <a:lnTo>
                    <a:pt x="13620750" y="6280050"/>
                  </a:lnTo>
                  <a:lnTo>
                    <a:pt x="0" y="6280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50" name="Google Shape;650;p18"/>
            <p:cNvSpPr txBox="1"/>
            <p:nvPr/>
          </p:nvSpPr>
          <p:spPr>
            <a:xfrm>
              <a:off x="0" y="47625"/>
              <a:ext cx="13620750" cy="623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Utiliza componentes ligeros  que no dependen de los componentes nativos del sistema operativo.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656" name="Google Shape;656;p1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657" name="Google Shape;657;p19"/>
          <p:cNvGrpSpPr/>
          <p:nvPr/>
        </p:nvGrpSpPr>
        <p:grpSpPr>
          <a:xfrm>
            <a:off x="5754756" y="1138426"/>
            <a:ext cx="10978762" cy="5062396"/>
            <a:chOff x="0" y="0"/>
            <a:chExt cx="14638350" cy="6749862"/>
          </a:xfrm>
        </p:grpSpPr>
        <p:sp>
          <p:nvSpPr>
            <p:cNvPr id="658" name="Google Shape;658;p19"/>
            <p:cNvSpPr/>
            <p:nvPr/>
          </p:nvSpPr>
          <p:spPr>
            <a:xfrm>
              <a:off x="0" y="0"/>
              <a:ext cx="14638350" cy="6749862"/>
            </a:xfrm>
            <a:custGeom>
              <a:rect b="b" l="l" r="r" t="t"/>
              <a:pathLst>
                <a:path extrusionOk="0" h="6749862" w="1463835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59" name="Google Shape;659;p19"/>
            <p:cNvSpPr txBox="1"/>
            <p:nvPr/>
          </p:nvSpPr>
          <p:spPr>
            <a:xfrm>
              <a:off x="0" y="85725"/>
              <a:ext cx="14638350" cy="6664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100" u="none" cap="none" strike="noStrik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de SWING</a:t>
              </a:r>
              <a:endParaRPr/>
            </a:p>
          </p:txBody>
        </p:sp>
      </p:grpSp>
      <p:grpSp>
        <p:nvGrpSpPr>
          <p:cNvPr id="660" name="Google Shape;660;p19"/>
          <p:cNvGrpSpPr/>
          <p:nvPr/>
        </p:nvGrpSpPr>
        <p:grpSpPr>
          <a:xfrm>
            <a:off x="5754756" y="6683430"/>
            <a:ext cx="10982919" cy="1714500"/>
            <a:chOff x="0" y="0"/>
            <a:chExt cx="14643892" cy="2286000"/>
          </a:xfrm>
        </p:grpSpPr>
        <p:sp>
          <p:nvSpPr>
            <p:cNvPr id="661" name="Google Shape;661;p19"/>
            <p:cNvSpPr/>
            <p:nvPr/>
          </p:nvSpPr>
          <p:spPr>
            <a:xfrm>
              <a:off x="0" y="0"/>
              <a:ext cx="14643892" cy="2286000"/>
            </a:xfrm>
            <a:custGeom>
              <a:rect b="b" l="l" r="r" t="t"/>
              <a:pathLst>
                <a:path extrusionOk="0" h="2286000" w="14643892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62" name="Google Shape;662;p19"/>
            <p:cNvSpPr txBox="1"/>
            <p:nvPr/>
          </p:nvSpPr>
          <p:spPr>
            <a:xfrm>
              <a:off x="0" y="19050"/>
              <a:ext cx="14643892" cy="2266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 Visuales, Contenedores, Menús</a:t>
              </a:r>
              <a:endParaRPr/>
            </a:p>
          </p:txBody>
        </p:sp>
      </p:grpSp>
      <p:sp>
        <p:nvSpPr>
          <p:cNvPr descr="Arrow Circle" id="663" name="Google Shape;663;p19"/>
          <p:cNvSpPr/>
          <p:nvPr/>
        </p:nvSpPr>
        <p:spPr>
          <a:xfrm>
            <a:off x="931460" y="2685728"/>
            <a:ext cx="4137496" cy="4137497"/>
          </a:xfrm>
          <a:custGeom>
            <a:rect b="b" l="l" r="r" t="t"/>
            <a:pathLst>
              <a:path extrusionOk="0" h="4137497" w="4137496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64" name="Google Shape;664;p19"/>
          <p:cNvCxnSpPr/>
          <p:nvPr/>
        </p:nvCxnSpPr>
        <p:spPr>
          <a:xfrm rot="6110">
            <a:off x="5927843" y="6442130"/>
            <a:ext cx="10717547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19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671" name="Google Shape;671;p20"/>
          <p:cNvSpPr/>
          <p:nvPr/>
        </p:nvSpPr>
        <p:spPr>
          <a:xfrm>
            <a:off x="24" y="0"/>
            <a:ext cx="6076187" cy="10287000"/>
          </a:xfrm>
          <a:custGeom>
            <a:rect b="b" l="l" r="r" t="t"/>
            <a:pathLst>
              <a:path extrusionOk="0" h="13716000" w="8101584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672" name="Google Shape;672;p20"/>
          <p:cNvGrpSpPr/>
          <p:nvPr/>
        </p:nvGrpSpPr>
        <p:grpSpPr>
          <a:xfrm>
            <a:off x="738555" y="775252"/>
            <a:ext cx="4627266" cy="8659260"/>
            <a:chOff x="0" y="0"/>
            <a:chExt cx="6169688" cy="11545680"/>
          </a:xfrm>
        </p:grpSpPr>
        <p:sp>
          <p:nvSpPr>
            <p:cNvPr id="673" name="Google Shape;673;p20"/>
            <p:cNvSpPr/>
            <p:nvPr/>
          </p:nvSpPr>
          <p:spPr>
            <a:xfrm>
              <a:off x="0" y="0"/>
              <a:ext cx="6169688" cy="11545680"/>
            </a:xfrm>
            <a:custGeom>
              <a:rect b="b" l="l" r="r" t="t"/>
              <a:pathLst>
                <a:path extrusionOk="0"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74" name="Google Shape;674;p20"/>
            <p:cNvSpPr txBox="1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</p:txBody>
        </p:sp>
      </p:grpSp>
      <p:grpSp>
        <p:nvGrpSpPr>
          <p:cNvPr id="675" name="Google Shape;675;p20"/>
          <p:cNvGrpSpPr/>
          <p:nvPr/>
        </p:nvGrpSpPr>
        <p:grpSpPr>
          <a:xfrm>
            <a:off x="7100888" y="1531666"/>
            <a:ext cx="10220325" cy="727587"/>
            <a:chOff x="0" y="0"/>
            <a:chExt cx="13627100" cy="970116"/>
          </a:xfrm>
        </p:grpSpPr>
        <p:sp>
          <p:nvSpPr>
            <p:cNvPr id="676" name="Google Shape;676;p20"/>
            <p:cNvSpPr/>
            <p:nvPr/>
          </p:nvSpPr>
          <p:spPr>
            <a:xfrm>
              <a:off x="15875" y="10226"/>
              <a:ext cx="13595350" cy="949658"/>
            </a:xfrm>
            <a:custGeom>
              <a:rect b="b" l="l" r="r" t="t"/>
              <a:pathLst>
                <a:path extrusionOk="0"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677" name="Google Shape;677;p20"/>
            <p:cNvSpPr/>
            <p:nvPr/>
          </p:nvSpPr>
          <p:spPr>
            <a:xfrm>
              <a:off x="0" y="0"/>
              <a:ext cx="13627100" cy="970116"/>
            </a:xfrm>
            <a:custGeom>
              <a:rect b="b" l="l" r="r" t="t"/>
              <a:pathLst>
                <a:path extrusionOk="0"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8" name="Google Shape;678;p20"/>
          <p:cNvGrpSpPr/>
          <p:nvPr/>
        </p:nvGrpSpPr>
        <p:grpSpPr>
          <a:xfrm>
            <a:off x="7100888" y="1531666"/>
            <a:ext cx="10220325" cy="727575"/>
            <a:chOff x="0" y="0"/>
            <a:chExt cx="13627100" cy="970100"/>
          </a:xfrm>
        </p:grpSpPr>
        <p:sp>
          <p:nvSpPr>
            <p:cNvPr id="679" name="Google Shape;679;p20"/>
            <p:cNvSpPr/>
            <p:nvPr/>
          </p:nvSpPr>
          <p:spPr>
            <a:xfrm>
              <a:off x="0" y="0"/>
              <a:ext cx="13627100" cy="970100"/>
            </a:xfrm>
            <a:custGeom>
              <a:rect b="b" l="l" r="r" t="t"/>
              <a:pathLst>
                <a:path extrusionOk="0"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80" name="Google Shape;680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personalización.</a:t>
              </a:r>
              <a:endParaRPr/>
            </a:p>
          </p:txBody>
        </p:sp>
      </p:grpSp>
      <p:grpSp>
        <p:nvGrpSpPr>
          <p:cNvPr id="681" name="Google Shape;681;p20"/>
          <p:cNvGrpSpPr/>
          <p:nvPr/>
        </p:nvGrpSpPr>
        <p:grpSpPr>
          <a:xfrm>
            <a:off x="7367447" y="618274"/>
            <a:ext cx="7161372" cy="820864"/>
            <a:chOff x="0" y="0"/>
            <a:chExt cx="9548495" cy="1094486"/>
          </a:xfrm>
        </p:grpSpPr>
        <p:sp>
          <p:nvSpPr>
            <p:cNvPr id="682" name="Google Shape;682;p20"/>
            <p:cNvSpPr/>
            <p:nvPr/>
          </p:nvSpPr>
          <p:spPr>
            <a:xfrm>
              <a:off x="15875" y="15875"/>
              <a:ext cx="9516745" cy="1062736"/>
            </a:xfrm>
            <a:custGeom>
              <a:rect b="b" l="l" r="r" t="t"/>
              <a:pathLst>
                <a:path extrusionOk="0" h="1062736" w="9516745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0" y="0"/>
              <a:ext cx="9548495" cy="1094486"/>
            </a:xfrm>
            <a:custGeom>
              <a:rect b="b" l="l" r="r" t="t"/>
              <a:pathLst>
                <a:path extrusionOk="0" h="1094486" w="9548495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0"/>
          <p:cNvGrpSpPr/>
          <p:nvPr/>
        </p:nvGrpSpPr>
        <p:grpSpPr>
          <a:xfrm>
            <a:off x="7649621" y="617180"/>
            <a:ext cx="7083553" cy="743036"/>
            <a:chOff x="0" y="0"/>
            <a:chExt cx="9444738" cy="990714"/>
          </a:xfrm>
        </p:grpSpPr>
        <p:sp>
          <p:nvSpPr>
            <p:cNvPr id="685" name="Google Shape;685;p20"/>
            <p:cNvSpPr/>
            <p:nvPr/>
          </p:nvSpPr>
          <p:spPr>
            <a:xfrm>
              <a:off x="0" y="0"/>
              <a:ext cx="9444738" cy="990714"/>
            </a:xfrm>
            <a:custGeom>
              <a:rect b="b" l="l" r="r" t="t"/>
              <a:pathLst>
                <a:path extrusionOk="0" h="9907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86" name="Google Shape;686;p20"/>
            <p:cNvSpPr txBox="1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(JButton)</a:t>
              </a:r>
              <a:endParaRPr/>
            </a:p>
          </p:txBody>
        </p:sp>
      </p:grpSp>
      <p:grpSp>
        <p:nvGrpSpPr>
          <p:cNvPr id="687" name="Google Shape;687;p20"/>
          <p:cNvGrpSpPr/>
          <p:nvPr/>
        </p:nvGrpSpPr>
        <p:grpSpPr>
          <a:xfrm>
            <a:off x="7100888" y="3181636"/>
            <a:ext cx="10220325" cy="727587"/>
            <a:chOff x="0" y="0"/>
            <a:chExt cx="13627100" cy="970116"/>
          </a:xfrm>
        </p:grpSpPr>
        <p:sp>
          <p:nvSpPr>
            <p:cNvPr id="688" name="Google Shape;688;p20"/>
            <p:cNvSpPr/>
            <p:nvPr/>
          </p:nvSpPr>
          <p:spPr>
            <a:xfrm>
              <a:off x="15875" y="10226"/>
              <a:ext cx="13595350" cy="949658"/>
            </a:xfrm>
            <a:custGeom>
              <a:rect b="b" l="l" r="r" t="t"/>
              <a:pathLst>
                <a:path extrusionOk="0"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689" name="Google Shape;689;p20"/>
            <p:cNvSpPr/>
            <p:nvPr/>
          </p:nvSpPr>
          <p:spPr>
            <a:xfrm>
              <a:off x="0" y="0"/>
              <a:ext cx="13627100" cy="970116"/>
            </a:xfrm>
            <a:custGeom>
              <a:rect b="b" l="l" r="r" t="t"/>
              <a:pathLst>
                <a:path extrusionOk="0"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20"/>
          <p:cNvGrpSpPr/>
          <p:nvPr/>
        </p:nvGrpSpPr>
        <p:grpSpPr>
          <a:xfrm>
            <a:off x="7100888" y="3181636"/>
            <a:ext cx="10220325" cy="727575"/>
            <a:chOff x="0" y="0"/>
            <a:chExt cx="13627100" cy="970100"/>
          </a:xfrm>
        </p:grpSpPr>
        <p:sp>
          <p:nvSpPr>
            <p:cNvPr id="691" name="Google Shape;691;p20"/>
            <p:cNvSpPr/>
            <p:nvPr/>
          </p:nvSpPr>
          <p:spPr>
            <a:xfrm>
              <a:off x="0" y="0"/>
              <a:ext cx="13627100" cy="970100"/>
            </a:xfrm>
            <a:custGeom>
              <a:rect b="b" l="l" r="r" t="t"/>
              <a:pathLst>
                <a:path extrusionOk="0"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92" name="Google Shape;692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Mostrar texto e imágenes.</a:t>
              </a:r>
              <a:endParaRPr/>
            </a:p>
          </p:txBody>
        </p:sp>
      </p:grpSp>
      <p:grpSp>
        <p:nvGrpSpPr>
          <p:cNvPr id="693" name="Google Shape;693;p20"/>
          <p:cNvGrpSpPr/>
          <p:nvPr/>
        </p:nvGrpSpPr>
        <p:grpSpPr>
          <a:xfrm>
            <a:off x="7367447" y="2310012"/>
            <a:ext cx="7161372" cy="820864"/>
            <a:chOff x="0" y="0"/>
            <a:chExt cx="9548495" cy="1094486"/>
          </a:xfrm>
        </p:grpSpPr>
        <p:sp>
          <p:nvSpPr>
            <p:cNvPr id="694" name="Google Shape;694;p20"/>
            <p:cNvSpPr/>
            <p:nvPr/>
          </p:nvSpPr>
          <p:spPr>
            <a:xfrm>
              <a:off x="15875" y="15875"/>
              <a:ext cx="9516745" cy="1062736"/>
            </a:xfrm>
            <a:custGeom>
              <a:rect b="b" l="l" r="r" t="t"/>
              <a:pathLst>
                <a:path extrusionOk="0" h="1062736" w="9516745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0" y="0"/>
              <a:ext cx="9548495" cy="1094486"/>
            </a:xfrm>
            <a:custGeom>
              <a:rect b="b" l="l" r="r" t="t"/>
              <a:pathLst>
                <a:path extrusionOk="0" h="1094486" w="9548495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20"/>
          <p:cNvGrpSpPr/>
          <p:nvPr/>
        </p:nvGrpSpPr>
        <p:grpSpPr>
          <a:xfrm>
            <a:off x="7649621" y="2314775"/>
            <a:ext cx="7083553" cy="743036"/>
            <a:chOff x="0" y="0"/>
            <a:chExt cx="9444738" cy="990714"/>
          </a:xfrm>
        </p:grpSpPr>
        <p:sp>
          <p:nvSpPr>
            <p:cNvPr id="697" name="Google Shape;697;p20"/>
            <p:cNvSpPr/>
            <p:nvPr/>
          </p:nvSpPr>
          <p:spPr>
            <a:xfrm>
              <a:off x="0" y="0"/>
              <a:ext cx="9444738" cy="990714"/>
            </a:xfrm>
            <a:custGeom>
              <a:rect b="b" l="l" r="r" t="t"/>
              <a:pathLst>
                <a:path extrusionOk="0" h="9907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98" name="Google Shape;698;p20"/>
            <p:cNvSpPr txBox="1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(JLabel)</a:t>
              </a:r>
              <a:endParaRPr/>
            </a:p>
          </p:txBody>
        </p:sp>
      </p:grpSp>
      <p:grpSp>
        <p:nvGrpSpPr>
          <p:cNvPr id="699" name="Google Shape;699;p20"/>
          <p:cNvGrpSpPr/>
          <p:nvPr/>
        </p:nvGrpSpPr>
        <p:grpSpPr>
          <a:xfrm>
            <a:off x="7100888" y="4831607"/>
            <a:ext cx="10220325" cy="727587"/>
            <a:chOff x="0" y="0"/>
            <a:chExt cx="13627100" cy="970116"/>
          </a:xfrm>
        </p:grpSpPr>
        <p:sp>
          <p:nvSpPr>
            <p:cNvPr id="700" name="Google Shape;700;p20"/>
            <p:cNvSpPr/>
            <p:nvPr/>
          </p:nvSpPr>
          <p:spPr>
            <a:xfrm>
              <a:off x="15875" y="10226"/>
              <a:ext cx="13595350" cy="949658"/>
            </a:xfrm>
            <a:custGeom>
              <a:rect b="b" l="l" r="r" t="t"/>
              <a:pathLst>
                <a:path extrusionOk="0"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701" name="Google Shape;701;p20"/>
            <p:cNvSpPr/>
            <p:nvPr/>
          </p:nvSpPr>
          <p:spPr>
            <a:xfrm>
              <a:off x="0" y="0"/>
              <a:ext cx="13627100" cy="970116"/>
            </a:xfrm>
            <a:custGeom>
              <a:rect b="b" l="l" r="r" t="t"/>
              <a:pathLst>
                <a:path extrusionOk="0"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20"/>
          <p:cNvGrpSpPr/>
          <p:nvPr/>
        </p:nvGrpSpPr>
        <p:grpSpPr>
          <a:xfrm>
            <a:off x="7100888" y="4831607"/>
            <a:ext cx="10220325" cy="727575"/>
            <a:chOff x="0" y="0"/>
            <a:chExt cx="13627100" cy="970100"/>
          </a:xfrm>
        </p:grpSpPr>
        <p:sp>
          <p:nvSpPr>
            <p:cNvPr id="703" name="Google Shape;703;p20"/>
            <p:cNvSpPr/>
            <p:nvPr/>
          </p:nvSpPr>
          <p:spPr>
            <a:xfrm>
              <a:off x="0" y="0"/>
              <a:ext cx="13627100" cy="970100"/>
            </a:xfrm>
            <a:custGeom>
              <a:rect b="b" l="l" r="r" t="t"/>
              <a:pathLst>
                <a:path extrusionOk="0"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04" name="Google Shape;704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texto.</a:t>
              </a:r>
              <a:endParaRPr/>
            </a:p>
          </p:txBody>
        </p:sp>
      </p:grpSp>
      <p:grpSp>
        <p:nvGrpSpPr>
          <p:cNvPr id="705" name="Google Shape;705;p20"/>
          <p:cNvGrpSpPr/>
          <p:nvPr/>
        </p:nvGrpSpPr>
        <p:grpSpPr>
          <a:xfrm>
            <a:off x="7406356" y="4033036"/>
            <a:ext cx="7161372" cy="676373"/>
            <a:chOff x="0" y="0"/>
            <a:chExt cx="9548495" cy="901830"/>
          </a:xfrm>
        </p:grpSpPr>
        <p:sp>
          <p:nvSpPr>
            <p:cNvPr id="706" name="Google Shape;706;p20"/>
            <p:cNvSpPr/>
            <p:nvPr/>
          </p:nvSpPr>
          <p:spPr>
            <a:xfrm>
              <a:off x="15875" y="13081"/>
              <a:ext cx="9516745" cy="875666"/>
            </a:xfrm>
            <a:custGeom>
              <a:rect b="b" l="l" r="r" t="t"/>
              <a:pathLst>
                <a:path extrusionOk="0" h="875666" w="9516745">
                  <a:moveTo>
                    <a:pt x="0" y="145979"/>
                  </a:moveTo>
                  <a:cubicBezTo>
                    <a:pt x="0" y="65402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5298"/>
                    <a:pt x="9516745" y="145979"/>
                  </a:cubicBezTo>
                  <a:lnTo>
                    <a:pt x="9516745" y="729686"/>
                  </a:lnTo>
                  <a:cubicBezTo>
                    <a:pt x="9516745" y="810263"/>
                    <a:pt x="9435338" y="875666"/>
                    <a:pt x="9334881" y="875666"/>
                  </a:cubicBezTo>
                  <a:lnTo>
                    <a:pt x="181864" y="875666"/>
                  </a:lnTo>
                  <a:cubicBezTo>
                    <a:pt x="81407" y="875666"/>
                    <a:pt x="0" y="810367"/>
                    <a:pt x="0" y="729686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0" y="0"/>
              <a:ext cx="9548495" cy="901830"/>
            </a:xfrm>
            <a:custGeom>
              <a:rect b="b" l="l" r="r" t="t"/>
              <a:pathLst>
                <a:path extrusionOk="0" h="901830" w="9548495">
                  <a:moveTo>
                    <a:pt x="0" y="159060"/>
                  </a:moveTo>
                  <a:cubicBezTo>
                    <a:pt x="0" y="70844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081"/>
                  </a:lnTo>
                  <a:lnTo>
                    <a:pt x="9350756" y="0"/>
                  </a:lnTo>
                  <a:cubicBezTo>
                    <a:pt x="9459595" y="0"/>
                    <a:pt x="9548495" y="70844"/>
                    <a:pt x="9548495" y="159060"/>
                  </a:cubicBezTo>
                  <a:lnTo>
                    <a:pt x="9532620" y="159060"/>
                  </a:lnTo>
                  <a:lnTo>
                    <a:pt x="9548495" y="159060"/>
                  </a:lnTo>
                  <a:lnTo>
                    <a:pt x="9548495" y="742767"/>
                  </a:lnTo>
                  <a:lnTo>
                    <a:pt x="9532620" y="742767"/>
                  </a:lnTo>
                  <a:lnTo>
                    <a:pt x="9548495" y="742767"/>
                  </a:lnTo>
                  <a:cubicBezTo>
                    <a:pt x="9548495" y="830878"/>
                    <a:pt x="9459595" y="901830"/>
                    <a:pt x="9350756" y="901830"/>
                  </a:cubicBezTo>
                  <a:lnTo>
                    <a:pt x="9350756" y="888747"/>
                  </a:lnTo>
                  <a:lnTo>
                    <a:pt x="9350756" y="901830"/>
                  </a:lnTo>
                  <a:lnTo>
                    <a:pt x="197739" y="901830"/>
                  </a:lnTo>
                  <a:lnTo>
                    <a:pt x="197739" y="888747"/>
                  </a:lnTo>
                  <a:lnTo>
                    <a:pt x="197739" y="901830"/>
                  </a:lnTo>
                  <a:cubicBezTo>
                    <a:pt x="88900" y="901830"/>
                    <a:pt x="0" y="830983"/>
                    <a:pt x="0" y="742767"/>
                  </a:cubicBezTo>
                  <a:lnTo>
                    <a:pt x="0" y="159060"/>
                  </a:lnTo>
                  <a:lnTo>
                    <a:pt x="15875" y="159060"/>
                  </a:lnTo>
                  <a:lnTo>
                    <a:pt x="0" y="159060"/>
                  </a:lnTo>
                  <a:moveTo>
                    <a:pt x="31750" y="159060"/>
                  </a:moveTo>
                  <a:lnTo>
                    <a:pt x="31750" y="742767"/>
                  </a:lnTo>
                  <a:lnTo>
                    <a:pt x="15875" y="742767"/>
                  </a:lnTo>
                  <a:lnTo>
                    <a:pt x="31750" y="742767"/>
                  </a:lnTo>
                  <a:cubicBezTo>
                    <a:pt x="31750" y="815809"/>
                    <a:pt x="105664" y="875666"/>
                    <a:pt x="197739" y="875666"/>
                  </a:cubicBezTo>
                  <a:lnTo>
                    <a:pt x="9350756" y="875666"/>
                  </a:lnTo>
                  <a:cubicBezTo>
                    <a:pt x="9442831" y="875666"/>
                    <a:pt x="9516745" y="815809"/>
                    <a:pt x="9516745" y="742767"/>
                  </a:cubicBezTo>
                  <a:lnTo>
                    <a:pt x="9516745" y="159060"/>
                  </a:lnTo>
                  <a:cubicBezTo>
                    <a:pt x="9516745" y="86018"/>
                    <a:pt x="9442831" y="26161"/>
                    <a:pt x="9350756" y="26161"/>
                  </a:cubicBezTo>
                  <a:lnTo>
                    <a:pt x="197739" y="26161"/>
                  </a:lnTo>
                  <a:lnTo>
                    <a:pt x="197739" y="13081"/>
                  </a:lnTo>
                  <a:lnTo>
                    <a:pt x="197739" y="26161"/>
                  </a:lnTo>
                  <a:cubicBezTo>
                    <a:pt x="105664" y="26161"/>
                    <a:pt x="31750" y="86018"/>
                    <a:pt x="31750" y="1590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8" name="Google Shape;708;p20"/>
          <p:cNvGrpSpPr/>
          <p:nvPr/>
        </p:nvGrpSpPr>
        <p:grpSpPr>
          <a:xfrm>
            <a:off x="7649621" y="4080661"/>
            <a:ext cx="7083553" cy="628736"/>
            <a:chOff x="0" y="0"/>
            <a:chExt cx="9444738" cy="838314"/>
          </a:xfrm>
        </p:grpSpPr>
        <p:sp>
          <p:nvSpPr>
            <p:cNvPr id="709" name="Google Shape;709;p20"/>
            <p:cNvSpPr/>
            <p:nvPr/>
          </p:nvSpPr>
          <p:spPr>
            <a:xfrm>
              <a:off x="0" y="0"/>
              <a:ext cx="9444738" cy="838314"/>
            </a:xfrm>
            <a:custGeom>
              <a:rect b="b" l="l" r="r" t="t"/>
              <a:pathLst>
                <a:path extrusionOk="0" h="8383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838314"/>
                  </a:lnTo>
                  <a:lnTo>
                    <a:pt x="0" y="83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10" name="Google Shape;710;p20"/>
            <p:cNvSpPr txBox="1"/>
            <p:nvPr/>
          </p:nvSpPr>
          <p:spPr>
            <a:xfrm>
              <a:off x="0" y="9525"/>
              <a:ext cx="9444738" cy="828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(JTextField)</a:t>
              </a:r>
              <a:endParaRPr/>
            </a:p>
          </p:txBody>
        </p:sp>
      </p:grpSp>
      <p:grpSp>
        <p:nvGrpSpPr>
          <p:cNvPr id="711" name="Google Shape;711;p20"/>
          <p:cNvGrpSpPr/>
          <p:nvPr/>
        </p:nvGrpSpPr>
        <p:grpSpPr>
          <a:xfrm>
            <a:off x="7100888" y="6481577"/>
            <a:ext cx="10220325" cy="727477"/>
            <a:chOff x="0" y="0"/>
            <a:chExt cx="13627100" cy="969969"/>
          </a:xfrm>
        </p:grpSpPr>
        <p:sp>
          <p:nvSpPr>
            <p:cNvPr id="712" name="Google Shape;712;p20"/>
            <p:cNvSpPr/>
            <p:nvPr/>
          </p:nvSpPr>
          <p:spPr>
            <a:xfrm>
              <a:off x="15875" y="10225"/>
              <a:ext cx="13595350" cy="949514"/>
            </a:xfrm>
            <a:custGeom>
              <a:rect b="b" l="l" r="r" t="t"/>
              <a:pathLst>
                <a:path extrusionOk="0" h="949514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514"/>
                  </a:lnTo>
                  <a:lnTo>
                    <a:pt x="0" y="94951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713" name="Google Shape;713;p20"/>
            <p:cNvSpPr/>
            <p:nvPr/>
          </p:nvSpPr>
          <p:spPr>
            <a:xfrm>
              <a:off x="0" y="0"/>
              <a:ext cx="13627100" cy="969969"/>
            </a:xfrm>
            <a:custGeom>
              <a:rect b="b" l="l" r="r" t="t"/>
              <a:pathLst>
                <a:path extrusionOk="0" h="969969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5"/>
                  </a:cubicBezTo>
                  <a:lnTo>
                    <a:pt x="13627100" y="959739"/>
                  </a:lnTo>
                  <a:cubicBezTo>
                    <a:pt x="13627100" y="965383"/>
                    <a:pt x="13619987" y="969969"/>
                    <a:pt x="13611225" y="969969"/>
                  </a:cubicBezTo>
                  <a:lnTo>
                    <a:pt x="15875" y="969969"/>
                  </a:lnTo>
                  <a:cubicBezTo>
                    <a:pt x="7112" y="969969"/>
                    <a:pt x="0" y="965383"/>
                    <a:pt x="0" y="959739"/>
                  </a:cubicBezTo>
                  <a:lnTo>
                    <a:pt x="0" y="10225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0"/>
                  </a:moveTo>
                  <a:lnTo>
                    <a:pt x="15875" y="10225"/>
                  </a:lnTo>
                  <a:lnTo>
                    <a:pt x="31750" y="10225"/>
                  </a:lnTo>
                  <a:lnTo>
                    <a:pt x="31750" y="959739"/>
                  </a:lnTo>
                  <a:lnTo>
                    <a:pt x="15875" y="959739"/>
                  </a:lnTo>
                  <a:lnTo>
                    <a:pt x="15875" y="949514"/>
                  </a:lnTo>
                  <a:lnTo>
                    <a:pt x="13611225" y="949514"/>
                  </a:lnTo>
                  <a:lnTo>
                    <a:pt x="13611225" y="959739"/>
                  </a:lnTo>
                  <a:lnTo>
                    <a:pt x="13595350" y="959739"/>
                  </a:lnTo>
                  <a:lnTo>
                    <a:pt x="13595350" y="10225"/>
                  </a:lnTo>
                  <a:lnTo>
                    <a:pt x="13611225" y="10225"/>
                  </a:lnTo>
                  <a:lnTo>
                    <a:pt x="13611225" y="20450"/>
                  </a:lnTo>
                  <a:lnTo>
                    <a:pt x="15875" y="20450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20"/>
          <p:cNvGrpSpPr/>
          <p:nvPr/>
        </p:nvGrpSpPr>
        <p:grpSpPr>
          <a:xfrm>
            <a:off x="7100888" y="6481577"/>
            <a:ext cx="10220325" cy="545681"/>
            <a:chOff x="0" y="0"/>
            <a:chExt cx="13627100" cy="727575"/>
          </a:xfrm>
        </p:grpSpPr>
        <p:sp>
          <p:nvSpPr>
            <p:cNvPr id="715" name="Google Shape;715;p20"/>
            <p:cNvSpPr/>
            <p:nvPr/>
          </p:nvSpPr>
          <p:spPr>
            <a:xfrm>
              <a:off x="0" y="0"/>
              <a:ext cx="13627100" cy="727575"/>
            </a:xfrm>
            <a:custGeom>
              <a:rect b="b" l="l" r="r" t="t"/>
              <a:pathLst>
                <a:path extrusionOk="0" h="727575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727575"/>
                  </a:lnTo>
                  <a:lnTo>
                    <a:pt x="0" y="727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16" name="Google Shape;716;p20"/>
            <p:cNvSpPr txBox="1"/>
            <p:nvPr/>
          </p:nvSpPr>
          <p:spPr>
            <a:xfrm>
              <a:off x="0" y="9525"/>
              <a:ext cx="13627100" cy="718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  <a:endParaRPr/>
            </a:p>
          </p:txBody>
        </p:sp>
      </p:grpSp>
      <p:grpSp>
        <p:nvGrpSpPr>
          <p:cNvPr id="717" name="Google Shape;717;p20"/>
          <p:cNvGrpSpPr/>
          <p:nvPr/>
        </p:nvGrpSpPr>
        <p:grpSpPr>
          <a:xfrm>
            <a:off x="7367447" y="5654432"/>
            <a:ext cx="7200280" cy="703332"/>
            <a:chOff x="0" y="0"/>
            <a:chExt cx="9548495" cy="932709"/>
          </a:xfrm>
        </p:grpSpPr>
        <p:sp>
          <p:nvSpPr>
            <p:cNvPr id="718" name="Google Shape;718;p20"/>
            <p:cNvSpPr/>
            <p:nvPr/>
          </p:nvSpPr>
          <p:spPr>
            <a:xfrm>
              <a:off x="15875" y="13528"/>
              <a:ext cx="9516745" cy="905649"/>
            </a:xfrm>
            <a:custGeom>
              <a:rect b="b" l="l" r="r" t="t"/>
              <a:pathLst>
                <a:path extrusionOk="0" h="905649" w="9516745">
                  <a:moveTo>
                    <a:pt x="0" y="150978"/>
                  </a:moveTo>
                  <a:cubicBezTo>
                    <a:pt x="0" y="67643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7535"/>
                    <a:pt x="9516745" y="150978"/>
                  </a:cubicBezTo>
                  <a:lnTo>
                    <a:pt x="9516745" y="754672"/>
                  </a:lnTo>
                  <a:cubicBezTo>
                    <a:pt x="9516745" y="838007"/>
                    <a:pt x="9435338" y="905650"/>
                    <a:pt x="9334881" y="905650"/>
                  </a:cubicBezTo>
                  <a:lnTo>
                    <a:pt x="181864" y="905650"/>
                  </a:lnTo>
                  <a:cubicBezTo>
                    <a:pt x="81407" y="905650"/>
                    <a:pt x="0" y="838116"/>
                    <a:pt x="0" y="754672"/>
                  </a:cubicBez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0" y="0"/>
              <a:ext cx="9548495" cy="932709"/>
            </a:xfrm>
            <a:custGeom>
              <a:rect b="b" l="l" r="r" t="t"/>
              <a:pathLst>
                <a:path extrusionOk="0" h="932709" w="9548495">
                  <a:moveTo>
                    <a:pt x="0" y="164506"/>
                  </a:moveTo>
                  <a:cubicBezTo>
                    <a:pt x="0" y="73270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528"/>
                  </a:lnTo>
                  <a:lnTo>
                    <a:pt x="9350756" y="0"/>
                  </a:lnTo>
                  <a:cubicBezTo>
                    <a:pt x="9459595" y="0"/>
                    <a:pt x="9548495" y="73270"/>
                    <a:pt x="9548495" y="164506"/>
                  </a:cubicBezTo>
                  <a:lnTo>
                    <a:pt x="9532620" y="164506"/>
                  </a:lnTo>
                  <a:lnTo>
                    <a:pt x="9548495" y="164506"/>
                  </a:lnTo>
                  <a:lnTo>
                    <a:pt x="9548495" y="768200"/>
                  </a:lnTo>
                  <a:lnTo>
                    <a:pt x="9532620" y="768200"/>
                  </a:lnTo>
                  <a:lnTo>
                    <a:pt x="9548495" y="768200"/>
                  </a:lnTo>
                  <a:cubicBezTo>
                    <a:pt x="9548495" y="859328"/>
                    <a:pt x="9459595" y="932709"/>
                    <a:pt x="9350756" y="932709"/>
                  </a:cubicBezTo>
                  <a:lnTo>
                    <a:pt x="9350756" y="919178"/>
                  </a:lnTo>
                  <a:lnTo>
                    <a:pt x="9350756" y="932709"/>
                  </a:lnTo>
                  <a:lnTo>
                    <a:pt x="197739" y="932709"/>
                  </a:lnTo>
                  <a:lnTo>
                    <a:pt x="197739" y="919178"/>
                  </a:lnTo>
                  <a:lnTo>
                    <a:pt x="197739" y="932709"/>
                  </a:lnTo>
                  <a:cubicBezTo>
                    <a:pt x="88900" y="932709"/>
                    <a:pt x="0" y="859436"/>
                    <a:pt x="0" y="768200"/>
                  </a:cubicBezTo>
                  <a:lnTo>
                    <a:pt x="0" y="164506"/>
                  </a:lnTo>
                  <a:lnTo>
                    <a:pt x="15875" y="164506"/>
                  </a:lnTo>
                  <a:lnTo>
                    <a:pt x="0" y="164506"/>
                  </a:lnTo>
                  <a:moveTo>
                    <a:pt x="31750" y="164506"/>
                  </a:moveTo>
                  <a:lnTo>
                    <a:pt x="31750" y="768200"/>
                  </a:lnTo>
                  <a:lnTo>
                    <a:pt x="15875" y="768200"/>
                  </a:lnTo>
                  <a:lnTo>
                    <a:pt x="31750" y="768200"/>
                  </a:lnTo>
                  <a:cubicBezTo>
                    <a:pt x="31750" y="843743"/>
                    <a:pt x="105664" y="905649"/>
                    <a:pt x="197739" y="905649"/>
                  </a:cubicBezTo>
                  <a:lnTo>
                    <a:pt x="9350756" y="905649"/>
                  </a:lnTo>
                  <a:cubicBezTo>
                    <a:pt x="9442831" y="905649"/>
                    <a:pt x="9516745" y="843743"/>
                    <a:pt x="9516745" y="768200"/>
                  </a:cubicBezTo>
                  <a:lnTo>
                    <a:pt x="9516745" y="164506"/>
                  </a:lnTo>
                  <a:cubicBezTo>
                    <a:pt x="9516745" y="88963"/>
                    <a:pt x="9442831" y="27057"/>
                    <a:pt x="9350756" y="27057"/>
                  </a:cubicBezTo>
                  <a:lnTo>
                    <a:pt x="197739" y="27057"/>
                  </a:lnTo>
                  <a:lnTo>
                    <a:pt x="197739" y="13528"/>
                  </a:lnTo>
                  <a:lnTo>
                    <a:pt x="197739" y="27057"/>
                  </a:lnTo>
                  <a:cubicBezTo>
                    <a:pt x="105664" y="27057"/>
                    <a:pt x="31750" y="88963"/>
                    <a:pt x="31750" y="1645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20"/>
          <p:cNvGrpSpPr/>
          <p:nvPr/>
        </p:nvGrpSpPr>
        <p:grpSpPr>
          <a:xfrm>
            <a:off x="7649621" y="5730632"/>
            <a:ext cx="7083553" cy="543573"/>
            <a:chOff x="0" y="0"/>
            <a:chExt cx="9444738" cy="724764"/>
          </a:xfrm>
        </p:grpSpPr>
        <p:sp>
          <p:nvSpPr>
            <p:cNvPr id="721" name="Google Shape;721;p20"/>
            <p:cNvSpPr/>
            <p:nvPr/>
          </p:nvSpPr>
          <p:spPr>
            <a:xfrm>
              <a:off x="0" y="0"/>
              <a:ext cx="9444738" cy="724764"/>
            </a:xfrm>
            <a:custGeom>
              <a:rect b="b" l="l" r="r" t="t"/>
              <a:pathLst>
                <a:path extrusionOk="0" h="72476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724764"/>
                  </a:lnTo>
                  <a:lnTo>
                    <a:pt x="0" y="724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2" name="Google Shape;722;p20"/>
            <p:cNvSpPr txBox="1"/>
            <p:nvPr/>
          </p:nvSpPr>
          <p:spPr>
            <a:xfrm>
              <a:off x="0" y="9525"/>
              <a:ext cx="9444738" cy="715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(JTextArea)</a:t>
              </a:r>
              <a:endParaRPr/>
            </a:p>
          </p:txBody>
        </p:sp>
      </p:grpSp>
      <p:grpSp>
        <p:nvGrpSpPr>
          <p:cNvPr id="723" name="Google Shape;723;p20"/>
          <p:cNvGrpSpPr/>
          <p:nvPr/>
        </p:nvGrpSpPr>
        <p:grpSpPr>
          <a:xfrm>
            <a:off x="7100888" y="8226797"/>
            <a:ext cx="10220325" cy="682841"/>
            <a:chOff x="0" y="0"/>
            <a:chExt cx="13627100" cy="910454"/>
          </a:xfrm>
        </p:grpSpPr>
        <p:sp>
          <p:nvSpPr>
            <p:cNvPr id="724" name="Google Shape;724;p20"/>
            <p:cNvSpPr/>
            <p:nvPr/>
          </p:nvSpPr>
          <p:spPr>
            <a:xfrm>
              <a:off x="15875" y="9597"/>
              <a:ext cx="13595350" cy="891253"/>
            </a:xfrm>
            <a:custGeom>
              <a:rect b="b" l="l" r="r" t="t"/>
              <a:pathLst>
                <a:path extrusionOk="0" h="891253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891254"/>
                  </a:lnTo>
                  <a:lnTo>
                    <a:pt x="0" y="89125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</p:sp>
        <p:sp>
          <p:nvSpPr>
            <p:cNvPr id="725" name="Google Shape;725;p20"/>
            <p:cNvSpPr/>
            <p:nvPr/>
          </p:nvSpPr>
          <p:spPr>
            <a:xfrm>
              <a:off x="0" y="0"/>
              <a:ext cx="13627100" cy="910454"/>
            </a:xfrm>
            <a:custGeom>
              <a:rect b="b" l="l" r="r" t="t"/>
              <a:pathLst>
                <a:path extrusionOk="0" h="910454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300"/>
                    <a:pt x="13627100" y="9597"/>
                  </a:cubicBezTo>
                  <a:lnTo>
                    <a:pt x="13627100" y="900851"/>
                  </a:lnTo>
                  <a:cubicBezTo>
                    <a:pt x="13627100" y="906148"/>
                    <a:pt x="13619987" y="910454"/>
                    <a:pt x="13611225" y="910454"/>
                  </a:cubicBezTo>
                  <a:lnTo>
                    <a:pt x="15875" y="910454"/>
                  </a:lnTo>
                  <a:cubicBezTo>
                    <a:pt x="7112" y="910454"/>
                    <a:pt x="0" y="906148"/>
                    <a:pt x="0" y="900851"/>
                  </a:cubicBezTo>
                  <a:lnTo>
                    <a:pt x="0" y="9597"/>
                  </a:lnTo>
                  <a:cubicBezTo>
                    <a:pt x="0" y="4300"/>
                    <a:pt x="7112" y="0"/>
                    <a:pt x="15875" y="0"/>
                  </a:cubicBezTo>
                  <a:moveTo>
                    <a:pt x="15875" y="19195"/>
                  </a:moveTo>
                  <a:lnTo>
                    <a:pt x="15875" y="9597"/>
                  </a:lnTo>
                  <a:lnTo>
                    <a:pt x="31750" y="9597"/>
                  </a:lnTo>
                  <a:lnTo>
                    <a:pt x="31750" y="900851"/>
                  </a:lnTo>
                  <a:lnTo>
                    <a:pt x="15875" y="900851"/>
                  </a:lnTo>
                  <a:lnTo>
                    <a:pt x="15875" y="891253"/>
                  </a:lnTo>
                  <a:lnTo>
                    <a:pt x="13611225" y="891253"/>
                  </a:lnTo>
                  <a:lnTo>
                    <a:pt x="13611225" y="900851"/>
                  </a:lnTo>
                  <a:lnTo>
                    <a:pt x="13595350" y="900851"/>
                  </a:lnTo>
                  <a:lnTo>
                    <a:pt x="13595350" y="9597"/>
                  </a:lnTo>
                  <a:lnTo>
                    <a:pt x="13611225" y="9597"/>
                  </a:lnTo>
                  <a:lnTo>
                    <a:pt x="13611225" y="19195"/>
                  </a:lnTo>
                  <a:lnTo>
                    <a:pt x="15875" y="19195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6" name="Google Shape;726;p20"/>
          <p:cNvGrpSpPr/>
          <p:nvPr/>
        </p:nvGrpSpPr>
        <p:grpSpPr>
          <a:xfrm>
            <a:off x="7100888" y="8302997"/>
            <a:ext cx="10220325" cy="778079"/>
            <a:chOff x="0" y="0"/>
            <a:chExt cx="13627100" cy="1037438"/>
          </a:xfrm>
        </p:grpSpPr>
        <p:sp>
          <p:nvSpPr>
            <p:cNvPr id="727" name="Google Shape;727;p20"/>
            <p:cNvSpPr/>
            <p:nvPr/>
          </p:nvSpPr>
          <p:spPr>
            <a:xfrm>
              <a:off x="0" y="0"/>
              <a:ext cx="13627100" cy="1037438"/>
            </a:xfrm>
            <a:custGeom>
              <a:rect b="b" l="l" r="r" t="t"/>
              <a:pathLst>
                <a:path extrusionOk="0" h="1037438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1037438"/>
                  </a:lnTo>
                  <a:lnTo>
                    <a:pt x="0" y="103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8" name="Google Shape;728;p20"/>
            <p:cNvSpPr txBox="1"/>
            <p:nvPr/>
          </p:nvSpPr>
          <p:spPr>
            <a:xfrm>
              <a:off x="0" y="9525"/>
              <a:ext cx="13627100" cy="102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Selección binaria.</a:t>
              </a:r>
              <a:endParaRPr/>
            </a:p>
          </p:txBody>
        </p:sp>
      </p:grpSp>
      <p:grpSp>
        <p:nvGrpSpPr>
          <p:cNvPr id="729" name="Google Shape;729;p20"/>
          <p:cNvGrpSpPr/>
          <p:nvPr/>
        </p:nvGrpSpPr>
        <p:grpSpPr>
          <a:xfrm>
            <a:off x="7386901" y="7380492"/>
            <a:ext cx="7161372" cy="751067"/>
            <a:chOff x="0" y="0"/>
            <a:chExt cx="9548495" cy="1001423"/>
          </a:xfrm>
        </p:grpSpPr>
        <p:sp>
          <p:nvSpPr>
            <p:cNvPr id="730" name="Google Shape;730;p20"/>
            <p:cNvSpPr/>
            <p:nvPr/>
          </p:nvSpPr>
          <p:spPr>
            <a:xfrm>
              <a:off x="15875" y="14525"/>
              <a:ext cx="9516745" cy="972371"/>
            </a:xfrm>
            <a:custGeom>
              <a:rect b="b" l="l" r="r" t="t"/>
              <a:pathLst>
                <a:path extrusionOk="0" h="972371" w="9516745">
                  <a:moveTo>
                    <a:pt x="0" y="162101"/>
                  </a:moveTo>
                  <a:cubicBezTo>
                    <a:pt x="0" y="72626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2510"/>
                    <a:pt x="9516745" y="162101"/>
                  </a:cubicBezTo>
                  <a:lnTo>
                    <a:pt x="9516745" y="810271"/>
                  </a:lnTo>
                  <a:cubicBezTo>
                    <a:pt x="9516745" y="899746"/>
                    <a:pt x="9435338" y="972372"/>
                    <a:pt x="9334881" y="972372"/>
                  </a:cubicBezTo>
                  <a:lnTo>
                    <a:pt x="181864" y="972372"/>
                  </a:lnTo>
                  <a:cubicBezTo>
                    <a:pt x="81407" y="972372"/>
                    <a:pt x="0" y="899862"/>
                    <a:pt x="0" y="810271"/>
                  </a:cubicBez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0" y="0"/>
              <a:ext cx="9548495" cy="1001423"/>
            </a:xfrm>
            <a:custGeom>
              <a:rect b="b" l="l" r="r" t="t"/>
              <a:pathLst>
                <a:path extrusionOk="0" h="1001423" w="9548495">
                  <a:moveTo>
                    <a:pt x="0" y="176626"/>
                  </a:moveTo>
                  <a:cubicBezTo>
                    <a:pt x="0" y="78668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4525"/>
                  </a:lnTo>
                  <a:lnTo>
                    <a:pt x="9350756" y="0"/>
                  </a:lnTo>
                  <a:cubicBezTo>
                    <a:pt x="9459595" y="0"/>
                    <a:pt x="9548495" y="78668"/>
                    <a:pt x="9548495" y="176626"/>
                  </a:cubicBezTo>
                  <a:lnTo>
                    <a:pt x="9532620" y="176626"/>
                  </a:lnTo>
                  <a:lnTo>
                    <a:pt x="9548495" y="176626"/>
                  </a:lnTo>
                  <a:lnTo>
                    <a:pt x="9548495" y="824796"/>
                  </a:lnTo>
                  <a:lnTo>
                    <a:pt x="9532620" y="824796"/>
                  </a:lnTo>
                  <a:lnTo>
                    <a:pt x="9548495" y="824796"/>
                  </a:lnTo>
                  <a:cubicBezTo>
                    <a:pt x="9548495" y="922637"/>
                    <a:pt x="9459595" y="1001423"/>
                    <a:pt x="9350756" y="1001423"/>
                  </a:cubicBezTo>
                  <a:lnTo>
                    <a:pt x="9350756" y="986897"/>
                  </a:lnTo>
                  <a:lnTo>
                    <a:pt x="9350756" y="1001423"/>
                  </a:lnTo>
                  <a:lnTo>
                    <a:pt x="197739" y="1001423"/>
                  </a:lnTo>
                  <a:lnTo>
                    <a:pt x="197739" y="986897"/>
                  </a:lnTo>
                  <a:lnTo>
                    <a:pt x="197739" y="1001423"/>
                  </a:lnTo>
                  <a:cubicBezTo>
                    <a:pt x="88900" y="1001423"/>
                    <a:pt x="0" y="922753"/>
                    <a:pt x="0" y="824796"/>
                  </a:cubicBezTo>
                  <a:lnTo>
                    <a:pt x="0" y="176626"/>
                  </a:lnTo>
                  <a:lnTo>
                    <a:pt x="15875" y="176626"/>
                  </a:lnTo>
                  <a:lnTo>
                    <a:pt x="0" y="176626"/>
                  </a:lnTo>
                  <a:moveTo>
                    <a:pt x="31750" y="176626"/>
                  </a:moveTo>
                  <a:lnTo>
                    <a:pt x="31750" y="824796"/>
                  </a:lnTo>
                  <a:lnTo>
                    <a:pt x="15875" y="824796"/>
                  </a:lnTo>
                  <a:lnTo>
                    <a:pt x="31750" y="824796"/>
                  </a:lnTo>
                  <a:cubicBezTo>
                    <a:pt x="31750" y="905904"/>
                    <a:pt x="105664" y="972371"/>
                    <a:pt x="197739" y="972371"/>
                  </a:cubicBezTo>
                  <a:lnTo>
                    <a:pt x="9350756" y="972371"/>
                  </a:lnTo>
                  <a:cubicBezTo>
                    <a:pt x="9442831" y="972371"/>
                    <a:pt x="9516745" y="905904"/>
                    <a:pt x="9516745" y="824796"/>
                  </a:cubicBezTo>
                  <a:lnTo>
                    <a:pt x="9516745" y="176626"/>
                  </a:lnTo>
                  <a:cubicBezTo>
                    <a:pt x="9516745" y="95517"/>
                    <a:pt x="9442831" y="29050"/>
                    <a:pt x="9350756" y="29050"/>
                  </a:cubicBezTo>
                  <a:lnTo>
                    <a:pt x="197739" y="29050"/>
                  </a:lnTo>
                  <a:lnTo>
                    <a:pt x="197739" y="14525"/>
                  </a:lnTo>
                  <a:lnTo>
                    <a:pt x="197739" y="29050"/>
                  </a:lnTo>
                  <a:cubicBezTo>
                    <a:pt x="105664" y="29050"/>
                    <a:pt x="31750" y="95517"/>
                    <a:pt x="31750" y="1766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2" name="Google Shape;732;p20"/>
          <p:cNvGrpSpPr/>
          <p:nvPr/>
        </p:nvGrpSpPr>
        <p:grpSpPr>
          <a:xfrm>
            <a:off x="7649621" y="7470227"/>
            <a:ext cx="7083553" cy="571586"/>
            <a:chOff x="0" y="0"/>
            <a:chExt cx="9444738" cy="762114"/>
          </a:xfrm>
        </p:grpSpPr>
        <p:sp>
          <p:nvSpPr>
            <p:cNvPr id="733" name="Google Shape;733;p20"/>
            <p:cNvSpPr/>
            <p:nvPr/>
          </p:nvSpPr>
          <p:spPr>
            <a:xfrm>
              <a:off x="0" y="0"/>
              <a:ext cx="9444738" cy="762114"/>
            </a:xfrm>
            <a:custGeom>
              <a:rect b="b" l="l" r="r" t="t"/>
              <a:pathLst>
                <a:path extrusionOk="0" h="7621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762114"/>
                  </a:lnTo>
                  <a:lnTo>
                    <a:pt x="0" y="762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34" name="Google Shape;734;p20"/>
            <p:cNvSpPr txBox="1"/>
            <p:nvPr/>
          </p:nvSpPr>
          <p:spPr>
            <a:xfrm>
              <a:off x="0" y="9525"/>
              <a:ext cx="9444738" cy="752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(JCheckBox)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1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740" name="Google Shape;740;p21"/>
          <p:cNvGrpSpPr/>
          <p:nvPr/>
        </p:nvGrpSpPr>
        <p:grpSpPr>
          <a:xfrm>
            <a:off x="965200" y="2249836"/>
            <a:ext cx="6006718" cy="4566200"/>
            <a:chOff x="0" y="0"/>
            <a:chExt cx="8008958" cy="6088266"/>
          </a:xfrm>
        </p:grpSpPr>
        <p:sp>
          <p:nvSpPr>
            <p:cNvPr id="741" name="Google Shape;741;p21"/>
            <p:cNvSpPr/>
            <p:nvPr/>
          </p:nvSpPr>
          <p:spPr>
            <a:xfrm>
              <a:off x="0" y="0"/>
              <a:ext cx="8008958" cy="6088266"/>
            </a:xfrm>
            <a:custGeom>
              <a:rect b="b" l="l" r="r" t="t"/>
              <a:pathLst>
                <a:path extrusionOk="0" h="6088266" w="8008958">
                  <a:moveTo>
                    <a:pt x="0" y="0"/>
                  </a:moveTo>
                  <a:lnTo>
                    <a:pt x="8008958" y="0"/>
                  </a:lnTo>
                  <a:lnTo>
                    <a:pt x="8008958" y="6088266"/>
                  </a:lnTo>
                  <a:lnTo>
                    <a:pt x="0" y="60882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42" name="Google Shape;742;p21"/>
            <p:cNvSpPr txBox="1"/>
            <p:nvPr/>
          </p:nvSpPr>
          <p:spPr>
            <a:xfrm>
              <a:off x="0" y="123825"/>
              <a:ext cx="8008958" cy="596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</p:txBody>
        </p:sp>
      </p:grpSp>
      <p:cxnSp>
        <p:nvCxnSpPr>
          <p:cNvPr id="743" name="Google Shape;743;p21"/>
          <p:cNvCxnSpPr/>
          <p:nvPr/>
        </p:nvCxnSpPr>
        <p:spPr>
          <a:xfrm>
            <a:off x="7383084" y="2682163"/>
            <a:ext cx="19050" cy="413385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4" name="Google Shape;744;p21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745" name="Google Shape;745;p21"/>
          <p:cNvGrpSpPr/>
          <p:nvPr/>
        </p:nvGrpSpPr>
        <p:grpSpPr>
          <a:xfrm rot="5400000">
            <a:off x="11627737" y="1260726"/>
            <a:ext cx="2767489" cy="2410015"/>
            <a:chOff x="-635" y="0"/>
            <a:chExt cx="3689985" cy="3213354"/>
          </a:xfrm>
        </p:grpSpPr>
        <p:sp>
          <p:nvSpPr>
            <p:cNvPr id="746" name="Google Shape;746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747" name="Google Shape;747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8" name="Google Shape;748;p21"/>
          <p:cNvGrpSpPr/>
          <p:nvPr/>
        </p:nvGrpSpPr>
        <p:grpSpPr>
          <a:xfrm>
            <a:off x="12178345" y="1509875"/>
            <a:ext cx="1666298" cy="1911726"/>
            <a:chOff x="0" y="0"/>
            <a:chExt cx="2221730" cy="2548968"/>
          </a:xfrm>
        </p:grpSpPr>
        <p:sp>
          <p:nvSpPr>
            <p:cNvPr id="749" name="Google Shape;749;p21"/>
            <p:cNvSpPr/>
            <p:nvPr/>
          </p:nvSpPr>
          <p:spPr>
            <a:xfrm>
              <a:off x="0" y="0"/>
              <a:ext cx="2221730" cy="2548968"/>
            </a:xfrm>
            <a:custGeom>
              <a:rect b="b" l="l" r="r" t="t"/>
              <a:pathLst>
                <a:path extrusionOk="0"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50" name="Google Shape;750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(JFrame)</a:t>
              </a:r>
              <a:endParaRPr/>
            </a:p>
          </p:txBody>
        </p:sp>
      </p:grpSp>
      <p:grpSp>
        <p:nvGrpSpPr>
          <p:cNvPr id="751" name="Google Shape;751;p21"/>
          <p:cNvGrpSpPr/>
          <p:nvPr/>
        </p:nvGrpSpPr>
        <p:grpSpPr>
          <a:xfrm>
            <a:off x="14267464" y="1633393"/>
            <a:ext cx="3079938" cy="1664688"/>
            <a:chOff x="0" y="0"/>
            <a:chExt cx="4106584" cy="2219584"/>
          </a:xfrm>
        </p:grpSpPr>
        <p:sp>
          <p:nvSpPr>
            <p:cNvPr id="752" name="Google Shape;752;p21"/>
            <p:cNvSpPr/>
            <p:nvPr/>
          </p:nvSpPr>
          <p:spPr>
            <a:xfrm>
              <a:off x="0" y="0"/>
              <a:ext cx="4106584" cy="2219584"/>
            </a:xfrm>
            <a:custGeom>
              <a:rect b="b" l="l" r="r" t="t"/>
              <a:pathLst>
                <a:path extrusionOk="0" h="2219584" w="4106584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53" name="Google Shape;753;p21"/>
            <p:cNvSpPr txBox="1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principales de la aplicación</a:t>
              </a:r>
              <a:endParaRPr/>
            </a:p>
          </p:txBody>
        </p:sp>
      </p:grpSp>
      <p:grpSp>
        <p:nvGrpSpPr>
          <p:cNvPr id="754" name="Google Shape;754;p21"/>
          <p:cNvGrpSpPr/>
          <p:nvPr/>
        </p:nvGrpSpPr>
        <p:grpSpPr>
          <a:xfrm rot="5400000">
            <a:off x="9050666" y="1260726"/>
            <a:ext cx="2767489" cy="2410015"/>
            <a:chOff x="-635" y="0"/>
            <a:chExt cx="3689985" cy="3213354"/>
          </a:xfrm>
        </p:grpSpPr>
        <p:sp>
          <p:nvSpPr>
            <p:cNvPr id="755" name="Google Shape;755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</p:sp>
        <p:sp>
          <p:nvSpPr>
            <p:cNvPr id="756" name="Google Shape;756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21"/>
          <p:cNvGrpSpPr/>
          <p:nvPr/>
        </p:nvGrpSpPr>
        <p:grpSpPr>
          <a:xfrm rot="5400000">
            <a:off x="10334264" y="3588756"/>
            <a:ext cx="2767489" cy="2410015"/>
            <a:chOff x="-635" y="0"/>
            <a:chExt cx="3689985" cy="3213354"/>
          </a:xfrm>
        </p:grpSpPr>
        <p:sp>
          <p:nvSpPr>
            <p:cNvPr id="758" name="Google Shape;758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</p:sp>
        <p:sp>
          <p:nvSpPr>
            <p:cNvPr id="759" name="Google Shape;759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21"/>
          <p:cNvGrpSpPr/>
          <p:nvPr/>
        </p:nvGrpSpPr>
        <p:grpSpPr>
          <a:xfrm>
            <a:off x="10884872" y="3837905"/>
            <a:ext cx="1666298" cy="1911726"/>
            <a:chOff x="0" y="0"/>
            <a:chExt cx="2221730" cy="2548968"/>
          </a:xfrm>
        </p:grpSpPr>
        <p:sp>
          <p:nvSpPr>
            <p:cNvPr id="761" name="Google Shape;761;p21"/>
            <p:cNvSpPr/>
            <p:nvPr/>
          </p:nvSpPr>
          <p:spPr>
            <a:xfrm>
              <a:off x="0" y="0"/>
              <a:ext cx="2221730" cy="2548968"/>
            </a:xfrm>
            <a:custGeom>
              <a:rect b="b" l="l" r="r" t="t"/>
              <a:pathLst>
                <a:path extrusionOk="0"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2" name="Google Shape;762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Páneles (JPanel)</a:t>
              </a:r>
              <a:endParaRPr/>
            </a:p>
          </p:txBody>
        </p:sp>
      </p:grpSp>
      <p:grpSp>
        <p:nvGrpSpPr>
          <p:cNvPr id="763" name="Google Shape;763;p21"/>
          <p:cNvGrpSpPr/>
          <p:nvPr/>
        </p:nvGrpSpPr>
        <p:grpSpPr>
          <a:xfrm>
            <a:off x="7454522" y="3961423"/>
            <a:ext cx="2981199" cy="1664688"/>
            <a:chOff x="0" y="0"/>
            <a:chExt cx="3974932" cy="2219584"/>
          </a:xfrm>
        </p:grpSpPr>
        <p:sp>
          <p:nvSpPr>
            <p:cNvPr id="764" name="Google Shape;764;p21"/>
            <p:cNvSpPr/>
            <p:nvPr/>
          </p:nvSpPr>
          <p:spPr>
            <a:xfrm>
              <a:off x="0" y="0"/>
              <a:ext cx="3974932" cy="2219584"/>
            </a:xfrm>
            <a:custGeom>
              <a:rect b="b" l="l" r="r" t="t"/>
              <a:pathLst>
                <a:path extrusionOk="0" h="2219584" w="3974932">
                  <a:moveTo>
                    <a:pt x="0" y="0"/>
                  </a:moveTo>
                  <a:lnTo>
                    <a:pt x="3974932" y="0"/>
                  </a:lnTo>
                  <a:lnTo>
                    <a:pt x="3974932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5" name="Google Shape;765;p21"/>
            <p:cNvSpPr txBox="1"/>
            <p:nvPr/>
          </p:nvSpPr>
          <p:spPr>
            <a:xfrm>
              <a:off x="0" y="19050"/>
              <a:ext cx="3974932" cy="220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Contenedores para organizar componentes</a:t>
              </a:r>
              <a:endParaRPr/>
            </a:p>
          </p:txBody>
        </p:sp>
      </p:grpSp>
      <p:grpSp>
        <p:nvGrpSpPr>
          <p:cNvPr id="766" name="Google Shape;766;p21"/>
          <p:cNvGrpSpPr/>
          <p:nvPr/>
        </p:nvGrpSpPr>
        <p:grpSpPr>
          <a:xfrm rot="5400000">
            <a:off x="12911335" y="3588756"/>
            <a:ext cx="2767489" cy="2410015"/>
            <a:chOff x="-635" y="0"/>
            <a:chExt cx="3689985" cy="3213354"/>
          </a:xfrm>
        </p:grpSpPr>
        <p:sp>
          <p:nvSpPr>
            <p:cNvPr id="767" name="Google Shape;767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</p:sp>
        <p:sp>
          <p:nvSpPr>
            <p:cNvPr id="768" name="Google Shape;768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21"/>
          <p:cNvGrpSpPr/>
          <p:nvPr/>
        </p:nvGrpSpPr>
        <p:grpSpPr>
          <a:xfrm rot="5400000">
            <a:off x="11627737" y="5916788"/>
            <a:ext cx="2767489" cy="2410015"/>
            <a:chOff x="-635" y="0"/>
            <a:chExt cx="3689985" cy="3213354"/>
          </a:xfrm>
        </p:grpSpPr>
        <p:sp>
          <p:nvSpPr>
            <p:cNvPr id="770" name="Google Shape;770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</p:sp>
        <p:sp>
          <p:nvSpPr>
            <p:cNvPr id="771" name="Google Shape;771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21"/>
          <p:cNvGrpSpPr/>
          <p:nvPr/>
        </p:nvGrpSpPr>
        <p:grpSpPr>
          <a:xfrm>
            <a:off x="12178345" y="6165937"/>
            <a:ext cx="1666298" cy="1911726"/>
            <a:chOff x="0" y="0"/>
            <a:chExt cx="2221730" cy="2548968"/>
          </a:xfrm>
        </p:grpSpPr>
        <p:sp>
          <p:nvSpPr>
            <p:cNvPr id="773" name="Google Shape;773;p21"/>
            <p:cNvSpPr/>
            <p:nvPr/>
          </p:nvSpPr>
          <p:spPr>
            <a:xfrm>
              <a:off x="0" y="0"/>
              <a:ext cx="2221730" cy="2548968"/>
            </a:xfrm>
            <a:custGeom>
              <a:rect b="b" l="l" r="r" t="t"/>
              <a:pathLst>
                <a:path extrusionOk="0"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74" name="Google Shape;774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Diálogos (JDialog)</a:t>
              </a:r>
              <a:endParaRPr/>
            </a:p>
          </p:txBody>
        </p:sp>
      </p:grpSp>
      <p:grpSp>
        <p:nvGrpSpPr>
          <p:cNvPr id="775" name="Google Shape;775;p21"/>
          <p:cNvGrpSpPr/>
          <p:nvPr/>
        </p:nvGrpSpPr>
        <p:grpSpPr>
          <a:xfrm>
            <a:off x="14267464" y="6289454"/>
            <a:ext cx="3079938" cy="1664688"/>
            <a:chOff x="0" y="0"/>
            <a:chExt cx="4106584" cy="2219584"/>
          </a:xfrm>
        </p:grpSpPr>
        <p:sp>
          <p:nvSpPr>
            <p:cNvPr id="776" name="Google Shape;776;p21"/>
            <p:cNvSpPr/>
            <p:nvPr/>
          </p:nvSpPr>
          <p:spPr>
            <a:xfrm>
              <a:off x="0" y="0"/>
              <a:ext cx="4106584" cy="2219584"/>
            </a:xfrm>
            <a:custGeom>
              <a:rect b="b" l="l" r="r" t="t"/>
              <a:pathLst>
                <a:path extrusionOk="0" h="2219584" w="4106584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77" name="Google Shape;777;p21"/>
            <p:cNvSpPr txBox="1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</a:t>
              </a:r>
              <a:endParaRPr/>
            </a:p>
          </p:txBody>
        </p:sp>
      </p:grpSp>
      <p:grpSp>
        <p:nvGrpSpPr>
          <p:cNvPr id="778" name="Google Shape;778;p21"/>
          <p:cNvGrpSpPr/>
          <p:nvPr/>
        </p:nvGrpSpPr>
        <p:grpSpPr>
          <a:xfrm rot="5400000">
            <a:off x="9050666" y="5916788"/>
            <a:ext cx="2767489" cy="2410015"/>
            <a:chOff x="-635" y="0"/>
            <a:chExt cx="3689985" cy="3213354"/>
          </a:xfrm>
        </p:grpSpPr>
        <p:sp>
          <p:nvSpPr>
            <p:cNvPr id="779" name="Google Shape;779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780" name="Google Shape;780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786" name="Google Shape;786;p2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7" name="Google Shape;787;p22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788" name="Google Shape;788;p22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89" name="Google Shape;789;p22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  <a:endParaRPr/>
            </a:p>
          </p:txBody>
        </p:sp>
      </p:grpSp>
      <p:cxnSp>
        <p:nvCxnSpPr>
          <p:cNvPr id="790" name="Google Shape;790;p2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22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792" name="Google Shape;792;p22"/>
          <p:cNvGrpSpPr/>
          <p:nvPr/>
        </p:nvGrpSpPr>
        <p:grpSpPr>
          <a:xfrm>
            <a:off x="3118723" y="3135923"/>
            <a:ext cx="3431763" cy="2187893"/>
            <a:chOff x="0" y="0"/>
            <a:chExt cx="4575683" cy="2917190"/>
          </a:xfrm>
        </p:grpSpPr>
        <p:sp>
          <p:nvSpPr>
            <p:cNvPr id="793" name="Google Shape;793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22"/>
          <p:cNvGrpSpPr/>
          <p:nvPr/>
        </p:nvGrpSpPr>
        <p:grpSpPr>
          <a:xfrm>
            <a:off x="3497387" y="3495653"/>
            <a:ext cx="3431762" cy="2187893"/>
            <a:chOff x="0" y="0"/>
            <a:chExt cx="4575683" cy="2917190"/>
          </a:xfrm>
        </p:grpSpPr>
        <p:sp>
          <p:nvSpPr>
            <p:cNvPr id="796" name="Google Shape;796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Google Shape;798;p22"/>
          <p:cNvGrpSpPr/>
          <p:nvPr/>
        </p:nvGrpSpPr>
        <p:grpSpPr>
          <a:xfrm>
            <a:off x="3560770" y="3559036"/>
            <a:ext cx="3305018" cy="2061108"/>
            <a:chOff x="0" y="0"/>
            <a:chExt cx="4406690" cy="2748144"/>
          </a:xfrm>
        </p:grpSpPr>
        <p:sp>
          <p:nvSpPr>
            <p:cNvPr id="799" name="Google Shape;799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00" name="Google Shape;800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(JMenuBar)</a:t>
              </a:r>
              <a:endParaRPr/>
            </a:p>
          </p:txBody>
        </p:sp>
      </p:grpSp>
      <p:grpSp>
        <p:nvGrpSpPr>
          <p:cNvPr id="801" name="Google Shape;801;p22"/>
          <p:cNvGrpSpPr/>
          <p:nvPr/>
        </p:nvGrpSpPr>
        <p:grpSpPr>
          <a:xfrm>
            <a:off x="3118723" y="6291136"/>
            <a:ext cx="3431763" cy="2187893"/>
            <a:chOff x="0" y="0"/>
            <a:chExt cx="4575683" cy="2917190"/>
          </a:xfrm>
        </p:grpSpPr>
        <p:sp>
          <p:nvSpPr>
            <p:cNvPr id="802" name="Google Shape;802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4" name="Google Shape;804;p22"/>
          <p:cNvGrpSpPr/>
          <p:nvPr/>
        </p:nvGrpSpPr>
        <p:grpSpPr>
          <a:xfrm>
            <a:off x="3497387" y="6650866"/>
            <a:ext cx="3431762" cy="2187893"/>
            <a:chOff x="0" y="0"/>
            <a:chExt cx="4575683" cy="2917190"/>
          </a:xfrm>
        </p:grpSpPr>
        <p:sp>
          <p:nvSpPr>
            <p:cNvPr id="805" name="Google Shape;805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3560770" y="6714248"/>
            <a:ext cx="3305018" cy="2061108"/>
            <a:chOff x="0" y="0"/>
            <a:chExt cx="4406690" cy="2748144"/>
          </a:xfrm>
        </p:grpSpPr>
        <p:sp>
          <p:nvSpPr>
            <p:cNvPr id="808" name="Google Shape;808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09" name="Google Shape;809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  <a:endParaRPr/>
            </a:p>
          </p:txBody>
        </p:sp>
      </p:grpSp>
      <p:grpSp>
        <p:nvGrpSpPr>
          <p:cNvPr id="810" name="Google Shape;810;p22"/>
          <p:cNvGrpSpPr/>
          <p:nvPr/>
        </p:nvGrpSpPr>
        <p:grpSpPr>
          <a:xfrm>
            <a:off x="7284020" y="3135923"/>
            <a:ext cx="3431762" cy="2187893"/>
            <a:chOff x="0" y="0"/>
            <a:chExt cx="4575683" cy="2917190"/>
          </a:xfrm>
        </p:grpSpPr>
        <p:sp>
          <p:nvSpPr>
            <p:cNvPr id="811" name="Google Shape;811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22"/>
          <p:cNvGrpSpPr/>
          <p:nvPr/>
        </p:nvGrpSpPr>
        <p:grpSpPr>
          <a:xfrm>
            <a:off x="7662683" y="3495653"/>
            <a:ext cx="3431763" cy="2187893"/>
            <a:chOff x="0" y="0"/>
            <a:chExt cx="4575683" cy="2917190"/>
          </a:xfrm>
        </p:grpSpPr>
        <p:sp>
          <p:nvSpPr>
            <p:cNvPr id="814" name="Google Shape;814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22"/>
          <p:cNvGrpSpPr/>
          <p:nvPr/>
        </p:nvGrpSpPr>
        <p:grpSpPr>
          <a:xfrm>
            <a:off x="7726066" y="3559036"/>
            <a:ext cx="3305018" cy="2061108"/>
            <a:chOff x="0" y="0"/>
            <a:chExt cx="4406690" cy="2748144"/>
          </a:xfrm>
        </p:grpSpPr>
        <p:sp>
          <p:nvSpPr>
            <p:cNvPr id="817" name="Google Shape;817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18" name="Google Shape;818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(JMenuItem)</a:t>
              </a: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>
            <a:off x="7284020" y="6291136"/>
            <a:ext cx="3431762" cy="2187893"/>
            <a:chOff x="0" y="0"/>
            <a:chExt cx="4575683" cy="2917190"/>
          </a:xfrm>
        </p:grpSpPr>
        <p:sp>
          <p:nvSpPr>
            <p:cNvPr id="820" name="Google Shape;820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22"/>
          <p:cNvGrpSpPr/>
          <p:nvPr/>
        </p:nvGrpSpPr>
        <p:grpSpPr>
          <a:xfrm>
            <a:off x="7662683" y="6650866"/>
            <a:ext cx="3431763" cy="2187893"/>
            <a:chOff x="0" y="0"/>
            <a:chExt cx="4575683" cy="2917190"/>
          </a:xfrm>
        </p:grpSpPr>
        <p:sp>
          <p:nvSpPr>
            <p:cNvPr id="823" name="Google Shape;823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22"/>
          <p:cNvGrpSpPr/>
          <p:nvPr/>
        </p:nvGrpSpPr>
        <p:grpSpPr>
          <a:xfrm>
            <a:off x="7726066" y="6714248"/>
            <a:ext cx="3305018" cy="2061108"/>
            <a:chOff x="0" y="0"/>
            <a:chExt cx="4406690" cy="2748144"/>
          </a:xfrm>
        </p:grpSpPr>
        <p:sp>
          <p:nvSpPr>
            <p:cNvPr id="826" name="Google Shape;826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27" name="Google Shape;827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  <a:endParaRPr/>
            </a:p>
          </p:txBody>
        </p:sp>
      </p:grpSp>
      <p:grpSp>
        <p:nvGrpSpPr>
          <p:cNvPr id="828" name="Google Shape;828;p22"/>
          <p:cNvGrpSpPr/>
          <p:nvPr/>
        </p:nvGrpSpPr>
        <p:grpSpPr>
          <a:xfrm>
            <a:off x="11449318" y="3135923"/>
            <a:ext cx="3431762" cy="2187893"/>
            <a:chOff x="0" y="0"/>
            <a:chExt cx="4575683" cy="2917190"/>
          </a:xfrm>
        </p:grpSpPr>
        <p:sp>
          <p:nvSpPr>
            <p:cNvPr id="829" name="Google Shape;829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22"/>
          <p:cNvGrpSpPr/>
          <p:nvPr/>
        </p:nvGrpSpPr>
        <p:grpSpPr>
          <a:xfrm>
            <a:off x="11827981" y="3495653"/>
            <a:ext cx="3702056" cy="2187893"/>
            <a:chOff x="0" y="0"/>
            <a:chExt cx="4936075" cy="2917190"/>
          </a:xfrm>
        </p:grpSpPr>
        <p:sp>
          <p:nvSpPr>
            <p:cNvPr id="832" name="Google Shape;832;p22"/>
            <p:cNvSpPr/>
            <p:nvPr/>
          </p:nvSpPr>
          <p:spPr>
            <a:xfrm>
              <a:off x="17125" y="15875"/>
              <a:ext cx="4901824" cy="2885440"/>
            </a:xfrm>
            <a:custGeom>
              <a:rect b="b" l="l" r="r" t="t"/>
              <a:pathLst>
                <a:path extrusionOk="0" h="2885440" w="4901824">
                  <a:moveTo>
                    <a:pt x="0" y="288544"/>
                  </a:moveTo>
                  <a:cubicBezTo>
                    <a:pt x="0" y="129159"/>
                    <a:pt x="139880" y="0"/>
                    <a:pt x="312504" y="0"/>
                  </a:cubicBezTo>
                  <a:lnTo>
                    <a:pt x="4589321" y="0"/>
                  </a:lnTo>
                  <a:cubicBezTo>
                    <a:pt x="4761945" y="0"/>
                    <a:pt x="4901824" y="129159"/>
                    <a:pt x="4901824" y="288544"/>
                  </a:cubicBezTo>
                  <a:lnTo>
                    <a:pt x="4901824" y="2596896"/>
                  </a:lnTo>
                  <a:cubicBezTo>
                    <a:pt x="4901824" y="2756281"/>
                    <a:pt x="4761945" y="2885440"/>
                    <a:pt x="4589321" y="2885440"/>
                  </a:cubicBezTo>
                  <a:lnTo>
                    <a:pt x="312504" y="2885440"/>
                  </a:lnTo>
                  <a:cubicBezTo>
                    <a:pt x="139880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0" y="0"/>
              <a:ext cx="4936075" cy="2917190"/>
            </a:xfrm>
            <a:custGeom>
              <a:rect b="b" l="l" r="r" t="t"/>
              <a:pathLst>
                <a:path extrusionOk="0" h="2917190" w="4936075">
                  <a:moveTo>
                    <a:pt x="0" y="304419"/>
                  </a:moveTo>
                  <a:cubicBezTo>
                    <a:pt x="0" y="136271"/>
                    <a:pt x="147689" y="0"/>
                    <a:pt x="329629" y="0"/>
                  </a:cubicBezTo>
                  <a:lnTo>
                    <a:pt x="4606446" y="0"/>
                  </a:lnTo>
                  <a:lnTo>
                    <a:pt x="4606446" y="15875"/>
                  </a:lnTo>
                  <a:lnTo>
                    <a:pt x="4606446" y="0"/>
                  </a:lnTo>
                  <a:cubicBezTo>
                    <a:pt x="4788386" y="0"/>
                    <a:pt x="4936075" y="136271"/>
                    <a:pt x="4936075" y="304419"/>
                  </a:cubicBezTo>
                  <a:lnTo>
                    <a:pt x="4918949" y="304419"/>
                  </a:lnTo>
                  <a:lnTo>
                    <a:pt x="4936075" y="304419"/>
                  </a:lnTo>
                  <a:lnTo>
                    <a:pt x="4936075" y="2612771"/>
                  </a:lnTo>
                  <a:lnTo>
                    <a:pt x="4918949" y="2612771"/>
                  </a:lnTo>
                  <a:lnTo>
                    <a:pt x="4936075" y="2612771"/>
                  </a:lnTo>
                  <a:cubicBezTo>
                    <a:pt x="4936075" y="2780919"/>
                    <a:pt x="4788386" y="2917190"/>
                    <a:pt x="4606446" y="2917190"/>
                  </a:cubicBezTo>
                  <a:lnTo>
                    <a:pt x="4606446" y="2901315"/>
                  </a:lnTo>
                  <a:lnTo>
                    <a:pt x="4606446" y="2917190"/>
                  </a:lnTo>
                  <a:lnTo>
                    <a:pt x="329629" y="2917190"/>
                  </a:lnTo>
                  <a:lnTo>
                    <a:pt x="329629" y="2901315"/>
                  </a:lnTo>
                  <a:lnTo>
                    <a:pt x="329629" y="2917190"/>
                  </a:lnTo>
                  <a:cubicBezTo>
                    <a:pt x="147689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7125" y="304419"/>
                  </a:lnTo>
                  <a:lnTo>
                    <a:pt x="0" y="304419"/>
                  </a:lnTo>
                  <a:moveTo>
                    <a:pt x="34251" y="304419"/>
                  </a:moveTo>
                  <a:lnTo>
                    <a:pt x="34251" y="2612771"/>
                  </a:lnTo>
                  <a:lnTo>
                    <a:pt x="17125" y="2612771"/>
                  </a:lnTo>
                  <a:lnTo>
                    <a:pt x="34251" y="2612771"/>
                  </a:lnTo>
                  <a:cubicBezTo>
                    <a:pt x="34251" y="2763266"/>
                    <a:pt x="166458" y="2885440"/>
                    <a:pt x="329629" y="2885440"/>
                  </a:cubicBezTo>
                  <a:lnTo>
                    <a:pt x="4606446" y="2885440"/>
                  </a:lnTo>
                  <a:cubicBezTo>
                    <a:pt x="4769616" y="2885440"/>
                    <a:pt x="4901824" y="2763266"/>
                    <a:pt x="4901824" y="2612771"/>
                  </a:cubicBezTo>
                  <a:lnTo>
                    <a:pt x="4901824" y="304419"/>
                  </a:lnTo>
                  <a:cubicBezTo>
                    <a:pt x="4901824" y="153924"/>
                    <a:pt x="4769616" y="31750"/>
                    <a:pt x="4606446" y="31750"/>
                  </a:cubicBezTo>
                  <a:lnTo>
                    <a:pt x="329629" y="31750"/>
                  </a:lnTo>
                  <a:lnTo>
                    <a:pt x="329629" y="15875"/>
                  </a:lnTo>
                  <a:lnTo>
                    <a:pt x="329629" y="31750"/>
                  </a:lnTo>
                  <a:cubicBezTo>
                    <a:pt x="166458" y="31750"/>
                    <a:pt x="34251" y="153924"/>
                    <a:pt x="34251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" name="Google Shape;834;p22"/>
          <p:cNvGrpSpPr/>
          <p:nvPr/>
        </p:nvGrpSpPr>
        <p:grpSpPr>
          <a:xfrm>
            <a:off x="11827891" y="3337011"/>
            <a:ext cx="3702168" cy="2482235"/>
            <a:chOff x="0" y="0"/>
            <a:chExt cx="4936224" cy="3309646"/>
          </a:xfrm>
        </p:grpSpPr>
        <p:sp>
          <p:nvSpPr>
            <p:cNvPr id="835" name="Google Shape;835;p22"/>
            <p:cNvSpPr/>
            <p:nvPr/>
          </p:nvSpPr>
          <p:spPr>
            <a:xfrm>
              <a:off x="0" y="0"/>
              <a:ext cx="4936224" cy="3309646"/>
            </a:xfrm>
            <a:custGeom>
              <a:rect b="b" l="l" r="r" t="t"/>
              <a:pathLst>
                <a:path extrusionOk="0" h="3309646" w="4936224">
                  <a:moveTo>
                    <a:pt x="0" y="0"/>
                  </a:moveTo>
                  <a:lnTo>
                    <a:pt x="4936224" y="0"/>
                  </a:lnTo>
                  <a:lnTo>
                    <a:pt x="4936224" y="3309646"/>
                  </a:lnTo>
                  <a:lnTo>
                    <a:pt x="0" y="33096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36" name="Google Shape;836;p22"/>
            <p:cNvSpPr txBox="1"/>
            <p:nvPr/>
          </p:nvSpPr>
          <p:spPr>
            <a:xfrm>
              <a:off x="0" y="28575"/>
              <a:ext cx="4936224" cy="328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emergentes (JPopupMenu)</a:t>
              </a:r>
              <a:endParaRPr/>
            </a:p>
          </p:txBody>
        </p:sp>
      </p:grpSp>
      <p:grpSp>
        <p:nvGrpSpPr>
          <p:cNvPr id="837" name="Google Shape;837;p22"/>
          <p:cNvGrpSpPr/>
          <p:nvPr/>
        </p:nvGrpSpPr>
        <p:grpSpPr>
          <a:xfrm>
            <a:off x="11449318" y="6291136"/>
            <a:ext cx="3431762" cy="2187893"/>
            <a:chOff x="0" y="0"/>
            <a:chExt cx="4575683" cy="2917190"/>
          </a:xfrm>
        </p:grpSpPr>
        <p:sp>
          <p:nvSpPr>
            <p:cNvPr id="838" name="Google Shape;838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0" name="Google Shape;840;p22"/>
          <p:cNvGrpSpPr/>
          <p:nvPr/>
        </p:nvGrpSpPr>
        <p:grpSpPr>
          <a:xfrm>
            <a:off x="11827981" y="6650866"/>
            <a:ext cx="3431762" cy="2187893"/>
            <a:chOff x="0" y="0"/>
            <a:chExt cx="4575683" cy="2917190"/>
          </a:xfrm>
        </p:grpSpPr>
        <p:sp>
          <p:nvSpPr>
            <p:cNvPr id="841" name="Google Shape;841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11891363" y="6714248"/>
            <a:ext cx="3305018" cy="2061108"/>
            <a:chOff x="0" y="0"/>
            <a:chExt cx="4406690" cy="2748144"/>
          </a:xfrm>
        </p:grpSpPr>
        <p:sp>
          <p:nvSpPr>
            <p:cNvPr id="844" name="Google Shape;844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45" name="Google Shape;845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contextuales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851" name="Google Shape;851;p2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2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853" name="Google Shape;853;p23"/>
          <p:cNvCxnSpPr/>
          <p:nvPr/>
        </p:nvCxnSpPr>
        <p:spPr>
          <a:xfrm rot="4415">
            <a:off x="1801956" y="6712111"/>
            <a:ext cx="1483234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4" name="Google Shape;854;p23"/>
          <p:cNvSpPr/>
          <p:nvPr/>
        </p:nvSpPr>
        <p:spPr>
          <a:xfrm>
            <a:off x="4911" y="0"/>
            <a:ext cx="18283047" cy="10288428"/>
          </a:xfrm>
          <a:custGeom>
            <a:rect b="b" l="l" r="r" t="t"/>
            <a:pathLst>
              <a:path extrusionOk="0" h="13717905" w="24377396">
                <a:moveTo>
                  <a:pt x="0" y="0"/>
                </a:moveTo>
                <a:lnTo>
                  <a:pt x="24377396" y="0"/>
                </a:lnTo>
                <a:lnTo>
                  <a:pt x="24377396" y="13717905"/>
                </a:lnTo>
                <a:lnTo>
                  <a:pt x="0" y="137179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5" name="Google Shape;855;p23"/>
          <p:cNvSpPr/>
          <p:nvPr/>
        </p:nvSpPr>
        <p:spPr>
          <a:xfrm>
            <a:off x="965200" y="1857663"/>
            <a:ext cx="5453920" cy="6533673"/>
          </a:xfrm>
          <a:custGeom>
            <a:rect b="b" l="l" r="r" t="t"/>
            <a:pathLst>
              <a:path extrusionOk="0" h="8711565" w="7271893">
                <a:moveTo>
                  <a:pt x="0" y="0"/>
                </a:moveTo>
                <a:lnTo>
                  <a:pt x="7271893" y="0"/>
                </a:lnTo>
                <a:lnTo>
                  <a:pt x="7271893" y="8711565"/>
                </a:lnTo>
                <a:lnTo>
                  <a:pt x="0" y="8711565"/>
                </a:lnTo>
                <a:close/>
              </a:path>
            </a:pathLst>
          </a:custGeom>
          <a:solidFill>
            <a:srgbClr val="000000">
              <a:alpha val="72157"/>
            </a:srgbClr>
          </a:solidFill>
          <a:ln>
            <a:noFill/>
          </a:ln>
        </p:spPr>
      </p:sp>
      <p:grpSp>
        <p:nvGrpSpPr>
          <p:cNvPr id="856" name="Google Shape;856;p23"/>
          <p:cNvGrpSpPr/>
          <p:nvPr/>
        </p:nvGrpSpPr>
        <p:grpSpPr>
          <a:xfrm>
            <a:off x="1281416" y="2212851"/>
            <a:ext cx="4821461" cy="4352541"/>
            <a:chOff x="0" y="0"/>
            <a:chExt cx="6428614" cy="5803388"/>
          </a:xfrm>
        </p:grpSpPr>
        <p:sp>
          <p:nvSpPr>
            <p:cNvPr id="857" name="Google Shape;857;p23"/>
            <p:cNvSpPr/>
            <p:nvPr/>
          </p:nvSpPr>
          <p:spPr>
            <a:xfrm>
              <a:off x="0" y="0"/>
              <a:ext cx="6428614" cy="5803388"/>
            </a:xfrm>
            <a:custGeom>
              <a:rect b="b" l="l" r="r" t="t"/>
              <a:pathLst>
                <a:path extrusionOk="0" h="5803388" w="6428614">
                  <a:moveTo>
                    <a:pt x="0" y="0"/>
                  </a:moveTo>
                  <a:lnTo>
                    <a:pt x="6428614" y="0"/>
                  </a:lnTo>
                  <a:lnTo>
                    <a:pt x="6428614" y="5803388"/>
                  </a:lnTo>
                  <a:lnTo>
                    <a:pt x="0" y="5803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58" name="Google Shape;858;p23"/>
            <p:cNvSpPr txBox="1"/>
            <p:nvPr/>
          </p:nvSpPr>
          <p:spPr>
            <a:xfrm>
              <a:off x="0" y="38100"/>
              <a:ext cx="6428614" cy="576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Dudas o Comentarios</a:t>
              </a:r>
              <a:endParaRPr/>
            </a:p>
          </p:txBody>
        </p:sp>
      </p:grpSp>
      <p:cxnSp>
        <p:nvCxnSpPr>
          <p:cNvPr id="859" name="Google Shape;859;p23"/>
          <p:cNvCxnSpPr/>
          <p:nvPr/>
        </p:nvCxnSpPr>
        <p:spPr>
          <a:xfrm rot="20936">
            <a:off x="1346094" y="6753254"/>
            <a:ext cx="4692102" cy="0"/>
          </a:xfrm>
          <a:prstGeom prst="straightConnector1">
            <a:avLst/>
          </a:prstGeom>
          <a:noFill/>
          <a:ln cap="rnd" cmpd="sng" w="19050">
            <a:solidFill>
              <a:srgbClr val="C6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Un oso de peluche con un sombrero  El contenido generado por IA puede ser incorrecto." id="860" name="Google Shape;860;p23"/>
          <p:cNvSpPr/>
          <p:nvPr/>
        </p:nvSpPr>
        <p:spPr>
          <a:xfrm>
            <a:off x="6904144" y="2670758"/>
            <a:ext cx="4964769" cy="4907438"/>
          </a:xfrm>
          <a:custGeom>
            <a:rect b="b" l="l" r="r" t="t"/>
            <a:pathLst>
              <a:path extrusionOk="0" h="4907438" w="4964769">
                <a:moveTo>
                  <a:pt x="0" y="0"/>
                </a:moveTo>
                <a:lnTo>
                  <a:pt x="4964769" y="0"/>
                </a:lnTo>
                <a:lnTo>
                  <a:pt x="4964769" y="4907437"/>
                </a:lnTo>
                <a:lnTo>
                  <a:pt x="0" y="4907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Símbolos amarillo y azul" id="861" name="Google Shape;861;p23"/>
          <p:cNvSpPr/>
          <p:nvPr/>
        </p:nvSpPr>
        <p:spPr>
          <a:xfrm>
            <a:off x="12351513" y="2330918"/>
            <a:ext cx="4966376" cy="5587115"/>
          </a:xfrm>
          <a:custGeom>
            <a:rect b="b" l="l" r="r" t="t"/>
            <a:pathLst>
              <a:path extrusionOk="0" h="5587115" w="4966376">
                <a:moveTo>
                  <a:pt x="0" y="0"/>
                </a:moveTo>
                <a:lnTo>
                  <a:pt x="4966375" y="0"/>
                </a:lnTo>
                <a:lnTo>
                  <a:pt x="4966375" y="5587114"/>
                </a:lnTo>
                <a:lnTo>
                  <a:pt x="0" y="5587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" l="-19768" r="-27291" t="0"/>
            </a:stretch>
          </a:blipFill>
          <a:ln>
            <a:noFill/>
          </a:ln>
        </p:spPr>
      </p:sp>
      <p:sp>
        <p:nvSpPr>
          <p:cNvPr id="862" name="Google Shape;862;p23"/>
          <p:cNvSpPr/>
          <p:nvPr/>
        </p:nvSpPr>
        <p:spPr>
          <a:xfrm>
            <a:off x="1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4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Aparatos de color neón" id="869" name="Google Shape;869;p24"/>
          <p:cNvSpPr/>
          <p:nvPr/>
        </p:nvSpPr>
        <p:spPr>
          <a:xfrm>
            <a:off x="30" y="15"/>
            <a:ext cx="18287968" cy="10286984"/>
          </a:xfrm>
          <a:custGeom>
            <a:rect b="b" l="l" r="r" t="t"/>
            <a:pathLst>
              <a:path extrusionOk="0"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223" l="0" r="-5" t="0"/>
            </a:stretch>
          </a:blipFill>
          <a:ln>
            <a:noFill/>
          </a:ln>
        </p:spPr>
      </p:sp>
      <p:sp>
        <p:nvSpPr>
          <p:cNvPr id="870" name="Google Shape;870;p24"/>
          <p:cNvSpPr/>
          <p:nvPr/>
        </p:nvSpPr>
        <p:spPr>
          <a:xfrm rot="-60000">
            <a:off x="1553324" y="2167107"/>
            <a:ext cx="16787717" cy="8265986"/>
          </a:xfrm>
          <a:custGeom>
            <a:rect b="b" l="l" r="r" t="t"/>
            <a:pathLst>
              <a:path extrusionOk="0" h="11021314" w="22383623">
                <a:moveTo>
                  <a:pt x="22232238" y="11021314"/>
                </a:moveTo>
                <a:lnTo>
                  <a:pt x="0" y="10633202"/>
                </a:lnTo>
                <a:lnTo>
                  <a:pt x="12057634" y="1507490"/>
                </a:lnTo>
                <a:lnTo>
                  <a:pt x="12226163" y="1386459"/>
                </a:lnTo>
                <a:cubicBezTo>
                  <a:pt x="13541121" y="491871"/>
                  <a:pt x="15037815" y="39370"/>
                  <a:pt x="16531589" y="3683"/>
                </a:cubicBezTo>
                <a:cubicBezTo>
                  <a:pt x="16687164" y="0"/>
                  <a:pt x="16842739" y="762"/>
                  <a:pt x="16998060" y="6096"/>
                </a:cubicBezTo>
                <a:cubicBezTo>
                  <a:pt x="18891250" y="70612"/>
                  <a:pt x="20748625" y="802386"/>
                  <a:pt x="22192233" y="2149221"/>
                </a:cubicBezTo>
                <a:lnTo>
                  <a:pt x="22383623" y="2336927"/>
                </a:lnTo>
                <a:close/>
              </a:path>
            </a:pathLst>
          </a:custGeom>
          <a:gradFill>
            <a:gsLst>
              <a:gs pos="0">
                <a:srgbClr val="E3E8E2">
                  <a:alpha val="67843"/>
                </a:srgbClr>
              </a:gs>
              <a:gs pos="23000">
                <a:srgbClr val="E3E8E2">
                  <a:alpha val="67843"/>
                </a:srgbClr>
              </a:gs>
              <a:gs pos="100000">
                <a:srgbClr val="DE6BEF">
                  <a:alpha val="78039"/>
                </a:srgbClr>
              </a:gs>
            </a:gsLst>
            <a:lin ang="144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1" name="Google Shape;871;p24"/>
          <p:cNvGrpSpPr/>
          <p:nvPr/>
        </p:nvGrpSpPr>
        <p:grpSpPr>
          <a:xfrm>
            <a:off x="8823669" y="4617545"/>
            <a:ext cx="8143935" cy="3235269"/>
            <a:chOff x="0" y="-28575"/>
            <a:chExt cx="10858580" cy="4313693"/>
          </a:xfrm>
        </p:grpSpPr>
        <p:sp>
          <p:nvSpPr>
            <p:cNvPr id="872" name="Google Shape;872;p24"/>
            <p:cNvSpPr/>
            <p:nvPr/>
          </p:nvSpPr>
          <p:spPr>
            <a:xfrm>
              <a:off x="0" y="0"/>
              <a:ext cx="10858580" cy="4285118"/>
            </a:xfrm>
            <a:custGeom>
              <a:rect b="b" l="l" r="r" t="t"/>
              <a:pathLst>
                <a:path extrusionOk="0" h="4285118" w="10858580">
                  <a:moveTo>
                    <a:pt x="0" y="0"/>
                  </a:moveTo>
                  <a:lnTo>
                    <a:pt x="10858580" y="0"/>
                  </a:lnTo>
                  <a:lnTo>
                    <a:pt x="10858580" y="4285118"/>
                  </a:lnTo>
                  <a:lnTo>
                    <a:pt x="0" y="4285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73" name="Google Shape;873;p24"/>
            <p:cNvSpPr txBox="1"/>
            <p:nvPr/>
          </p:nvSpPr>
          <p:spPr>
            <a:xfrm>
              <a:off x="0" y="-28575"/>
              <a:ext cx="10858580" cy="431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MVC</a:t>
              </a:r>
              <a:endParaRPr/>
            </a:p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Modelo Vista Controlador</a:t>
              </a:r>
              <a:endParaRPr/>
            </a:p>
          </p:txBody>
        </p:sp>
      </p:grpSp>
      <p:grpSp>
        <p:nvGrpSpPr>
          <p:cNvPr id="874" name="Google Shape;874;p24"/>
          <p:cNvGrpSpPr/>
          <p:nvPr/>
        </p:nvGrpSpPr>
        <p:grpSpPr>
          <a:xfrm>
            <a:off x="8744726" y="8050164"/>
            <a:ext cx="8222880" cy="1427504"/>
            <a:chOff x="0" y="-85725"/>
            <a:chExt cx="10963840" cy="1903339"/>
          </a:xfrm>
        </p:grpSpPr>
        <p:sp>
          <p:nvSpPr>
            <p:cNvPr id="875" name="Google Shape;875;p24"/>
            <p:cNvSpPr/>
            <p:nvPr/>
          </p:nvSpPr>
          <p:spPr>
            <a:xfrm>
              <a:off x="0" y="0"/>
              <a:ext cx="10963840" cy="1817614"/>
            </a:xfrm>
            <a:custGeom>
              <a:rect b="b" l="l" r="r" t="t"/>
              <a:pathLst>
                <a:path extrusionOk="0" h="1817614" w="10963840">
                  <a:moveTo>
                    <a:pt x="0" y="0"/>
                  </a:moveTo>
                  <a:lnTo>
                    <a:pt x="10963840" y="0"/>
                  </a:lnTo>
                  <a:lnTo>
                    <a:pt x="10963840" y="1817614"/>
                  </a:lnTo>
                  <a:lnTo>
                    <a:pt x="0" y="1817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76" name="Google Shape;876;p24"/>
            <p:cNvSpPr txBox="1"/>
            <p:nvPr/>
          </p:nvSpPr>
          <p:spPr>
            <a:xfrm>
              <a:off x="0" y="-85725"/>
              <a:ext cx="10963840" cy="1903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Elementos, Ventajas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25"/>
          <p:cNvGrpSpPr/>
          <p:nvPr/>
        </p:nvGrpSpPr>
        <p:grpSpPr>
          <a:xfrm>
            <a:off x="1600200" y="1040259"/>
            <a:ext cx="6260124" cy="1885949"/>
            <a:chOff x="0" y="0"/>
            <a:chExt cx="8346832" cy="2514598"/>
          </a:xfrm>
        </p:grpSpPr>
        <p:sp>
          <p:nvSpPr>
            <p:cNvPr id="882" name="Google Shape;882;p25"/>
            <p:cNvSpPr/>
            <p:nvPr/>
          </p:nvSpPr>
          <p:spPr>
            <a:xfrm>
              <a:off x="0" y="0"/>
              <a:ext cx="8346832" cy="2514598"/>
            </a:xfrm>
            <a:custGeom>
              <a:rect b="b" l="l" r="r" t="t"/>
              <a:pathLst>
                <a:path extrusionOk="0" h="2514598" w="8346832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3" name="Google Shape;883;p25"/>
            <p:cNvSpPr txBox="1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MVC</a:t>
              </a:r>
              <a:endParaRPr/>
            </a:p>
          </p:txBody>
        </p:sp>
      </p:grpSp>
      <p:grpSp>
        <p:nvGrpSpPr>
          <p:cNvPr id="884" name="Google Shape;884;p25"/>
          <p:cNvGrpSpPr/>
          <p:nvPr/>
        </p:nvGrpSpPr>
        <p:grpSpPr>
          <a:xfrm>
            <a:off x="1600200" y="2890488"/>
            <a:ext cx="6260122" cy="5099082"/>
            <a:chOff x="0" y="-47625"/>
            <a:chExt cx="8346830" cy="6798776"/>
          </a:xfrm>
        </p:grpSpPr>
        <p:sp>
          <p:nvSpPr>
            <p:cNvPr id="885" name="Google Shape;885;p25"/>
            <p:cNvSpPr/>
            <p:nvPr/>
          </p:nvSpPr>
          <p:spPr>
            <a:xfrm>
              <a:off x="0" y="0"/>
              <a:ext cx="8346830" cy="6751151"/>
            </a:xfrm>
            <a:custGeom>
              <a:rect b="b" l="l" r="r" t="t"/>
              <a:pathLst>
                <a:path extrusionOk="0" h="6751151" w="8346830">
                  <a:moveTo>
                    <a:pt x="0" y="0"/>
                  </a:moveTo>
                  <a:lnTo>
                    <a:pt x="8346830" y="0"/>
                  </a:lnTo>
                  <a:lnTo>
                    <a:pt x="8346830" y="6751151"/>
                  </a:lnTo>
                  <a:lnTo>
                    <a:pt x="0" y="6751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6" name="Google Shape;886;p25"/>
            <p:cNvSpPr txBox="1"/>
            <p:nvPr/>
          </p:nvSpPr>
          <p:spPr>
            <a:xfrm>
              <a:off x="0" y="-47625"/>
              <a:ext cx="8346830" cy="6798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(Model-View-Controller) es un patrón de diseño arquitectónico que organiza una aplicación en tres componentes principales: Modelo (Model), Vista (View) y Controlador (Controller). Su objetivo es separar las responsabilidades para facilitar el mantenimiento, la escalabilidad y la reutilización del código.</a:t>
              </a:r>
              <a:endParaRPr/>
            </a:p>
          </p:txBody>
        </p:sp>
      </p:grpSp>
      <p:sp>
        <p:nvSpPr>
          <p:cNvPr descr="Patrón de diseño MVC. ¿Qué es y cómo puedo utilizarlo? | Easy App CODE" id="887" name="Google Shape;887;p25"/>
          <p:cNvSpPr/>
          <p:nvPr/>
        </p:nvSpPr>
        <p:spPr>
          <a:xfrm>
            <a:off x="9144000" y="2926207"/>
            <a:ext cx="7429500" cy="4383405"/>
          </a:xfrm>
          <a:custGeom>
            <a:rect b="b" l="l" r="r" t="t"/>
            <a:pathLst>
              <a:path extrusionOk="0" h="4383405" w="7429500">
                <a:moveTo>
                  <a:pt x="0" y="0"/>
                </a:moveTo>
                <a:lnTo>
                  <a:pt x="7429500" y="0"/>
                </a:lnTo>
                <a:lnTo>
                  <a:pt x="7429500" y="4383406"/>
                </a:lnTo>
                <a:lnTo>
                  <a:pt x="0" y="4383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4" l="0" r="0" t="-34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26"/>
          <p:cNvGrpSpPr/>
          <p:nvPr/>
        </p:nvGrpSpPr>
        <p:grpSpPr>
          <a:xfrm>
            <a:off x="1600197" y="633318"/>
            <a:ext cx="8657044" cy="1885949"/>
            <a:chOff x="0" y="0"/>
            <a:chExt cx="11542726" cy="2514598"/>
          </a:xfrm>
        </p:grpSpPr>
        <p:sp>
          <p:nvSpPr>
            <p:cNvPr id="893" name="Google Shape;893;p26"/>
            <p:cNvSpPr/>
            <p:nvPr/>
          </p:nvSpPr>
          <p:spPr>
            <a:xfrm>
              <a:off x="0" y="0"/>
              <a:ext cx="11542726" cy="2514598"/>
            </a:xfrm>
            <a:custGeom>
              <a:rect b="b" l="l" r="r" t="t"/>
              <a:pathLst>
                <a:path extrusionOk="0" h="2514598" w="11542726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94" name="Google Shape;894;p26"/>
            <p:cNvSpPr txBox="1"/>
            <p:nvPr/>
          </p:nvSpPr>
          <p:spPr>
            <a:xfrm>
              <a:off x="0" y="38100"/>
              <a:ext cx="11542726" cy="2476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6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</a:t>
              </a:r>
              <a:endParaRPr/>
            </a:p>
          </p:txBody>
        </p:sp>
      </p:grpSp>
      <p:grpSp>
        <p:nvGrpSpPr>
          <p:cNvPr id="895" name="Google Shape;895;p26"/>
          <p:cNvGrpSpPr/>
          <p:nvPr/>
        </p:nvGrpSpPr>
        <p:grpSpPr>
          <a:xfrm>
            <a:off x="1600197" y="2483547"/>
            <a:ext cx="8657046" cy="7139600"/>
            <a:chOff x="0" y="-47625"/>
            <a:chExt cx="11542728" cy="9519466"/>
          </a:xfrm>
        </p:grpSpPr>
        <p:sp>
          <p:nvSpPr>
            <p:cNvPr id="896" name="Google Shape;896;p26"/>
            <p:cNvSpPr/>
            <p:nvPr/>
          </p:nvSpPr>
          <p:spPr>
            <a:xfrm>
              <a:off x="0" y="0"/>
              <a:ext cx="11542728" cy="9471841"/>
            </a:xfrm>
            <a:custGeom>
              <a:rect b="b" l="l" r="r" t="t"/>
              <a:pathLst>
                <a:path extrusionOk="0" h="9471841" w="11542728">
                  <a:moveTo>
                    <a:pt x="0" y="0"/>
                  </a:moveTo>
                  <a:lnTo>
                    <a:pt x="11542728" y="0"/>
                  </a:lnTo>
                  <a:lnTo>
                    <a:pt x="11542728" y="9471841"/>
                  </a:lnTo>
                  <a:lnTo>
                    <a:pt x="0" y="947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97" name="Google Shape;897;p26"/>
            <p:cNvSpPr txBox="1"/>
            <p:nvPr/>
          </p:nvSpPr>
          <p:spPr>
            <a:xfrm>
              <a:off x="0" y="-47625"/>
              <a:ext cx="11542728" cy="9519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53365" lvl="1" marL="50673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b="1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Modelo: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Representa los datos y la lógica de negocio de la aplicación. Maneja las reglas de negocio, la lógica de la aplicación y la gestión de los datos persistentes (por ejemplo, bases de datos).</a:t>
              </a:r>
              <a:endParaRPr/>
            </a:p>
            <a:p>
              <a:pPr indent="-253365" lvl="1" marL="50673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b="1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Vista: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Es responsable de la presentación de los datos al usuario. Es lo que el usuario ve y con lo que interactúa (la interfaz de usuario). La vista obtiene datos del modelo y los muestra de forma comprensible para el usuario.</a:t>
              </a:r>
              <a:endParaRPr/>
            </a:p>
            <a:p>
              <a:pPr indent="-253365" lvl="1" marL="50673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b="1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Controlador: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Actúa como intermediario entre la vista y el modelo. Recibe las entradas del usuario desde la vista, las procesa y ejecuta las acciones necesarias, como interactuar con el modelo o actualizar la vista.</a:t>
              </a:r>
              <a:endParaRPr/>
            </a:p>
          </p:txBody>
        </p:sp>
      </p:grpSp>
      <p:sp>
        <p:nvSpPr>
          <p:cNvPr descr="Diagrama  Descripción generada automáticamente" id="898" name="Google Shape;898;p26"/>
          <p:cNvSpPr/>
          <p:nvPr/>
        </p:nvSpPr>
        <p:spPr>
          <a:xfrm>
            <a:off x="10823800" y="3706432"/>
            <a:ext cx="6614753" cy="4729549"/>
          </a:xfrm>
          <a:custGeom>
            <a:rect b="b" l="l" r="r" t="t"/>
            <a:pathLst>
              <a:path extrusionOk="0" h="4729549" w="6614753">
                <a:moveTo>
                  <a:pt x="0" y="0"/>
                </a:moveTo>
                <a:lnTo>
                  <a:pt x="6614753" y="0"/>
                </a:lnTo>
                <a:lnTo>
                  <a:pt x="6614753" y="4729550"/>
                </a:lnTo>
                <a:lnTo>
                  <a:pt x="0" y="472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" l="0" r="0" t="-17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27"/>
          <p:cNvGrpSpPr/>
          <p:nvPr/>
        </p:nvGrpSpPr>
        <p:grpSpPr>
          <a:xfrm>
            <a:off x="1600200" y="1714499"/>
            <a:ext cx="6260124" cy="1885949"/>
            <a:chOff x="0" y="0"/>
            <a:chExt cx="8346832" cy="2514598"/>
          </a:xfrm>
        </p:grpSpPr>
        <p:sp>
          <p:nvSpPr>
            <p:cNvPr id="904" name="Google Shape;904;p27"/>
            <p:cNvSpPr/>
            <p:nvPr/>
          </p:nvSpPr>
          <p:spPr>
            <a:xfrm>
              <a:off x="0" y="0"/>
              <a:ext cx="8346832" cy="2514598"/>
            </a:xfrm>
            <a:custGeom>
              <a:rect b="b" l="l" r="r" t="t"/>
              <a:pathLst>
                <a:path extrusionOk="0" h="2514598" w="8346832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05" name="Google Shape;905;p27"/>
            <p:cNvSpPr txBox="1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¿Cómo aplicarlo?</a:t>
              </a:r>
              <a:endParaRPr/>
            </a:p>
          </p:txBody>
        </p:sp>
      </p:grpSp>
      <p:grpSp>
        <p:nvGrpSpPr>
          <p:cNvPr id="906" name="Google Shape;906;p27"/>
          <p:cNvGrpSpPr/>
          <p:nvPr/>
        </p:nvGrpSpPr>
        <p:grpSpPr>
          <a:xfrm>
            <a:off x="1600195" y="4040981"/>
            <a:ext cx="6260122" cy="4531522"/>
            <a:chOff x="0" y="-85725"/>
            <a:chExt cx="8346830" cy="6042029"/>
          </a:xfrm>
        </p:grpSpPr>
        <p:sp>
          <p:nvSpPr>
            <p:cNvPr id="907" name="Google Shape;907;p27"/>
            <p:cNvSpPr/>
            <p:nvPr/>
          </p:nvSpPr>
          <p:spPr>
            <a:xfrm>
              <a:off x="0" y="0"/>
              <a:ext cx="8346830" cy="5956304"/>
            </a:xfrm>
            <a:custGeom>
              <a:rect b="b" l="l" r="r" t="t"/>
              <a:pathLst>
                <a:path extrusionOk="0" h="5956304" w="8346830">
                  <a:moveTo>
                    <a:pt x="0" y="0"/>
                  </a:moveTo>
                  <a:lnTo>
                    <a:pt x="8346830" y="0"/>
                  </a:lnTo>
                  <a:lnTo>
                    <a:pt x="8346830" y="5956304"/>
                  </a:lnTo>
                  <a:lnTo>
                    <a:pt x="0" y="5956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08" name="Google Shape;908;p27"/>
            <p:cNvSpPr txBox="1"/>
            <p:nvPr/>
          </p:nvSpPr>
          <p:spPr>
            <a:xfrm>
              <a:off x="0" y="-85725"/>
              <a:ext cx="8346830" cy="6042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enfoque MVC permite manejar de manera eficiente cómo los datos se muestran al usuario y cómo las interacciones del usuario afectan la aplicación.</a:t>
              </a:r>
              <a:endParaRPr/>
            </a:p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999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descr="Imagen que contiene Forma  Descripción generada automáticamente" id="909" name="Google Shape;909;p27"/>
          <p:cNvSpPr/>
          <p:nvPr/>
        </p:nvSpPr>
        <p:spPr>
          <a:xfrm>
            <a:off x="9144000" y="1468170"/>
            <a:ext cx="7429500" cy="7299481"/>
          </a:xfrm>
          <a:custGeom>
            <a:rect b="b" l="l" r="r" t="t"/>
            <a:pathLst>
              <a:path extrusionOk="0" h="7299481" w="7429500">
                <a:moveTo>
                  <a:pt x="0" y="0"/>
                </a:moveTo>
                <a:lnTo>
                  <a:pt x="7429500" y="0"/>
                </a:lnTo>
                <a:lnTo>
                  <a:pt x="7429500" y="7299482"/>
                </a:lnTo>
                <a:lnTo>
                  <a:pt x="0" y="7299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" r="-7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28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15" name="Google Shape;915;p28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16" name="Google Shape;916;p28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Modelo</a:t>
              </a:r>
              <a:endParaRPr/>
            </a:p>
          </p:txBody>
        </p:sp>
      </p:grpSp>
      <p:sp>
        <p:nvSpPr>
          <p:cNvPr descr="Seguridad Informática" id="917" name="Google Shape;917;p28"/>
          <p:cNvSpPr/>
          <p:nvPr/>
        </p:nvSpPr>
        <p:spPr>
          <a:xfrm>
            <a:off x="1799328" y="1727464"/>
            <a:ext cx="7350855" cy="3840822"/>
          </a:xfrm>
          <a:custGeom>
            <a:rect b="b" l="l" r="r" t="t"/>
            <a:pathLst>
              <a:path extrusionOk="0"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grpSp>
        <p:nvGrpSpPr>
          <p:cNvPr id="918" name="Google Shape;918;p28"/>
          <p:cNvGrpSpPr/>
          <p:nvPr/>
        </p:nvGrpSpPr>
        <p:grpSpPr>
          <a:xfrm>
            <a:off x="10969114" y="1246409"/>
            <a:ext cx="5715000" cy="7729887"/>
            <a:chOff x="0" y="-85725"/>
            <a:chExt cx="7620000" cy="10306516"/>
          </a:xfrm>
        </p:grpSpPr>
        <p:sp>
          <p:nvSpPr>
            <p:cNvPr id="919" name="Google Shape;919;p28"/>
            <p:cNvSpPr/>
            <p:nvPr/>
          </p:nvSpPr>
          <p:spPr>
            <a:xfrm>
              <a:off x="0" y="0"/>
              <a:ext cx="7620000" cy="10220791"/>
            </a:xfrm>
            <a:custGeom>
              <a:rect b="b" l="l" r="r" t="t"/>
              <a:pathLst>
                <a:path extrusionOk="0" h="10220791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0220791"/>
                  </a:lnTo>
                  <a:lnTo>
                    <a:pt x="0" y="10220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0" name="Google Shape;920;p28"/>
            <p:cNvSpPr txBox="1"/>
            <p:nvPr/>
          </p:nvSpPr>
          <p:spPr>
            <a:xfrm>
              <a:off x="0" y="-85725"/>
              <a:ext cx="7620000" cy="10306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capa lógica y de datos de la aplicación.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la estructura de los datos (tablas en bases de datos, estructuras de objetos, etc.).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Gestiona la lógica de negocio y la interacción con la base de datos.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Responde a solicitudes de datos realizadas por el controlador.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Notifica a la vista cuando los datos cambian.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5" name="Google Shape;925;p29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26" name="Google Shape;926;p29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7" name="Google Shape;927;p29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Modelo</a:t>
              </a:r>
              <a:endParaRPr/>
            </a:p>
          </p:txBody>
        </p:sp>
      </p:grpSp>
      <p:sp>
        <p:nvSpPr>
          <p:cNvPr descr="Usuario (informática) - Wikipedia, la enciclopedia libre" id="928" name="Google Shape;928;p29"/>
          <p:cNvSpPr/>
          <p:nvPr/>
        </p:nvSpPr>
        <p:spPr>
          <a:xfrm>
            <a:off x="5309361" y="1727464"/>
            <a:ext cx="3840822" cy="3840822"/>
          </a:xfrm>
          <a:custGeom>
            <a:rect b="b" l="l" r="r" t="t"/>
            <a:pathLst>
              <a:path extrusionOk="0" h="3840822" w="3840822">
                <a:moveTo>
                  <a:pt x="0" y="0"/>
                </a:moveTo>
                <a:lnTo>
                  <a:pt x="3840822" y="0"/>
                </a:lnTo>
                <a:lnTo>
                  <a:pt x="3840822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29" name="Google Shape;929;p29"/>
          <p:cNvGrpSpPr/>
          <p:nvPr/>
        </p:nvGrpSpPr>
        <p:grpSpPr>
          <a:xfrm>
            <a:off x="10886153" y="2660584"/>
            <a:ext cx="6599910" cy="2907702"/>
            <a:chOff x="0" y="-85725"/>
            <a:chExt cx="8799880" cy="3876936"/>
          </a:xfrm>
        </p:grpSpPr>
        <p:sp>
          <p:nvSpPr>
            <p:cNvPr id="930" name="Google Shape;930;p29"/>
            <p:cNvSpPr/>
            <p:nvPr/>
          </p:nvSpPr>
          <p:spPr>
            <a:xfrm>
              <a:off x="0" y="0"/>
              <a:ext cx="8799880" cy="3791211"/>
            </a:xfrm>
            <a:custGeom>
              <a:rect b="b" l="l" r="r" t="t"/>
              <a:pathLst>
                <a:path extrusionOk="0" h="3791211" w="8799880">
                  <a:moveTo>
                    <a:pt x="0" y="0"/>
                  </a:moveTo>
                  <a:lnTo>
                    <a:pt x="8799880" y="0"/>
                  </a:lnTo>
                  <a:lnTo>
                    <a:pt x="8799880" y="3791211"/>
                  </a:lnTo>
                  <a:lnTo>
                    <a:pt x="0" y="3791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31" name="Google Shape;931;p29"/>
            <p:cNvSpPr txBox="1"/>
            <p:nvPr/>
          </p:nvSpPr>
          <p:spPr>
            <a:xfrm>
              <a:off x="0" y="-85725"/>
              <a:ext cx="8799880" cy="3876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Para un sistema de usuarios, el modelo puede incluir la definición de la entidad "Usuario" y métodos como crearUsuario, editarUsuario y obtenerUsuarioPorID.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6" name="Google Shape;936;p30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37" name="Google Shape;937;p30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38" name="Google Shape;938;p30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Vista</a:t>
              </a:r>
              <a:endParaRPr/>
            </a:p>
          </p:txBody>
        </p:sp>
      </p:grpSp>
      <p:sp>
        <p:nvSpPr>
          <p:cNvPr descr="Seguridad Informática" id="939" name="Google Shape;939;p30"/>
          <p:cNvSpPr/>
          <p:nvPr/>
        </p:nvSpPr>
        <p:spPr>
          <a:xfrm>
            <a:off x="1799328" y="1727464"/>
            <a:ext cx="7350855" cy="3840822"/>
          </a:xfrm>
          <a:custGeom>
            <a:rect b="b" l="l" r="r" t="t"/>
            <a:pathLst>
              <a:path extrusionOk="0"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grpSp>
        <p:nvGrpSpPr>
          <p:cNvPr id="940" name="Google Shape;940;p30"/>
          <p:cNvGrpSpPr/>
          <p:nvPr/>
        </p:nvGrpSpPr>
        <p:grpSpPr>
          <a:xfrm>
            <a:off x="10858500" y="1652260"/>
            <a:ext cx="5715000" cy="5881455"/>
            <a:chOff x="0" y="-85725"/>
            <a:chExt cx="7620000" cy="7841940"/>
          </a:xfrm>
        </p:grpSpPr>
        <p:sp>
          <p:nvSpPr>
            <p:cNvPr id="941" name="Google Shape;941;p30"/>
            <p:cNvSpPr/>
            <p:nvPr/>
          </p:nvSpPr>
          <p:spPr>
            <a:xfrm>
              <a:off x="0" y="0"/>
              <a:ext cx="7620000" cy="7756215"/>
            </a:xfrm>
            <a:custGeom>
              <a:rect b="b" l="l" r="r" t="t"/>
              <a:pathLst>
                <a:path extrusionOk="0" h="7756215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756215"/>
                  </a:lnTo>
                  <a:lnTo>
                    <a:pt x="0" y="7756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2" name="Google Shape;942;p30"/>
            <p:cNvSpPr txBox="1"/>
            <p:nvPr/>
          </p:nvSpPr>
          <p:spPr>
            <a:xfrm>
              <a:off x="0" y="-85725"/>
              <a:ext cx="7620000" cy="7841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interfaz de usuario.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Presenta los datos al usuario final (generalmente en forma visual).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Depende del modelo, pero no lo modifica directamente.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 actualiza automáticamente cuando el modelo cambia, en implementaciones más avanzadas.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31"/>
          <p:cNvGrpSpPr/>
          <p:nvPr/>
        </p:nvGrpSpPr>
        <p:grpSpPr>
          <a:xfrm>
            <a:off x="1491020" y="6856973"/>
            <a:ext cx="7652981" cy="2884394"/>
            <a:chOff x="0" y="0"/>
            <a:chExt cx="10203974" cy="3845858"/>
          </a:xfrm>
        </p:grpSpPr>
        <p:sp>
          <p:nvSpPr>
            <p:cNvPr id="948" name="Google Shape;948;p31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9" name="Google Shape;949;p31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Vista</a:t>
              </a:r>
              <a:endParaRPr/>
            </a:p>
          </p:txBody>
        </p:sp>
      </p:grpSp>
      <p:sp>
        <p:nvSpPr>
          <p:cNvPr descr="Lista de usuarios con PHP y MySql - 18" id="950" name="Google Shape;950;p31"/>
          <p:cNvSpPr/>
          <p:nvPr/>
        </p:nvSpPr>
        <p:spPr>
          <a:xfrm>
            <a:off x="1028700" y="2901177"/>
            <a:ext cx="10057383" cy="3655043"/>
          </a:xfrm>
          <a:custGeom>
            <a:rect b="b" l="l" r="r" t="t"/>
            <a:pathLst>
              <a:path extrusionOk="0" h="3655043" w="10057383">
                <a:moveTo>
                  <a:pt x="0" y="0"/>
                </a:moveTo>
                <a:lnTo>
                  <a:pt x="10057383" y="0"/>
                </a:lnTo>
                <a:lnTo>
                  <a:pt x="10057383" y="3655043"/>
                </a:lnTo>
                <a:lnTo>
                  <a:pt x="0" y="36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367" l="0" r="-14960" t="-20569"/>
            </a:stretch>
          </a:blipFill>
          <a:ln>
            <a:noFill/>
          </a:ln>
        </p:spPr>
      </p:sp>
      <p:grpSp>
        <p:nvGrpSpPr>
          <p:cNvPr id="951" name="Google Shape;951;p31"/>
          <p:cNvGrpSpPr/>
          <p:nvPr/>
        </p:nvGrpSpPr>
        <p:grpSpPr>
          <a:xfrm>
            <a:off x="11798717" y="3614614"/>
            <a:ext cx="5715000" cy="2468063"/>
            <a:chOff x="0" y="-85725"/>
            <a:chExt cx="7620000" cy="3290750"/>
          </a:xfrm>
        </p:grpSpPr>
        <p:sp>
          <p:nvSpPr>
            <p:cNvPr id="952" name="Google Shape;952;p31"/>
            <p:cNvSpPr/>
            <p:nvPr/>
          </p:nvSpPr>
          <p:spPr>
            <a:xfrm>
              <a:off x="0" y="0"/>
              <a:ext cx="7620000" cy="3205025"/>
            </a:xfrm>
            <a:custGeom>
              <a:rect b="b" l="l" r="r" t="t"/>
              <a:pathLst>
                <a:path extrusionOk="0" h="3205025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205025"/>
                  </a:lnTo>
                  <a:lnTo>
                    <a:pt x="0" y="3205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3" name="Google Shape;953;p31"/>
            <p:cNvSpPr txBox="1"/>
            <p:nvPr/>
          </p:nvSpPr>
          <p:spPr>
            <a:xfrm>
              <a:off x="0" y="-85725"/>
              <a:ext cx="7620000" cy="3290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formulario de registro o una lista de usuarios mostrada en una ventana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32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59" name="Google Shape;959;p32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0" name="Google Shape;960;p32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Controlador</a:t>
              </a:r>
              <a:endParaRPr/>
            </a:p>
          </p:txBody>
        </p:sp>
      </p:grpSp>
      <p:sp>
        <p:nvSpPr>
          <p:cNvPr descr="Seguridad Informática" id="961" name="Google Shape;961;p32"/>
          <p:cNvSpPr/>
          <p:nvPr/>
        </p:nvSpPr>
        <p:spPr>
          <a:xfrm>
            <a:off x="1799328" y="1727464"/>
            <a:ext cx="7350855" cy="3840822"/>
          </a:xfrm>
          <a:custGeom>
            <a:rect b="b" l="l" r="r" t="t"/>
            <a:pathLst>
              <a:path extrusionOk="0"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grpSp>
        <p:nvGrpSpPr>
          <p:cNvPr id="962" name="Google Shape;962;p32"/>
          <p:cNvGrpSpPr/>
          <p:nvPr/>
        </p:nvGrpSpPr>
        <p:grpSpPr>
          <a:xfrm>
            <a:off x="10858500" y="1652260"/>
            <a:ext cx="5715000" cy="6920239"/>
            <a:chOff x="0" y="-85725"/>
            <a:chExt cx="7620000" cy="9226985"/>
          </a:xfrm>
        </p:grpSpPr>
        <p:sp>
          <p:nvSpPr>
            <p:cNvPr id="963" name="Google Shape;963;p32"/>
            <p:cNvSpPr/>
            <p:nvPr/>
          </p:nvSpPr>
          <p:spPr>
            <a:xfrm>
              <a:off x="0" y="0"/>
              <a:ext cx="7620000" cy="9141260"/>
            </a:xfrm>
            <a:custGeom>
              <a:rect b="b" l="l" r="r" t="t"/>
              <a:pathLst>
                <a:path extrusionOk="0" h="914126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9141260"/>
                  </a:lnTo>
                  <a:lnTo>
                    <a:pt x="0" y="9141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4" name="Google Shape;964;p32"/>
            <p:cNvSpPr txBox="1"/>
            <p:nvPr/>
          </p:nvSpPr>
          <p:spPr>
            <a:xfrm>
              <a:off x="0" y="-85725"/>
              <a:ext cx="7620000" cy="9226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Actúa como un intermediario entre el modelo y la vista.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Recibe las entradas del usuario (a través de la vista) y las procesa.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Llama a los métodos del modelo para realizar operaciones o actualizar los datos.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Actualiza la vista en función de los resultados.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969;p33"/>
          <p:cNvGrpSpPr/>
          <p:nvPr/>
        </p:nvGrpSpPr>
        <p:grpSpPr>
          <a:xfrm>
            <a:off x="1497202" y="6838161"/>
            <a:ext cx="7652981" cy="2884394"/>
            <a:chOff x="0" y="0"/>
            <a:chExt cx="10203974" cy="3845858"/>
          </a:xfrm>
        </p:grpSpPr>
        <p:sp>
          <p:nvSpPr>
            <p:cNvPr id="970" name="Google Shape;970;p33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71" name="Google Shape;971;p33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Controlador</a:t>
              </a:r>
              <a:endParaRPr/>
            </a:p>
          </p:txBody>
        </p:sp>
      </p:grpSp>
      <p:sp>
        <p:nvSpPr>
          <p:cNvPr descr="Código de JavaScript - Confirmar el envió de un formulario mediante una  ventana modal" id="972" name="Google Shape;972;p33"/>
          <p:cNvSpPr/>
          <p:nvPr/>
        </p:nvSpPr>
        <p:spPr>
          <a:xfrm>
            <a:off x="3071756" y="1669974"/>
            <a:ext cx="6078427" cy="4817152"/>
          </a:xfrm>
          <a:custGeom>
            <a:rect b="b" l="l" r="r" t="t"/>
            <a:pathLst>
              <a:path extrusionOk="0" h="4817152" w="6078427">
                <a:moveTo>
                  <a:pt x="0" y="0"/>
                </a:moveTo>
                <a:lnTo>
                  <a:pt x="6078427" y="0"/>
                </a:lnTo>
                <a:lnTo>
                  <a:pt x="6078427" y="4817152"/>
                </a:lnTo>
                <a:lnTo>
                  <a:pt x="0" y="4817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" l="0" r="0" t="-18"/>
            </a:stretch>
          </a:blipFill>
          <a:ln>
            <a:noFill/>
          </a:ln>
        </p:spPr>
      </p:sp>
      <p:grpSp>
        <p:nvGrpSpPr>
          <p:cNvPr id="973" name="Google Shape;973;p33"/>
          <p:cNvGrpSpPr/>
          <p:nvPr/>
        </p:nvGrpSpPr>
        <p:grpSpPr>
          <a:xfrm>
            <a:off x="10499005" y="2169674"/>
            <a:ext cx="5715000" cy="3753457"/>
            <a:chOff x="0" y="-85725"/>
            <a:chExt cx="7620000" cy="5004609"/>
          </a:xfrm>
        </p:grpSpPr>
        <p:sp>
          <p:nvSpPr>
            <p:cNvPr id="974" name="Google Shape;974;p33"/>
            <p:cNvSpPr/>
            <p:nvPr/>
          </p:nvSpPr>
          <p:spPr>
            <a:xfrm>
              <a:off x="0" y="0"/>
              <a:ext cx="7620000" cy="4918884"/>
            </a:xfrm>
            <a:custGeom>
              <a:rect b="b" l="l" r="r" t="t"/>
              <a:pathLst>
                <a:path extrusionOk="0" h="4918884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918884"/>
                  </a:lnTo>
                  <a:lnTo>
                    <a:pt x="0" y="49188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75" name="Google Shape;975;p33"/>
            <p:cNvSpPr txBox="1"/>
            <p:nvPr/>
          </p:nvSpPr>
          <p:spPr>
            <a:xfrm>
              <a:off x="0" y="-85725"/>
              <a:ext cx="7620000" cy="5004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Si un usuario presiona el botón "Enviar", el controlador valida los datos, llama al método guardarUsuario del modelo, y decide si mostrar un mensaje de éxito o error.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34"/>
          <p:cNvGrpSpPr/>
          <p:nvPr/>
        </p:nvGrpSpPr>
        <p:grpSpPr>
          <a:xfrm>
            <a:off x="1600197" y="899520"/>
            <a:ext cx="8657044" cy="1885949"/>
            <a:chOff x="0" y="0"/>
            <a:chExt cx="11542726" cy="2514598"/>
          </a:xfrm>
        </p:grpSpPr>
        <p:sp>
          <p:nvSpPr>
            <p:cNvPr id="981" name="Google Shape;981;p34"/>
            <p:cNvSpPr/>
            <p:nvPr/>
          </p:nvSpPr>
          <p:spPr>
            <a:xfrm>
              <a:off x="0" y="0"/>
              <a:ext cx="11542726" cy="2514598"/>
            </a:xfrm>
            <a:custGeom>
              <a:rect b="b" l="l" r="r" t="t"/>
              <a:pathLst>
                <a:path extrusionOk="0" h="2514598" w="11542726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82" name="Google Shape;982;p34"/>
            <p:cNvSpPr txBox="1"/>
            <p:nvPr/>
          </p:nvSpPr>
          <p:spPr>
            <a:xfrm>
              <a:off x="0" y="57150"/>
              <a:ext cx="11542726" cy="2457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</a:t>
              </a:r>
              <a:endParaRPr/>
            </a:p>
          </p:txBody>
        </p:sp>
      </p:grpSp>
      <p:grpSp>
        <p:nvGrpSpPr>
          <p:cNvPr id="983" name="Google Shape;983;p34"/>
          <p:cNvGrpSpPr/>
          <p:nvPr/>
        </p:nvGrpSpPr>
        <p:grpSpPr>
          <a:xfrm>
            <a:off x="1600197" y="3039313"/>
            <a:ext cx="8657046" cy="4903064"/>
            <a:chOff x="0" y="-47625"/>
            <a:chExt cx="11542728" cy="6537418"/>
          </a:xfrm>
        </p:grpSpPr>
        <p:sp>
          <p:nvSpPr>
            <p:cNvPr id="984" name="Google Shape;984;p34"/>
            <p:cNvSpPr/>
            <p:nvPr/>
          </p:nvSpPr>
          <p:spPr>
            <a:xfrm>
              <a:off x="0" y="0"/>
              <a:ext cx="11542728" cy="6489793"/>
            </a:xfrm>
            <a:custGeom>
              <a:rect b="b" l="l" r="r" t="t"/>
              <a:pathLst>
                <a:path extrusionOk="0" h="6489793" w="11542728">
                  <a:moveTo>
                    <a:pt x="0" y="0"/>
                  </a:moveTo>
                  <a:lnTo>
                    <a:pt x="11542728" y="0"/>
                  </a:lnTo>
                  <a:lnTo>
                    <a:pt x="11542728" y="6489793"/>
                  </a:lnTo>
                  <a:lnTo>
                    <a:pt x="0" y="64897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85" name="Google Shape;985;p34"/>
            <p:cNvSpPr txBox="1"/>
            <p:nvPr/>
          </p:nvSpPr>
          <p:spPr>
            <a:xfrm>
              <a:off x="0" y="-47625"/>
              <a:ext cx="11542728" cy="653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57888" lvl="1" marL="515776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usuario interactúa con la vista (por ejemplo, llena un formulario o hace clic en un botón).</a:t>
              </a:r>
              <a:endParaRPr/>
            </a:p>
            <a:p>
              <a:pPr indent="-257888" lvl="1" marL="515776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envía la solicitud al controlador.</a:t>
              </a:r>
              <a:endParaRPr/>
            </a:p>
            <a:p>
              <a:pPr indent="-257888" lvl="1" marL="515776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procesa la solicitud, valida los datos y realiza las operaciones necesarias en el modelo.</a:t>
              </a:r>
              <a:endParaRPr/>
            </a:p>
            <a:p>
              <a:pPr indent="-257888" lvl="1" marL="515776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actualiza los datos y notifica al controlador si hubo algún cambio.</a:t>
              </a:r>
              <a:endParaRPr/>
            </a:p>
            <a:p>
              <a:pPr indent="-257888" lvl="1" marL="515776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envía las actualizaciones a la vista, que presenta la información actualizada al usuario.</a:t>
              </a:r>
              <a:endParaRPr/>
            </a:p>
          </p:txBody>
        </p:sp>
      </p:grpSp>
      <p:sp>
        <p:nvSpPr>
          <p:cNvPr descr="Diagrama de flujo" id="986" name="Google Shape;986;p34"/>
          <p:cNvSpPr/>
          <p:nvPr/>
        </p:nvSpPr>
        <p:spPr>
          <a:xfrm>
            <a:off x="12051013" y="3075032"/>
            <a:ext cx="4716063" cy="4716063"/>
          </a:xfrm>
          <a:custGeom>
            <a:rect b="b" l="l" r="r" t="t"/>
            <a:pathLst>
              <a:path extrusionOk="0" h="4716063" w="4716063">
                <a:moveTo>
                  <a:pt x="0" y="0"/>
                </a:moveTo>
                <a:lnTo>
                  <a:pt x="4716063" y="0"/>
                </a:lnTo>
                <a:lnTo>
                  <a:pt x="4716063" y="4716063"/>
                </a:lnTo>
                <a:lnTo>
                  <a:pt x="0" y="471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5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araguas azul entre una multitud de paraguas blancos" id="992" name="Google Shape;992;p35"/>
          <p:cNvSpPr/>
          <p:nvPr/>
        </p:nvSpPr>
        <p:spPr>
          <a:xfrm>
            <a:off x="30" y="15"/>
            <a:ext cx="18287968" cy="10286985"/>
          </a:xfrm>
          <a:custGeom>
            <a:rect b="b" l="l" r="r" t="t"/>
            <a:pathLst>
              <a:path extrusionOk="0" h="10286985" w="18287968">
                <a:moveTo>
                  <a:pt x="0" y="0"/>
                </a:moveTo>
                <a:lnTo>
                  <a:pt x="18287968" y="0"/>
                </a:lnTo>
                <a:lnTo>
                  <a:pt x="1828796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78" l="0" r="-212" t="0"/>
            </a:stretch>
          </a:blipFill>
          <a:ln>
            <a:noFill/>
          </a:ln>
        </p:spPr>
      </p:sp>
      <p:sp>
        <p:nvSpPr>
          <p:cNvPr id="993" name="Google Shape;993;p35"/>
          <p:cNvSpPr/>
          <p:nvPr/>
        </p:nvSpPr>
        <p:spPr>
          <a:xfrm rot="5400000">
            <a:off x="1440378" y="-1440418"/>
            <a:ext cx="10287000" cy="13167835"/>
          </a:xfrm>
          <a:custGeom>
            <a:rect b="b" l="l" r="r" t="t"/>
            <a:pathLst>
              <a:path extrusionOk="0" h="17557114" w="13716000">
                <a:moveTo>
                  <a:pt x="0" y="0"/>
                </a:moveTo>
                <a:lnTo>
                  <a:pt x="13716000" y="0"/>
                </a:lnTo>
                <a:lnTo>
                  <a:pt x="13716000" y="17557114"/>
                </a:lnTo>
                <a:lnTo>
                  <a:pt x="0" y="17557114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8039"/>
                </a:srgbClr>
              </a:gs>
              <a:gs pos="100000">
                <a:srgbClr val="000000">
                  <a:alpha val="50980"/>
                </a:srgbClr>
              </a:gs>
            </a:gsLst>
            <a:lin ang="0" scaled="0"/>
          </a:gradFill>
          <a:ln>
            <a:noFill/>
          </a:ln>
        </p:spPr>
      </p:sp>
      <p:grpSp>
        <p:nvGrpSpPr>
          <p:cNvPr id="994" name="Google Shape;994;p35"/>
          <p:cNvGrpSpPr/>
          <p:nvPr/>
        </p:nvGrpSpPr>
        <p:grpSpPr>
          <a:xfrm>
            <a:off x="1600203" y="1662113"/>
            <a:ext cx="7543797" cy="3479300"/>
            <a:chOff x="0" y="-28575"/>
            <a:chExt cx="10058396" cy="4639067"/>
          </a:xfrm>
        </p:grpSpPr>
        <p:sp>
          <p:nvSpPr>
            <p:cNvPr id="995" name="Google Shape;995;p35"/>
            <p:cNvSpPr/>
            <p:nvPr/>
          </p:nvSpPr>
          <p:spPr>
            <a:xfrm>
              <a:off x="0" y="0"/>
              <a:ext cx="10058396" cy="4610492"/>
            </a:xfrm>
            <a:custGeom>
              <a:rect b="b" l="l" r="r" t="t"/>
              <a:pathLst>
                <a:path extrusionOk="0" h="4610492" w="10058396">
                  <a:moveTo>
                    <a:pt x="0" y="0"/>
                  </a:moveTo>
                  <a:lnTo>
                    <a:pt x="10058396" y="0"/>
                  </a:lnTo>
                  <a:lnTo>
                    <a:pt x="10058396" y="4610492"/>
                  </a:lnTo>
                  <a:lnTo>
                    <a:pt x="0" y="4610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6" name="Google Shape;996;p35"/>
            <p:cNvSpPr txBox="1"/>
            <p:nvPr/>
          </p:nvSpPr>
          <p:spPr>
            <a:xfrm>
              <a:off x="0" y="-28575"/>
              <a:ext cx="10058396" cy="4639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Ventajas (MVC)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36"/>
          <p:cNvGrpSpPr/>
          <p:nvPr/>
        </p:nvGrpSpPr>
        <p:grpSpPr>
          <a:xfrm>
            <a:off x="1600202" y="1714498"/>
            <a:ext cx="5103384" cy="4071335"/>
            <a:chOff x="0" y="0"/>
            <a:chExt cx="6804512" cy="5428446"/>
          </a:xfrm>
        </p:grpSpPr>
        <p:sp>
          <p:nvSpPr>
            <p:cNvPr id="1002" name="Google Shape;1002;p36"/>
            <p:cNvSpPr/>
            <p:nvPr/>
          </p:nvSpPr>
          <p:spPr>
            <a:xfrm>
              <a:off x="0" y="0"/>
              <a:ext cx="6804512" cy="5428446"/>
            </a:xfrm>
            <a:custGeom>
              <a:rect b="b" l="l" r="r" t="t"/>
              <a:pathLst>
                <a:path extrusionOk="0" h="5428446" w="6804512">
                  <a:moveTo>
                    <a:pt x="0" y="0"/>
                  </a:moveTo>
                  <a:lnTo>
                    <a:pt x="6804512" y="0"/>
                  </a:lnTo>
                  <a:lnTo>
                    <a:pt x="6804512" y="5428446"/>
                  </a:lnTo>
                  <a:lnTo>
                    <a:pt x="0" y="5428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3" name="Google Shape;1003;p36"/>
            <p:cNvSpPr txBox="1"/>
            <p:nvPr/>
          </p:nvSpPr>
          <p:spPr>
            <a:xfrm>
              <a:off x="0" y="28575"/>
              <a:ext cx="6804512" cy="5399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Separación de responsabilidades</a:t>
              </a:r>
              <a:endParaRPr/>
            </a:p>
          </p:txBody>
        </p:sp>
      </p:grpSp>
      <p:sp>
        <p:nvSpPr>
          <p:cNvPr descr="Separación de responsabilidades - Platzi" id="1004" name="Google Shape;1004;p36"/>
          <p:cNvSpPr/>
          <p:nvPr/>
        </p:nvSpPr>
        <p:spPr>
          <a:xfrm>
            <a:off x="8485178" y="3395483"/>
            <a:ext cx="8259771" cy="2168188"/>
          </a:xfrm>
          <a:custGeom>
            <a:rect b="b" l="l" r="r" t="t"/>
            <a:pathLst>
              <a:path extrusionOk="0" h="2168188" w="8259771">
                <a:moveTo>
                  <a:pt x="0" y="0"/>
                </a:moveTo>
                <a:lnTo>
                  <a:pt x="8259771" y="0"/>
                </a:lnTo>
                <a:lnTo>
                  <a:pt x="8259771" y="2168188"/>
                </a:lnTo>
                <a:lnTo>
                  <a:pt x="0" y="2168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grpSp>
        <p:nvGrpSpPr>
          <p:cNvPr id="1005" name="Google Shape;1005;p36"/>
          <p:cNvGrpSpPr/>
          <p:nvPr/>
        </p:nvGrpSpPr>
        <p:grpSpPr>
          <a:xfrm>
            <a:off x="8392788" y="5825276"/>
            <a:ext cx="8259771" cy="2808637"/>
            <a:chOff x="0" y="-76200"/>
            <a:chExt cx="11013028" cy="3744850"/>
          </a:xfrm>
        </p:grpSpPr>
        <p:sp>
          <p:nvSpPr>
            <p:cNvPr id="1006" name="Google Shape;1006;p36"/>
            <p:cNvSpPr/>
            <p:nvPr/>
          </p:nvSpPr>
          <p:spPr>
            <a:xfrm>
              <a:off x="0" y="0"/>
              <a:ext cx="11013028" cy="3668650"/>
            </a:xfrm>
            <a:custGeom>
              <a:rect b="b" l="l" r="r" t="t"/>
              <a:pathLst>
                <a:path extrusionOk="0" h="3668650" w="11013028">
                  <a:moveTo>
                    <a:pt x="0" y="0"/>
                  </a:moveTo>
                  <a:lnTo>
                    <a:pt x="11013028" y="0"/>
                  </a:lnTo>
                  <a:lnTo>
                    <a:pt x="11013028" y="3668650"/>
                  </a:lnTo>
                  <a:lnTo>
                    <a:pt x="0" y="3668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7" name="Google Shape;1007;p36"/>
            <p:cNvSpPr txBox="1"/>
            <p:nvPr/>
          </p:nvSpPr>
          <p:spPr>
            <a:xfrm>
              <a:off x="0" y="-76200"/>
              <a:ext cx="11013028" cy="3744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gestiona los datos.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gestiona la presentación.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gestiona la lógica de aplicación.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3" name="Google Shape;1013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descr="Norma UNE-EN-60706 la Mantenibilidad|Terotecnic Ingeniería" id="1014" name="Google Shape;1014;p37"/>
          <p:cNvSpPr/>
          <p:nvPr/>
        </p:nvSpPr>
        <p:spPr>
          <a:xfrm>
            <a:off x="30" y="15"/>
            <a:ext cx="18287970" cy="10286984"/>
          </a:xfrm>
          <a:custGeom>
            <a:rect b="b" l="l" r="r" t="t"/>
            <a:pathLst>
              <a:path extrusionOk="0" h="10286984" w="18287970">
                <a:moveTo>
                  <a:pt x="0" y="0"/>
                </a:moveTo>
                <a:lnTo>
                  <a:pt x="18287970" y="0"/>
                </a:lnTo>
                <a:lnTo>
                  <a:pt x="18287970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" l="-2971" r="-13873" t="0"/>
            </a:stretch>
          </a:blipFill>
          <a:ln>
            <a:noFill/>
          </a:ln>
        </p:spPr>
      </p:sp>
      <p:grpSp>
        <p:nvGrpSpPr>
          <p:cNvPr id="1015" name="Google Shape;1015;p37"/>
          <p:cNvGrpSpPr/>
          <p:nvPr/>
        </p:nvGrpSpPr>
        <p:grpSpPr>
          <a:xfrm>
            <a:off x="1600200" y="1714500"/>
            <a:ext cx="8018253" cy="1885950"/>
            <a:chOff x="0" y="0"/>
            <a:chExt cx="10691004" cy="2514600"/>
          </a:xfrm>
        </p:grpSpPr>
        <p:sp>
          <p:nvSpPr>
            <p:cNvPr id="1016" name="Google Shape;1016;p37"/>
            <p:cNvSpPr/>
            <p:nvPr/>
          </p:nvSpPr>
          <p:spPr>
            <a:xfrm>
              <a:off x="0" y="0"/>
              <a:ext cx="10691004" cy="2514600"/>
            </a:xfrm>
            <a:custGeom>
              <a:rect b="b" l="l" r="r" t="t"/>
              <a:pathLst>
                <a:path extrusionOk="0" h="2514600" w="10691004">
                  <a:moveTo>
                    <a:pt x="0" y="0"/>
                  </a:moveTo>
                  <a:lnTo>
                    <a:pt x="10691004" y="0"/>
                  </a:lnTo>
                  <a:lnTo>
                    <a:pt x="10691004" y="2514600"/>
                  </a:lnTo>
                  <a:lnTo>
                    <a:pt x="0" y="2514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17" name="Google Shape;1017;p37"/>
            <p:cNvSpPr txBox="1"/>
            <p:nvPr/>
          </p:nvSpPr>
          <p:spPr>
            <a:xfrm>
              <a:off x="0" y="57150"/>
              <a:ext cx="10691004" cy="2457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Mantenibilidad</a:t>
              </a:r>
              <a:endParaRPr/>
            </a:p>
          </p:txBody>
        </p:sp>
      </p:grpSp>
      <p:grpSp>
        <p:nvGrpSpPr>
          <p:cNvPr id="1018" name="Google Shape;1018;p37"/>
          <p:cNvGrpSpPr/>
          <p:nvPr/>
        </p:nvGrpSpPr>
        <p:grpSpPr>
          <a:xfrm>
            <a:off x="1600197" y="3915516"/>
            <a:ext cx="7543803" cy="2417054"/>
            <a:chOff x="0" y="-76200"/>
            <a:chExt cx="10058404" cy="3222738"/>
          </a:xfrm>
        </p:grpSpPr>
        <p:sp>
          <p:nvSpPr>
            <p:cNvPr id="1019" name="Google Shape;1019;p37"/>
            <p:cNvSpPr/>
            <p:nvPr/>
          </p:nvSpPr>
          <p:spPr>
            <a:xfrm>
              <a:off x="0" y="0"/>
              <a:ext cx="10058404" cy="3146538"/>
            </a:xfrm>
            <a:custGeom>
              <a:rect b="b" l="l" r="r" t="t"/>
              <a:pathLst>
                <a:path extrusionOk="0" h="3146538" w="10058404">
                  <a:moveTo>
                    <a:pt x="0" y="0"/>
                  </a:moveTo>
                  <a:lnTo>
                    <a:pt x="10058404" y="0"/>
                  </a:lnTo>
                  <a:lnTo>
                    <a:pt x="10058404" y="3146538"/>
                  </a:lnTo>
                  <a:lnTo>
                    <a:pt x="0" y="3146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20" name="Google Shape;1020;p37"/>
            <p:cNvSpPr txBox="1"/>
            <p:nvPr/>
          </p:nvSpPr>
          <p:spPr>
            <a:xfrm>
              <a:off x="0" y="-76200"/>
              <a:ext cx="10058404" cy="3222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 código está mejor organizado, lo que facilita la corrección de errores y la implementación de nuevas funcionalidades.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oogle Shape;1025;p38"/>
          <p:cNvGrpSpPr/>
          <p:nvPr/>
        </p:nvGrpSpPr>
        <p:grpSpPr>
          <a:xfrm>
            <a:off x="1600200" y="5585900"/>
            <a:ext cx="6028008" cy="3128742"/>
            <a:chOff x="0" y="0"/>
            <a:chExt cx="8037344" cy="4171656"/>
          </a:xfrm>
        </p:grpSpPr>
        <p:sp>
          <p:nvSpPr>
            <p:cNvPr id="1026" name="Google Shape;1026;p38"/>
            <p:cNvSpPr/>
            <p:nvPr/>
          </p:nvSpPr>
          <p:spPr>
            <a:xfrm>
              <a:off x="0" y="0"/>
              <a:ext cx="8037344" cy="4171656"/>
            </a:xfrm>
            <a:custGeom>
              <a:rect b="b" l="l" r="r" t="t"/>
              <a:pathLst>
                <a:path extrusionOk="0" h="4171656" w="8037344">
                  <a:moveTo>
                    <a:pt x="0" y="0"/>
                  </a:moveTo>
                  <a:lnTo>
                    <a:pt x="8037344" y="0"/>
                  </a:lnTo>
                  <a:lnTo>
                    <a:pt x="8037344" y="4171656"/>
                  </a:lnTo>
                  <a:lnTo>
                    <a:pt x="0" y="4171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27" name="Google Shape;1027;p38"/>
            <p:cNvSpPr txBox="1"/>
            <p:nvPr/>
          </p:nvSpPr>
          <p:spPr>
            <a:xfrm>
              <a:off x="0" y="57150"/>
              <a:ext cx="8037344" cy="4114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Reutilización del código</a:t>
              </a:r>
              <a:endParaRPr/>
            </a:p>
          </p:txBody>
        </p:sp>
      </p:grpSp>
      <p:sp>
        <p:nvSpPr>
          <p:cNvPr descr="Conoce como reutilizar código con los custom hooks de React | EDteam" id="1028" name="Google Shape;1028;p38"/>
          <p:cNvSpPr/>
          <p:nvPr/>
        </p:nvSpPr>
        <p:spPr>
          <a:xfrm>
            <a:off x="9144000" y="964406"/>
            <a:ext cx="7429501" cy="4179094"/>
          </a:xfrm>
          <a:custGeom>
            <a:rect b="b" l="l" r="r" t="t"/>
            <a:pathLst>
              <a:path extrusionOk="0" h="4179094" w="7429501">
                <a:moveTo>
                  <a:pt x="0" y="0"/>
                </a:moveTo>
                <a:lnTo>
                  <a:pt x="7429501" y="0"/>
                </a:lnTo>
                <a:lnTo>
                  <a:pt x="7429501" y="4179094"/>
                </a:lnTo>
                <a:lnTo>
                  <a:pt x="0" y="4179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9" name="Google Shape;1029;p38"/>
          <p:cNvGrpSpPr/>
          <p:nvPr/>
        </p:nvGrpSpPr>
        <p:grpSpPr>
          <a:xfrm>
            <a:off x="9016074" y="5592134"/>
            <a:ext cx="7557426" cy="3136719"/>
            <a:chOff x="0" y="-76200"/>
            <a:chExt cx="10076568" cy="4182292"/>
          </a:xfrm>
        </p:grpSpPr>
        <p:sp>
          <p:nvSpPr>
            <p:cNvPr id="1030" name="Google Shape;1030;p38"/>
            <p:cNvSpPr/>
            <p:nvPr/>
          </p:nvSpPr>
          <p:spPr>
            <a:xfrm>
              <a:off x="0" y="0"/>
              <a:ext cx="10076568" cy="4106092"/>
            </a:xfrm>
            <a:custGeom>
              <a:rect b="b" l="l" r="r" t="t"/>
              <a:pathLst>
                <a:path extrusionOk="0" h="4106092" w="10076568">
                  <a:moveTo>
                    <a:pt x="0" y="0"/>
                  </a:moveTo>
                  <a:lnTo>
                    <a:pt x="10076568" y="0"/>
                  </a:lnTo>
                  <a:lnTo>
                    <a:pt x="10076568" y="4106092"/>
                  </a:lnTo>
                  <a:lnTo>
                    <a:pt x="0" y="41060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31" name="Google Shape;1031;p38"/>
            <p:cNvSpPr txBox="1"/>
            <p:nvPr/>
          </p:nvSpPr>
          <p:spPr>
            <a:xfrm>
              <a:off x="0" y="-76200"/>
              <a:ext cx="10076568" cy="4182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44316" lvl="1" marL="488632" marR="0" rtl="0" algn="just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vistas pueden reutilizar componentes.</a:t>
              </a:r>
              <a:endParaRPr/>
            </a:p>
            <a:p>
              <a:pPr indent="-244316" lvl="1" marL="488632" marR="0" rtl="0" algn="just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Los modelos pueden reutilizarse en diferentes controladores o vistas.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9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Escalabilidad: ¿Qué es y cómo debemos aplicarla en nuestra empresa?" id="1038" name="Google Shape;1038;p39"/>
          <p:cNvSpPr/>
          <p:nvPr/>
        </p:nvSpPr>
        <p:spPr>
          <a:xfrm>
            <a:off x="1244435" y="-75061"/>
            <a:ext cx="18287968" cy="10286984"/>
          </a:xfrm>
          <a:custGeom>
            <a:rect b="b" l="l" r="r" t="t"/>
            <a:pathLst>
              <a:path extrusionOk="0"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4"/>
                </a:lnTo>
                <a:lnTo>
                  <a:pt x="0" y="10286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0421" l="0" r="0" t="-47356"/>
            </a:stretch>
          </a:blipFill>
          <a:ln>
            <a:noFill/>
          </a:ln>
        </p:spPr>
      </p:sp>
      <p:sp>
        <p:nvSpPr>
          <p:cNvPr id="1039" name="Google Shape;1039;p39"/>
          <p:cNvSpPr/>
          <p:nvPr/>
        </p:nvSpPr>
        <p:spPr>
          <a:xfrm rot="-60000">
            <a:off x="1619457" y="2720176"/>
            <a:ext cx="16787717" cy="8265986"/>
          </a:xfrm>
          <a:custGeom>
            <a:rect b="b" l="l" r="r" t="t"/>
            <a:pathLst>
              <a:path extrusionOk="0" h="11021314" w="22383623">
                <a:moveTo>
                  <a:pt x="22232238" y="11021314"/>
                </a:moveTo>
                <a:lnTo>
                  <a:pt x="0" y="10633202"/>
                </a:lnTo>
                <a:lnTo>
                  <a:pt x="12057634" y="1507490"/>
                </a:lnTo>
                <a:lnTo>
                  <a:pt x="12226163" y="1386459"/>
                </a:lnTo>
                <a:cubicBezTo>
                  <a:pt x="13541121" y="491871"/>
                  <a:pt x="15037815" y="39370"/>
                  <a:pt x="16531589" y="3683"/>
                </a:cubicBezTo>
                <a:cubicBezTo>
                  <a:pt x="16687164" y="0"/>
                  <a:pt x="16842739" y="762"/>
                  <a:pt x="16998060" y="6096"/>
                </a:cubicBezTo>
                <a:cubicBezTo>
                  <a:pt x="18891250" y="70612"/>
                  <a:pt x="20748625" y="802386"/>
                  <a:pt x="22192233" y="2149221"/>
                </a:cubicBezTo>
                <a:lnTo>
                  <a:pt x="22383623" y="2336927"/>
                </a:lnTo>
                <a:close/>
              </a:path>
            </a:pathLst>
          </a:custGeom>
          <a:gradFill>
            <a:gsLst>
              <a:gs pos="0">
                <a:srgbClr val="E3E8E2">
                  <a:alpha val="40000"/>
                </a:srgbClr>
              </a:gs>
              <a:gs pos="23000">
                <a:srgbClr val="E3E8E2">
                  <a:alpha val="40000"/>
                </a:srgbClr>
              </a:gs>
              <a:gs pos="100000">
                <a:srgbClr val="DE6BEF">
                  <a:alpha val="74902"/>
                </a:srgbClr>
              </a:gs>
            </a:gsLst>
            <a:lin ang="114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0" name="Google Shape;1040;p39"/>
          <p:cNvGrpSpPr/>
          <p:nvPr/>
        </p:nvGrpSpPr>
        <p:grpSpPr>
          <a:xfrm>
            <a:off x="-3073452" y="892277"/>
            <a:ext cx="8635773" cy="3344732"/>
            <a:chOff x="0" y="-28575"/>
            <a:chExt cx="11514364" cy="4459643"/>
          </a:xfrm>
        </p:grpSpPr>
        <p:sp>
          <p:nvSpPr>
            <p:cNvPr id="1041" name="Google Shape;1041;p39"/>
            <p:cNvSpPr/>
            <p:nvPr/>
          </p:nvSpPr>
          <p:spPr>
            <a:xfrm>
              <a:off x="0" y="0"/>
              <a:ext cx="11514364" cy="4431068"/>
            </a:xfrm>
            <a:custGeom>
              <a:rect b="b" l="l" r="r" t="t"/>
              <a:pathLst>
                <a:path extrusionOk="0" h="4431068" w="11514364">
                  <a:moveTo>
                    <a:pt x="0" y="0"/>
                  </a:moveTo>
                  <a:lnTo>
                    <a:pt x="11514364" y="0"/>
                  </a:lnTo>
                  <a:lnTo>
                    <a:pt x="11514364" y="4431068"/>
                  </a:lnTo>
                  <a:lnTo>
                    <a:pt x="0" y="4431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2" name="Google Shape;1042;p39"/>
            <p:cNvSpPr txBox="1"/>
            <p:nvPr/>
          </p:nvSpPr>
          <p:spPr>
            <a:xfrm>
              <a:off x="0" y="-28575"/>
              <a:ext cx="11514364" cy="4459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Escalabilidad</a:t>
              </a:r>
              <a:endParaRPr/>
            </a:p>
          </p:txBody>
        </p:sp>
      </p:grpSp>
      <p:grpSp>
        <p:nvGrpSpPr>
          <p:cNvPr id="1043" name="Google Shape;1043;p39"/>
          <p:cNvGrpSpPr/>
          <p:nvPr/>
        </p:nvGrpSpPr>
        <p:grpSpPr>
          <a:xfrm>
            <a:off x="8694601" y="8454210"/>
            <a:ext cx="8222880" cy="1757712"/>
            <a:chOff x="0" y="-85725"/>
            <a:chExt cx="10963840" cy="2343616"/>
          </a:xfrm>
        </p:grpSpPr>
        <p:sp>
          <p:nvSpPr>
            <p:cNvPr id="1044" name="Google Shape;1044;p39"/>
            <p:cNvSpPr/>
            <p:nvPr/>
          </p:nvSpPr>
          <p:spPr>
            <a:xfrm>
              <a:off x="0" y="0"/>
              <a:ext cx="10963840" cy="2257891"/>
            </a:xfrm>
            <a:custGeom>
              <a:rect b="b" l="l" r="r" t="t"/>
              <a:pathLst>
                <a:path extrusionOk="0" h="2257891" w="10963840">
                  <a:moveTo>
                    <a:pt x="0" y="0"/>
                  </a:moveTo>
                  <a:lnTo>
                    <a:pt x="10963840" y="0"/>
                  </a:lnTo>
                  <a:lnTo>
                    <a:pt x="10963840" y="2257891"/>
                  </a:lnTo>
                  <a:lnTo>
                    <a:pt x="0" y="22578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5" name="Google Shape;1045;p39"/>
            <p:cNvSpPr txBox="1"/>
            <p:nvPr/>
          </p:nvSpPr>
          <p:spPr>
            <a:xfrm>
              <a:off x="0" y="-85725"/>
              <a:ext cx="10963840" cy="2343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Al dividir la aplicación en capas, es más fácil añadir nuevas características, como ventanas,  clases y controladores,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0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Diagrama  Descripción generada automáticamente con confianza media" id="1052" name="Google Shape;1052;p40"/>
          <p:cNvSpPr/>
          <p:nvPr/>
        </p:nvSpPr>
        <p:spPr>
          <a:xfrm>
            <a:off x="30" y="15"/>
            <a:ext cx="18287968" cy="10286984"/>
          </a:xfrm>
          <a:custGeom>
            <a:rect b="b" l="l" r="r" t="t"/>
            <a:pathLst>
              <a:path extrusionOk="0"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88" l="0" r="0" t="-15977"/>
            </a:stretch>
          </a:blipFill>
          <a:ln>
            <a:noFill/>
          </a:ln>
        </p:spPr>
      </p:sp>
      <p:sp>
        <p:nvSpPr>
          <p:cNvPr id="1053" name="Google Shape;1053;p40"/>
          <p:cNvSpPr/>
          <p:nvPr/>
        </p:nvSpPr>
        <p:spPr>
          <a:xfrm rot="-60000">
            <a:off x="-59261" y="-108114"/>
            <a:ext cx="12873514" cy="7313295"/>
          </a:xfrm>
          <a:custGeom>
            <a:rect b="b" l="l" r="r" t="t"/>
            <a:pathLst>
              <a:path extrusionOk="0" h="9751060" w="17164686">
                <a:moveTo>
                  <a:pt x="2518283" y="9746615"/>
                </a:moveTo>
                <a:cubicBezTo>
                  <a:pt x="1666875" y="9717659"/>
                  <a:pt x="825500" y="9503918"/>
                  <a:pt x="58293" y="9114536"/>
                </a:cubicBezTo>
                <a:lnTo>
                  <a:pt x="0" y="9082913"/>
                </a:lnTo>
                <a:lnTo>
                  <a:pt x="158496" y="0"/>
                </a:lnTo>
                <a:lnTo>
                  <a:pt x="17164686" y="296799"/>
                </a:lnTo>
                <a:lnTo>
                  <a:pt x="6128639" y="8649462"/>
                </a:lnTo>
                <a:lnTo>
                  <a:pt x="6005449" y="8737981"/>
                </a:lnTo>
                <a:cubicBezTo>
                  <a:pt x="5044567" y="9391777"/>
                  <a:pt x="3950843" y="9722358"/>
                  <a:pt x="2859151" y="9748393"/>
                </a:cubicBezTo>
                <a:cubicBezTo>
                  <a:pt x="2745486" y="9751060"/>
                  <a:pt x="2631694" y="9750552"/>
                  <a:pt x="2518283" y="9746615"/>
                </a:cubicBezTo>
                <a:close/>
              </a:path>
            </a:pathLst>
          </a:custGeom>
          <a:gradFill>
            <a:gsLst>
              <a:gs pos="0">
                <a:srgbClr val="E3E8E2">
                  <a:alpha val="80000"/>
                </a:srgbClr>
              </a:gs>
              <a:gs pos="22000">
                <a:srgbClr val="E3E8E2">
                  <a:alpha val="80000"/>
                </a:srgbClr>
              </a:gs>
              <a:gs pos="100000">
                <a:srgbClr val="DE6BEF">
                  <a:alpha val="85882"/>
                </a:srgbClr>
              </a:gs>
            </a:gsLst>
            <a:lin ang="144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4" name="Google Shape;1054;p40"/>
          <p:cNvGrpSpPr/>
          <p:nvPr/>
        </p:nvGrpSpPr>
        <p:grpSpPr>
          <a:xfrm>
            <a:off x="1028700" y="1007269"/>
            <a:ext cx="6361948" cy="2750918"/>
            <a:chOff x="0" y="-28575"/>
            <a:chExt cx="8482598" cy="3667891"/>
          </a:xfrm>
        </p:grpSpPr>
        <p:sp>
          <p:nvSpPr>
            <p:cNvPr id="1055" name="Google Shape;1055;p40"/>
            <p:cNvSpPr/>
            <p:nvPr/>
          </p:nvSpPr>
          <p:spPr>
            <a:xfrm>
              <a:off x="0" y="0"/>
              <a:ext cx="8482598" cy="3639316"/>
            </a:xfrm>
            <a:custGeom>
              <a:rect b="b" l="l" r="r" t="t"/>
              <a:pathLst>
                <a:path extrusionOk="0" h="3639316" w="8482598">
                  <a:moveTo>
                    <a:pt x="0" y="0"/>
                  </a:moveTo>
                  <a:lnTo>
                    <a:pt x="8482598" y="0"/>
                  </a:lnTo>
                  <a:lnTo>
                    <a:pt x="8482598" y="3639316"/>
                  </a:lnTo>
                  <a:lnTo>
                    <a:pt x="0" y="3639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56" name="Google Shape;1056;p40"/>
            <p:cNvSpPr txBox="1"/>
            <p:nvPr/>
          </p:nvSpPr>
          <p:spPr>
            <a:xfrm>
              <a:off x="0" y="-28575"/>
              <a:ext cx="8482598" cy="3667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de prueba</a:t>
              </a:r>
              <a:endParaRPr/>
            </a:p>
          </p:txBody>
        </p:sp>
      </p:grpSp>
      <p:grpSp>
        <p:nvGrpSpPr>
          <p:cNvPr id="1057" name="Google Shape;1057;p40"/>
          <p:cNvGrpSpPr/>
          <p:nvPr/>
        </p:nvGrpSpPr>
        <p:grpSpPr>
          <a:xfrm>
            <a:off x="1028700" y="3991171"/>
            <a:ext cx="5355663" cy="1380948"/>
            <a:chOff x="0" y="-47625"/>
            <a:chExt cx="7140884" cy="1841263"/>
          </a:xfrm>
        </p:grpSpPr>
        <p:sp>
          <p:nvSpPr>
            <p:cNvPr id="1058" name="Google Shape;1058;p40"/>
            <p:cNvSpPr/>
            <p:nvPr/>
          </p:nvSpPr>
          <p:spPr>
            <a:xfrm>
              <a:off x="0" y="0"/>
              <a:ext cx="7140884" cy="1793638"/>
            </a:xfrm>
            <a:custGeom>
              <a:rect b="b" l="l" r="r" t="t"/>
              <a:pathLst>
                <a:path extrusionOk="0" h="1793638" w="7140884">
                  <a:moveTo>
                    <a:pt x="0" y="0"/>
                  </a:moveTo>
                  <a:lnTo>
                    <a:pt x="7140884" y="0"/>
                  </a:lnTo>
                  <a:lnTo>
                    <a:pt x="7140884" y="1793638"/>
                  </a:lnTo>
                  <a:lnTo>
                    <a:pt x="0" y="179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59" name="Google Shape;1059;p40"/>
            <p:cNvSpPr txBox="1"/>
            <p:nvPr/>
          </p:nvSpPr>
          <p:spPr>
            <a:xfrm>
              <a:off x="0" y="-47625"/>
              <a:ext cx="7140883" cy="1841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diferentes capas pueden probarse de forma independiente.</a:t>
              </a:r>
              <a:endParaRPr/>
            </a:p>
          </p:txBody>
        </p:sp>
      </p:grpSp>
      <p:sp>
        <p:nvSpPr>
          <p:cNvPr id="1060" name="Google Shape;1060;p40"/>
          <p:cNvSpPr/>
          <p:nvPr/>
        </p:nvSpPr>
        <p:spPr>
          <a:xfrm rot="10740000">
            <a:off x="11833327" y="7508249"/>
            <a:ext cx="6486525" cy="2848166"/>
          </a:xfrm>
          <a:custGeom>
            <a:rect b="b" l="l" r="r" t="t"/>
            <a:pathLst>
              <a:path extrusionOk="0" h="3797554" w="8648700">
                <a:moveTo>
                  <a:pt x="52832" y="0"/>
                </a:moveTo>
                <a:lnTo>
                  <a:pt x="8648700" y="149987"/>
                </a:lnTo>
                <a:lnTo>
                  <a:pt x="4919726" y="2972308"/>
                </a:lnTo>
                <a:lnTo>
                  <a:pt x="4829429" y="3037078"/>
                </a:lnTo>
                <a:cubicBezTo>
                  <a:pt x="4125214" y="3516122"/>
                  <a:pt x="3323717" y="3758438"/>
                  <a:pt x="2523744" y="3777615"/>
                </a:cubicBezTo>
                <a:cubicBezTo>
                  <a:pt x="1690497" y="3797554"/>
                  <a:pt x="858774" y="3575304"/>
                  <a:pt x="140716" y="3126486"/>
                </a:cubicBezTo>
                <a:lnTo>
                  <a:pt x="0" y="3026283"/>
                </a:lnTo>
                <a:close/>
              </a:path>
            </a:pathLst>
          </a:custGeom>
          <a:gradFill>
            <a:gsLst>
              <a:gs pos="0">
                <a:srgbClr val="E3E8E2">
                  <a:alpha val="80000"/>
                </a:srgbClr>
              </a:gs>
              <a:gs pos="27000">
                <a:srgbClr val="E3E8E2">
                  <a:alpha val="80000"/>
                </a:srgbClr>
              </a:gs>
              <a:gs pos="100000">
                <a:srgbClr val="DE6BEF">
                  <a:alpha val="92157"/>
                </a:srgbClr>
              </a:gs>
            </a:gsLst>
            <a:lin ang="36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1"/>
          <p:cNvSpPr/>
          <p:nvPr/>
        </p:nvSpPr>
        <p:spPr>
          <a:xfrm>
            <a:off x="9634819" y="5648582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6" name="Google Shape;1066;p41"/>
          <p:cNvGrpSpPr/>
          <p:nvPr/>
        </p:nvGrpSpPr>
        <p:grpSpPr>
          <a:xfrm>
            <a:off x="2802907" y="1336889"/>
            <a:ext cx="6341092" cy="2355194"/>
            <a:chOff x="0" y="-28575"/>
            <a:chExt cx="8454790" cy="3140259"/>
          </a:xfrm>
        </p:grpSpPr>
        <p:sp>
          <p:nvSpPr>
            <p:cNvPr id="1067" name="Google Shape;1067;p41"/>
            <p:cNvSpPr/>
            <p:nvPr/>
          </p:nvSpPr>
          <p:spPr>
            <a:xfrm>
              <a:off x="0" y="0"/>
              <a:ext cx="8454790" cy="3111684"/>
            </a:xfrm>
            <a:custGeom>
              <a:rect b="b" l="l" r="r" t="t"/>
              <a:pathLst>
                <a:path extrusionOk="0" h="3111684" w="8454790">
                  <a:moveTo>
                    <a:pt x="0" y="0"/>
                  </a:moveTo>
                  <a:lnTo>
                    <a:pt x="8454790" y="0"/>
                  </a:lnTo>
                  <a:lnTo>
                    <a:pt x="8454790" y="3111684"/>
                  </a:lnTo>
                  <a:lnTo>
                    <a:pt x="0" y="3111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68" name="Google Shape;1068;p41"/>
            <p:cNvSpPr txBox="1"/>
            <p:nvPr/>
          </p:nvSpPr>
          <p:spPr>
            <a:xfrm>
              <a:off x="0" y="-28575"/>
              <a:ext cx="8454790" cy="3140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¿En dónde se aplica el patrón MVC?</a:t>
              </a:r>
              <a:endParaRPr/>
            </a:p>
          </p:txBody>
        </p:sp>
      </p:grpSp>
      <p:grpSp>
        <p:nvGrpSpPr>
          <p:cNvPr id="1069" name="Google Shape;1069;p41"/>
          <p:cNvGrpSpPr/>
          <p:nvPr/>
        </p:nvGrpSpPr>
        <p:grpSpPr>
          <a:xfrm>
            <a:off x="2925015" y="4331882"/>
            <a:ext cx="5769587" cy="3345833"/>
            <a:chOff x="0" y="-85725"/>
            <a:chExt cx="7692782" cy="4461111"/>
          </a:xfrm>
        </p:grpSpPr>
        <p:sp>
          <p:nvSpPr>
            <p:cNvPr id="1070" name="Google Shape;1070;p41"/>
            <p:cNvSpPr/>
            <p:nvPr/>
          </p:nvSpPr>
          <p:spPr>
            <a:xfrm>
              <a:off x="0" y="0"/>
              <a:ext cx="7692782" cy="4375386"/>
            </a:xfrm>
            <a:custGeom>
              <a:rect b="b" l="l" r="r" t="t"/>
              <a:pathLst>
                <a:path extrusionOk="0" h="4375386" w="7692782">
                  <a:moveTo>
                    <a:pt x="0" y="0"/>
                  </a:moveTo>
                  <a:lnTo>
                    <a:pt x="7692782" y="0"/>
                  </a:lnTo>
                  <a:lnTo>
                    <a:pt x="7692782" y="4375386"/>
                  </a:lnTo>
                  <a:lnTo>
                    <a:pt x="0" y="4375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71" name="Google Shape;1071;p41"/>
            <p:cNvSpPr txBox="1"/>
            <p:nvPr/>
          </p:nvSpPr>
          <p:spPr>
            <a:xfrm>
              <a:off x="0" y="-85725"/>
              <a:ext cx="7692782" cy="4461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se usa ampliamente en el desarrollo de aplicaciones web, móviles y de escritorio.</a:t>
              </a:r>
              <a:endParaRPr/>
            </a:p>
          </p:txBody>
        </p:sp>
      </p:grpSp>
      <p:sp>
        <p:nvSpPr>
          <p:cNvPr descr="Icono  Descripción generada automáticamente" id="1072" name="Google Shape;1072;p41"/>
          <p:cNvSpPr/>
          <p:nvPr/>
        </p:nvSpPr>
        <p:spPr>
          <a:xfrm>
            <a:off x="10984024" y="1791930"/>
            <a:ext cx="6275275" cy="7200902"/>
          </a:xfrm>
          <a:custGeom>
            <a:rect b="b" l="l" r="r" t="t"/>
            <a:pathLst>
              <a:path extrusionOk="0" h="7200902" w="6275275">
                <a:moveTo>
                  <a:pt x="0" y="0"/>
                </a:moveTo>
                <a:lnTo>
                  <a:pt x="6275276" y="0"/>
                </a:lnTo>
                <a:lnTo>
                  <a:pt x="6275276" y="7200902"/>
                </a:lnTo>
                <a:lnTo>
                  <a:pt x="0" y="7200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42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1078" name="Google Shape;1078;p42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79" name="Google Shape;1079;p42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Backend</a:t>
              </a:r>
              <a:endParaRPr/>
            </a:p>
          </p:txBody>
        </p:sp>
      </p:grpSp>
      <p:sp>
        <p:nvSpPr>
          <p:cNvPr descr="Una guía para futuros desarrolladores Backend | by mrGoonies | Medium" id="1080" name="Google Shape;1080;p42"/>
          <p:cNvSpPr/>
          <p:nvPr/>
        </p:nvSpPr>
        <p:spPr>
          <a:xfrm>
            <a:off x="1600200" y="1793293"/>
            <a:ext cx="7549984" cy="3774991"/>
          </a:xfrm>
          <a:custGeom>
            <a:rect b="b" l="l" r="r" t="t"/>
            <a:pathLst>
              <a:path extrusionOk="0" h="3774991" w="7549984">
                <a:moveTo>
                  <a:pt x="0" y="0"/>
                </a:moveTo>
                <a:lnTo>
                  <a:pt x="7549984" y="0"/>
                </a:lnTo>
                <a:lnTo>
                  <a:pt x="7549984" y="3774992"/>
                </a:lnTo>
                <a:lnTo>
                  <a:pt x="0" y="3774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1" name="Google Shape;1081;p42"/>
          <p:cNvGrpSpPr/>
          <p:nvPr/>
        </p:nvGrpSpPr>
        <p:grpSpPr>
          <a:xfrm>
            <a:off x="10747886" y="1659404"/>
            <a:ext cx="5715000" cy="3484096"/>
            <a:chOff x="0" y="-76200"/>
            <a:chExt cx="7620000" cy="4645462"/>
          </a:xfrm>
        </p:grpSpPr>
        <p:sp>
          <p:nvSpPr>
            <p:cNvPr id="1082" name="Google Shape;1082;p42"/>
            <p:cNvSpPr/>
            <p:nvPr/>
          </p:nvSpPr>
          <p:spPr>
            <a:xfrm>
              <a:off x="0" y="0"/>
              <a:ext cx="7620000" cy="4569262"/>
            </a:xfrm>
            <a:custGeom>
              <a:rect b="b" l="l" r="r" t="t"/>
              <a:pathLst>
                <a:path extrusionOk="0" h="4569262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569262"/>
                  </a:lnTo>
                  <a:lnTo>
                    <a:pt x="0" y="4569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83" name="Google Shape;1083;p42"/>
            <p:cNvSpPr txBox="1"/>
            <p:nvPr/>
          </p:nvSpPr>
          <p:spPr>
            <a:xfrm>
              <a:off x="0" y="-76200"/>
              <a:ext cx="7620000" cy="4645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Laravel (PHP)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Django (Python)</a:t>
              </a:r>
              <a:endParaRPr/>
            </a:p>
            <a:p>
              <a:pPr indent="-271462" lvl="1" marL="542924" marR="0" rtl="0" algn="l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Ruby on Rails (Ruby)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ASP.NET (.NET)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Spring Boot (Java)</a:t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43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1089" name="Google Shape;1089;p43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90" name="Google Shape;1090;p43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Frontend</a:t>
              </a:r>
              <a:endParaRPr/>
            </a:p>
          </p:txBody>
        </p:sp>
      </p:grpSp>
      <p:sp>
        <p:nvSpPr>
          <p:cNvPr descr="Un dibujo de una persona con una señal de alto  Descripción generada automáticamente con confianza media" id="1091" name="Google Shape;1091;p43"/>
          <p:cNvSpPr/>
          <p:nvPr/>
        </p:nvSpPr>
        <p:spPr>
          <a:xfrm>
            <a:off x="1600200" y="3454292"/>
            <a:ext cx="7549984" cy="2113995"/>
          </a:xfrm>
          <a:custGeom>
            <a:rect b="b" l="l" r="r" t="t"/>
            <a:pathLst>
              <a:path extrusionOk="0" h="2113995" w="7549984">
                <a:moveTo>
                  <a:pt x="0" y="0"/>
                </a:moveTo>
                <a:lnTo>
                  <a:pt x="7549984" y="0"/>
                </a:lnTo>
                <a:lnTo>
                  <a:pt x="7549984" y="2113994"/>
                </a:lnTo>
                <a:lnTo>
                  <a:pt x="0" y="2113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11" r="-211" t="0"/>
            </a:stretch>
          </a:blipFill>
          <a:ln>
            <a:noFill/>
          </a:ln>
        </p:spPr>
      </p:sp>
      <p:grpSp>
        <p:nvGrpSpPr>
          <p:cNvPr id="1092" name="Google Shape;1092;p43"/>
          <p:cNvGrpSpPr/>
          <p:nvPr/>
        </p:nvGrpSpPr>
        <p:grpSpPr>
          <a:xfrm>
            <a:off x="10913807" y="2599252"/>
            <a:ext cx="5264523" cy="4099588"/>
            <a:chOff x="0" y="-85725"/>
            <a:chExt cx="7019364" cy="5466117"/>
          </a:xfrm>
        </p:grpSpPr>
        <p:sp>
          <p:nvSpPr>
            <p:cNvPr id="1093" name="Google Shape;1093;p43"/>
            <p:cNvSpPr/>
            <p:nvPr/>
          </p:nvSpPr>
          <p:spPr>
            <a:xfrm>
              <a:off x="0" y="0"/>
              <a:ext cx="7019364" cy="5380392"/>
            </a:xfrm>
            <a:custGeom>
              <a:rect b="b" l="l" r="r" t="t"/>
              <a:pathLst>
                <a:path extrusionOk="0" h="5380392" w="7019364">
                  <a:moveTo>
                    <a:pt x="0" y="0"/>
                  </a:moveTo>
                  <a:lnTo>
                    <a:pt x="7019364" y="0"/>
                  </a:lnTo>
                  <a:lnTo>
                    <a:pt x="7019364" y="5380392"/>
                  </a:lnTo>
                  <a:lnTo>
                    <a:pt x="0" y="5380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94" name="Google Shape;1094;p43"/>
            <p:cNvSpPr txBox="1"/>
            <p:nvPr/>
          </p:nvSpPr>
          <p:spPr>
            <a:xfrm>
              <a:off x="0" y="-85725"/>
              <a:ext cx="7019364" cy="5466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Angular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Vue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Svelte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ReactJS</a:t>
              </a:r>
              <a:endParaRPr/>
            </a:p>
            <a:p>
              <a:pPr indent="-271462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HTML</a:t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4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44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101" name="Google Shape;1101;p44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2" name="Google Shape;1102;p44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