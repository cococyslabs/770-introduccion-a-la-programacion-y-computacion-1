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notesMasters/_rels/notesMaster1.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11.png" ContentType="image/png"/>
  <Override PartName="/ppt/media/image8.png" ContentType="image/png"/>
  <Override PartName="/ppt/media/image9.png" ContentType="image/png"/>
  <Override PartName="/ppt/media/image10.jpeg" ContentType="image/jpeg"/>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_rels/slide22.xml.rels" ContentType="application/vnd.openxmlformats-package.relationships+xml"/>
  <Override PartName="/ppt/slides/_rels/slide18.xml.rels" ContentType="application/vnd.openxmlformats-package.relationships+xml"/>
  <Override PartName="/ppt/slides/_rels/slide1.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10.xml.rels" ContentType="application/vnd.openxmlformats-package.relationships+xml"/>
  <Override PartName="/ppt/slides/_rels/slide9.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9.xml.rels" ContentType="application/vnd.openxmlformats-package.relationships+xml"/>
  <Override PartName="/ppt/slideMasters/slideMaster1.xml" ContentType="application/vnd.openxmlformats-officedocument.presentationml.slideMaster+xml"/>
  <Override PartName="/ppt/slideMasters/_rels/slideMaster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23.xml.rels" ContentType="application/vnd.openxmlformats-package.relationships+xml"/>
  <Override PartName="/ppt/notesSlides/_rels/notesSlide18.xml.rels" ContentType="application/vnd.openxmlformats-package.relationships+xml"/>
  <Override PartName="/ppt/notesSlides/_rels/notesSlide22.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fonts/Font_1_Impact_Regular.fntdata" ContentType="application/x-fontdata"/>
  <Override PartName="/ppt/fonts/Font_2_Pacifico_Regular.fntdata" ContentType="application/x-fontdata"/>
  <Override PartName="/ppt/fonts/Font_5_Open_Sans_Italic.fntdata" ContentType="application/x-fontdata"/>
  <Override PartName="/ppt/fonts/Font_6_Microsoft_YaHei_Regular.fntdata" ContentType="application/x-fontdata"/>
  <Override PartName="/ppt/fonts/Font_4_Open_Sans_Bold.fntdata" ContentType="application/x-fontdata"/>
  <Override PartName="/ppt/fonts/Font_3_Open_Sans_Regular.fntdata" ContentType="application/x-fontdata"/>
  <Override PartName="/ppt/presProps.xml" ContentType="application/vnd.openxmlformats-officedocument.presentationml.presProps+xml"/>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18288000" cy="10287000"/>
  <p:notesSz cx="6858000" cy="9144000"/>
  <p:embeddedFontLst>
    <p:embeddedFont>
      <p:font typeface="Impact"/>
      <p:regular r:id="rId30"/>
      <p:bold r:id="rId30"/>
    </p:embeddedFont>
    <p:embeddedFont>
      <p:font typeface="Pacifico"/>
      <p:regular r:id="rId31"/>
      <p:bold r:id="rId31"/>
    </p:embeddedFont>
    <p:embeddedFont>
      <p:font typeface="Open Sans"/>
      <p:regular r:id="rId32"/>
      <p:bold r:id="rId33"/>
      <p:italic r:id="rId34"/>
      <p:boldItalic r:id="rId34"/>
    </p:embeddedFont>
    <p:embeddedFont>
      <p:font typeface="Microsoft YaHei"/>
      <p:regular r:id="rId35"/>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font" Target="fonts/Font_1_Impact_Regular.fntdata"/><Relationship Id="rId31" Type="http://schemas.openxmlformats.org/officeDocument/2006/relationships/font" Target="fonts/Font_2_Pacifico_Regular.fntdata"/><Relationship Id="rId32" Type="http://schemas.openxmlformats.org/officeDocument/2006/relationships/font" Target="fonts/Font_3_Open_Sans_Regular.fntdata"/><Relationship Id="rId33" Type="http://schemas.openxmlformats.org/officeDocument/2006/relationships/font" Target="fonts/Font_4_Open_Sans_Bold.fntdata"/><Relationship Id="rId34" Type="http://schemas.openxmlformats.org/officeDocument/2006/relationships/font" Target="fonts/Font_5_Open_Sans_Italic.fntdata"/><Relationship Id="rId35" Type="http://schemas.openxmlformats.org/officeDocument/2006/relationships/font" Target="fonts/Font_6_Microsoft_YaHei_Regular.fntdata"/><Relationship Id="rId3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s-GT" sz="1400" strike="noStrike" u="none">
                <a:solidFill>
                  <a:srgbClr val="000000"/>
                </a:solidFill>
                <a:effectLst/>
                <a:uFillTx/>
                <a:latin typeface="Arial"/>
              </a:rPr>
              <a:t>Pulse para desplazar la diapositiva</a:t>
            </a:r>
            <a:endParaRPr b="0" lang="es-GT" sz="1400" strike="noStrike" u="none">
              <a:solidFill>
                <a:srgbClr val="000000"/>
              </a:solidFill>
              <a:effectLst/>
              <a:uFillTx/>
              <a:latin typeface="Arial"/>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s-GT" sz="2000" strike="noStrike" u="none">
                <a:solidFill>
                  <a:srgbClr val="000000"/>
                </a:solidFill>
                <a:effectLst/>
                <a:uFillTx/>
                <a:latin typeface="Arial"/>
              </a:rPr>
              <a:t>Pulse para editar el formato de las notas</a:t>
            </a:r>
            <a:endParaRPr b="0" lang="es-GT" sz="2000" strike="noStrike" u="non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s-GT" sz="1400" strike="noStrike" u="none">
                <a:solidFill>
                  <a:srgbClr val="000000"/>
                </a:solidFill>
                <a:effectLst/>
                <a:uFillTx/>
                <a:latin typeface="Times New Roman"/>
              </a:rPr>
              <a:t>&lt;cabecera&gt;</a:t>
            </a:r>
            <a:endParaRPr b="0" lang="es-GT" sz="1400" strike="noStrike" u="non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rIns="0" tIns="0" bIns="0" anchor="t">
            <a:noAutofit/>
          </a:bodyPr>
          <a:lstStyle>
            <a:lvl1pPr indent="0" algn="r">
              <a:buNone/>
              <a:defRPr b="0" lang="es-GT" sz="1400" strike="noStrike" u="none">
                <a:solidFill>
                  <a:srgbClr val="000000"/>
                </a:solidFill>
                <a:effectLst/>
                <a:uFillTx/>
                <a:latin typeface="Times New Roman"/>
              </a:defRPr>
            </a:lvl1pPr>
          </a:lstStyle>
          <a:p>
            <a:pPr indent="0" algn="r">
              <a:buNone/>
            </a:pPr>
            <a:r>
              <a:rPr b="0" lang="es-GT" sz="1400" strike="noStrike" u="none">
                <a:solidFill>
                  <a:srgbClr val="000000"/>
                </a:solidFill>
                <a:effectLst/>
                <a:uFillTx/>
                <a:latin typeface="Times New Roman"/>
              </a:rPr>
              <a:t>&lt;fecha/hora&gt;</a:t>
            </a:r>
            <a:endParaRPr b="0" lang="es-GT" sz="1400" strike="noStrike" u="non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rIns="0" tIns="0" bIns="0" anchor="b">
            <a:noAutofit/>
          </a:bodyPr>
          <a:lstStyle>
            <a:lvl1pPr indent="0">
              <a:buNone/>
              <a:defRPr b="0" lang="es-GT" sz="1400" strike="noStrike" u="none">
                <a:solidFill>
                  <a:srgbClr val="000000"/>
                </a:solidFill>
                <a:effectLst/>
                <a:uFillTx/>
                <a:latin typeface="Times New Roman"/>
              </a:defRPr>
            </a:lvl1pPr>
          </a:lstStyle>
          <a:p>
            <a:pPr indent="0">
              <a:buNone/>
            </a:pPr>
            <a:r>
              <a:rPr b="0" lang="es-GT" sz="1400" strike="noStrike" u="none">
                <a:solidFill>
                  <a:srgbClr val="000000"/>
                </a:solidFill>
                <a:effectLst/>
                <a:uFillTx/>
                <a:latin typeface="Times New Roman"/>
              </a:rPr>
              <a:t>&lt;pie de página&gt;</a:t>
            </a:r>
            <a:endParaRPr b="0" lang="es-GT" sz="1400" strike="noStrike" u="non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rIns="0" tIns="0" bIns="0" anchor="b">
            <a:noAutofit/>
          </a:bodyPr>
          <a:lstStyle>
            <a:lvl1pPr indent="0" algn="r">
              <a:buNone/>
              <a:defRPr b="0" lang="es-GT" sz="1400" strike="noStrike" u="none">
                <a:solidFill>
                  <a:srgbClr val="000000"/>
                </a:solidFill>
                <a:effectLst/>
                <a:uFillTx/>
                <a:latin typeface="Times New Roman"/>
              </a:defRPr>
            </a:lvl1pPr>
          </a:lstStyle>
          <a:p>
            <a:pPr indent="0" algn="r">
              <a:buNone/>
            </a:pPr>
            <a:fld id="{6313324D-493E-4BCD-B19A-BD7C9220370D}" type="slidenum">
              <a:rPr b="0" lang="es-GT" sz="1400" strike="noStrike" u="none">
                <a:solidFill>
                  <a:srgbClr val="000000"/>
                </a:solidFill>
                <a:effectLst/>
                <a:uFillTx/>
                <a:latin typeface="Times New Roman"/>
              </a:rPr>
              <a:t>&lt;número&gt;</a:t>
            </a:fld>
            <a:endParaRPr b="0" lang="es-GT"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288" name="PlaceHolder 2"/>
          <p:cNvSpPr>
            <a:spLocks noGrp="1"/>
          </p:cNvSpPr>
          <p:nvPr>
            <p:ph type="dt" idx="37"/>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289" name="PlaceHolder 3"/>
          <p:cNvSpPr>
            <a:spLocks noGrp="1"/>
          </p:cNvSpPr>
          <p:nvPr>
            <p:ph type="sldImg"/>
          </p:nvPr>
        </p:nvSpPr>
        <p:spPr>
          <a:xfrm>
            <a:off x="2290680" y="512640"/>
            <a:ext cx="4562280" cy="2566800"/>
          </a:xfrm>
          <a:prstGeom prst="rect">
            <a:avLst/>
          </a:prstGeom>
          <a:ln w="0">
            <a:noFill/>
          </a:ln>
        </p:spPr>
      </p:sp>
      <p:sp>
        <p:nvSpPr>
          <p:cNvPr id="290"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291" name="PlaceHolder 5"/>
          <p:cNvSpPr>
            <a:spLocks noGrp="1"/>
          </p:cNvSpPr>
          <p:nvPr>
            <p:ph type="ftr" idx="38"/>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292" name="PlaceHolder 6"/>
          <p:cNvSpPr>
            <a:spLocks noGrp="1"/>
          </p:cNvSpPr>
          <p:nvPr>
            <p:ph type="sldNum" idx="39"/>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294" name="PlaceHolder 2"/>
          <p:cNvSpPr>
            <a:spLocks noGrp="1"/>
          </p:cNvSpPr>
          <p:nvPr>
            <p:ph type="dt" idx="40"/>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295" name="PlaceHolder 3"/>
          <p:cNvSpPr>
            <a:spLocks noGrp="1"/>
          </p:cNvSpPr>
          <p:nvPr>
            <p:ph type="sldImg"/>
          </p:nvPr>
        </p:nvSpPr>
        <p:spPr>
          <a:xfrm>
            <a:off x="2290680" y="512640"/>
            <a:ext cx="4562280" cy="2566800"/>
          </a:xfrm>
          <a:prstGeom prst="rect">
            <a:avLst/>
          </a:prstGeom>
          <a:ln w="0">
            <a:noFill/>
          </a:ln>
        </p:spPr>
      </p:sp>
      <p:sp>
        <p:nvSpPr>
          <p:cNvPr id="296"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297" name="PlaceHolder 5"/>
          <p:cNvSpPr>
            <a:spLocks noGrp="1"/>
          </p:cNvSpPr>
          <p:nvPr>
            <p:ph type="ftr" idx="41"/>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298" name="PlaceHolder 6"/>
          <p:cNvSpPr>
            <a:spLocks noGrp="1"/>
          </p:cNvSpPr>
          <p:nvPr>
            <p:ph type="sldNum" idx="42"/>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00" name="PlaceHolder 2"/>
          <p:cNvSpPr>
            <a:spLocks noGrp="1"/>
          </p:cNvSpPr>
          <p:nvPr>
            <p:ph type="dt" idx="43"/>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301" name="PlaceHolder 3"/>
          <p:cNvSpPr>
            <a:spLocks noGrp="1"/>
          </p:cNvSpPr>
          <p:nvPr>
            <p:ph type="sldImg"/>
          </p:nvPr>
        </p:nvSpPr>
        <p:spPr>
          <a:xfrm>
            <a:off x="2857680" y="512640"/>
            <a:ext cx="3428640" cy="2566800"/>
          </a:xfrm>
          <a:prstGeom prst="rect">
            <a:avLst/>
          </a:prstGeom>
          <a:ln w="0">
            <a:noFill/>
          </a:ln>
        </p:spPr>
      </p:sp>
      <p:sp>
        <p:nvSpPr>
          <p:cNvPr id="302"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03" name="PlaceHolder 5"/>
          <p:cNvSpPr>
            <a:spLocks noGrp="1"/>
          </p:cNvSpPr>
          <p:nvPr>
            <p:ph type="ftr" idx="44"/>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304" name="PlaceHolder 6"/>
          <p:cNvSpPr>
            <a:spLocks noGrp="1"/>
          </p:cNvSpPr>
          <p:nvPr>
            <p:ph type="sldNum" idx="45"/>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06" name="PlaceHolder 2"/>
          <p:cNvSpPr>
            <a:spLocks noGrp="1"/>
          </p:cNvSpPr>
          <p:nvPr>
            <p:ph type="dt" idx="46"/>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307" name="PlaceHolder 3"/>
          <p:cNvSpPr>
            <a:spLocks noGrp="1"/>
          </p:cNvSpPr>
          <p:nvPr>
            <p:ph type="sldImg"/>
          </p:nvPr>
        </p:nvSpPr>
        <p:spPr>
          <a:xfrm>
            <a:off x="2857680" y="512640"/>
            <a:ext cx="3428640" cy="2566800"/>
          </a:xfrm>
          <a:prstGeom prst="rect">
            <a:avLst/>
          </a:prstGeom>
          <a:ln w="0">
            <a:noFill/>
          </a:ln>
        </p:spPr>
      </p:sp>
      <p:sp>
        <p:nvSpPr>
          <p:cNvPr id="308"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09" name="PlaceHolder 5"/>
          <p:cNvSpPr>
            <a:spLocks noGrp="1"/>
          </p:cNvSpPr>
          <p:nvPr>
            <p:ph type="ftr" idx="47"/>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310" name="PlaceHolder 6"/>
          <p:cNvSpPr>
            <a:spLocks noGrp="1"/>
          </p:cNvSpPr>
          <p:nvPr>
            <p:ph type="sldNum" idx="48"/>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12" name="PlaceHolder 2"/>
          <p:cNvSpPr>
            <a:spLocks noGrp="1"/>
          </p:cNvSpPr>
          <p:nvPr>
            <p:ph type="dt" idx="49"/>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313" name="PlaceHolder 3"/>
          <p:cNvSpPr>
            <a:spLocks noGrp="1"/>
          </p:cNvSpPr>
          <p:nvPr>
            <p:ph type="sldImg"/>
          </p:nvPr>
        </p:nvSpPr>
        <p:spPr>
          <a:xfrm>
            <a:off x="2857680" y="512640"/>
            <a:ext cx="3428640" cy="2566800"/>
          </a:xfrm>
          <a:prstGeom prst="rect">
            <a:avLst/>
          </a:prstGeom>
          <a:ln w="0">
            <a:noFill/>
          </a:ln>
        </p:spPr>
      </p:sp>
      <p:sp>
        <p:nvSpPr>
          <p:cNvPr id="314"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15" name="PlaceHolder 5"/>
          <p:cNvSpPr>
            <a:spLocks noGrp="1"/>
          </p:cNvSpPr>
          <p:nvPr>
            <p:ph type="ftr" idx="50"/>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316" name="PlaceHolder 6"/>
          <p:cNvSpPr>
            <a:spLocks noGrp="1"/>
          </p:cNvSpPr>
          <p:nvPr>
            <p:ph type="sldNum" idx="51"/>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18" name="PlaceHolder 2"/>
          <p:cNvSpPr>
            <a:spLocks noGrp="1"/>
          </p:cNvSpPr>
          <p:nvPr>
            <p:ph type="dt" idx="52"/>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319" name="PlaceHolder 3"/>
          <p:cNvSpPr>
            <a:spLocks noGrp="1"/>
          </p:cNvSpPr>
          <p:nvPr>
            <p:ph type="sldImg"/>
          </p:nvPr>
        </p:nvSpPr>
        <p:spPr>
          <a:xfrm>
            <a:off x="2857680" y="512640"/>
            <a:ext cx="3428640" cy="2566800"/>
          </a:xfrm>
          <a:prstGeom prst="rect">
            <a:avLst/>
          </a:prstGeom>
          <a:ln w="0">
            <a:noFill/>
          </a:ln>
        </p:spPr>
      </p:sp>
      <p:sp>
        <p:nvSpPr>
          <p:cNvPr id="320"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21" name="PlaceHolder 5"/>
          <p:cNvSpPr>
            <a:spLocks noGrp="1"/>
          </p:cNvSpPr>
          <p:nvPr>
            <p:ph type="ftr" idx="53"/>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322" name="PlaceHolder 6"/>
          <p:cNvSpPr>
            <a:spLocks noGrp="1"/>
          </p:cNvSpPr>
          <p:nvPr>
            <p:ph type="sldNum" idx="54"/>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24" name="PlaceHolder 2"/>
          <p:cNvSpPr>
            <a:spLocks noGrp="1"/>
          </p:cNvSpPr>
          <p:nvPr>
            <p:ph type="dt" idx="55"/>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325" name="PlaceHolder 3"/>
          <p:cNvSpPr>
            <a:spLocks noGrp="1"/>
          </p:cNvSpPr>
          <p:nvPr>
            <p:ph type="sldImg"/>
          </p:nvPr>
        </p:nvSpPr>
        <p:spPr>
          <a:xfrm>
            <a:off x="2857680" y="512640"/>
            <a:ext cx="3428640" cy="2566800"/>
          </a:xfrm>
          <a:prstGeom prst="rect">
            <a:avLst/>
          </a:prstGeom>
          <a:ln w="0">
            <a:noFill/>
          </a:ln>
        </p:spPr>
      </p:sp>
      <p:sp>
        <p:nvSpPr>
          <p:cNvPr id="326"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27" name="PlaceHolder 5"/>
          <p:cNvSpPr>
            <a:spLocks noGrp="1"/>
          </p:cNvSpPr>
          <p:nvPr>
            <p:ph type="ftr" idx="56"/>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328" name="PlaceHolder 6"/>
          <p:cNvSpPr>
            <a:spLocks noGrp="1"/>
          </p:cNvSpPr>
          <p:nvPr>
            <p:ph type="sldNum" idx="57"/>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30" name="PlaceHolder 2"/>
          <p:cNvSpPr>
            <a:spLocks noGrp="1"/>
          </p:cNvSpPr>
          <p:nvPr>
            <p:ph type="dt" idx="58"/>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331" name="PlaceHolder 3"/>
          <p:cNvSpPr>
            <a:spLocks noGrp="1"/>
          </p:cNvSpPr>
          <p:nvPr>
            <p:ph type="sldImg"/>
          </p:nvPr>
        </p:nvSpPr>
        <p:spPr>
          <a:xfrm>
            <a:off x="2857680" y="512640"/>
            <a:ext cx="3428640" cy="2566800"/>
          </a:xfrm>
          <a:prstGeom prst="rect">
            <a:avLst/>
          </a:prstGeom>
          <a:ln w="0">
            <a:noFill/>
          </a:ln>
        </p:spPr>
      </p:sp>
      <p:sp>
        <p:nvSpPr>
          <p:cNvPr id="332"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33" name="PlaceHolder 5"/>
          <p:cNvSpPr>
            <a:spLocks noGrp="1"/>
          </p:cNvSpPr>
          <p:nvPr>
            <p:ph type="ftr" idx="59"/>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334" name="PlaceHolder 6"/>
          <p:cNvSpPr>
            <a:spLocks noGrp="1"/>
          </p:cNvSpPr>
          <p:nvPr>
            <p:ph type="sldNum" idx="60"/>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36" name="PlaceHolder 2"/>
          <p:cNvSpPr>
            <a:spLocks noGrp="1"/>
          </p:cNvSpPr>
          <p:nvPr>
            <p:ph type="dt" idx="61"/>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337" name="PlaceHolder 3"/>
          <p:cNvSpPr>
            <a:spLocks noGrp="1"/>
          </p:cNvSpPr>
          <p:nvPr>
            <p:ph type="sldImg"/>
          </p:nvPr>
        </p:nvSpPr>
        <p:spPr>
          <a:xfrm>
            <a:off x="2857680" y="512640"/>
            <a:ext cx="3428640" cy="2566800"/>
          </a:xfrm>
          <a:prstGeom prst="rect">
            <a:avLst/>
          </a:prstGeom>
          <a:ln w="0">
            <a:noFill/>
          </a:ln>
        </p:spPr>
      </p:sp>
      <p:sp>
        <p:nvSpPr>
          <p:cNvPr id="338"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39" name="PlaceHolder 5"/>
          <p:cNvSpPr>
            <a:spLocks noGrp="1"/>
          </p:cNvSpPr>
          <p:nvPr>
            <p:ph type="ftr" idx="62"/>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340" name="PlaceHolder 6"/>
          <p:cNvSpPr>
            <a:spLocks noGrp="1"/>
          </p:cNvSpPr>
          <p:nvPr>
            <p:ph type="sldNum" idx="63"/>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42" name="PlaceHolder 2"/>
          <p:cNvSpPr>
            <a:spLocks noGrp="1"/>
          </p:cNvSpPr>
          <p:nvPr>
            <p:ph type="dt" idx="64"/>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343" name="PlaceHolder 3"/>
          <p:cNvSpPr>
            <a:spLocks noGrp="1"/>
          </p:cNvSpPr>
          <p:nvPr>
            <p:ph type="sldImg"/>
          </p:nvPr>
        </p:nvSpPr>
        <p:spPr>
          <a:xfrm>
            <a:off x="2857680" y="512640"/>
            <a:ext cx="3428640" cy="2566800"/>
          </a:xfrm>
          <a:prstGeom prst="rect">
            <a:avLst/>
          </a:prstGeom>
          <a:ln w="0">
            <a:noFill/>
          </a:ln>
        </p:spPr>
      </p:sp>
      <p:sp>
        <p:nvSpPr>
          <p:cNvPr id="344"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45" name="PlaceHolder 5"/>
          <p:cNvSpPr>
            <a:spLocks noGrp="1"/>
          </p:cNvSpPr>
          <p:nvPr>
            <p:ph type="ftr" idx="65"/>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346" name="PlaceHolder 6"/>
          <p:cNvSpPr>
            <a:spLocks noGrp="1"/>
          </p:cNvSpPr>
          <p:nvPr>
            <p:ph type="sldNum" idx="66"/>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48" name="PlaceHolder 2"/>
          <p:cNvSpPr>
            <a:spLocks noGrp="1"/>
          </p:cNvSpPr>
          <p:nvPr>
            <p:ph type="dt" idx="67"/>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349" name="PlaceHolder 3"/>
          <p:cNvSpPr>
            <a:spLocks noGrp="1"/>
          </p:cNvSpPr>
          <p:nvPr>
            <p:ph type="sldImg"/>
          </p:nvPr>
        </p:nvSpPr>
        <p:spPr>
          <a:xfrm>
            <a:off x="2857680" y="512640"/>
            <a:ext cx="3428640" cy="2566800"/>
          </a:xfrm>
          <a:prstGeom prst="rect">
            <a:avLst/>
          </a:prstGeom>
          <a:ln w="0">
            <a:noFill/>
          </a:ln>
        </p:spPr>
      </p:sp>
      <p:sp>
        <p:nvSpPr>
          <p:cNvPr id="350"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51" name="PlaceHolder 5"/>
          <p:cNvSpPr>
            <a:spLocks noGrp="1"/>
          </p:cNvSpPr>
          <p:nvPr>
            <p:ph type="ftr" idx="68"/>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352" name="PlaceHolder 6"/>
          <p:cNvSpPr>
            <a:spLocks noGrp="1"/>
          </p:cNvSpPr>
          <p:nvPr>
            <p:ph type="sldNum" idx="69"/>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54" name="PlaceHolder 2"/>
          <p:cNvSpPr>
            <a:spLocks noGrp="1"/>
          </p:cNvSpPr>
          <p:nvPr>
            <p:ph type="dt" idx="70"/>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355" name="PlaceHolder 3"/>
          <p:cNvSpPr>
            <a:spLocks noGrp="1"/>
          </p:cNvSpPr>
          <p:nvPr>
            <p:ph type="sldImg"/>
          </p:nvPr>
        </p:nvSpPr>
        <p:spPr>
          <a:xfrm>
            <a:off x="2857680" y="512640"/>
            <a:ext cx="3428640" cy="2566800"/>
          </a:xfrm>
          <a:prstGeom prst="rect">
            <a:avLst/>
          </a:prstGeom>
          <a:ln w="0">
            <a:noFill/>
          </a:ln>
        </p:spPr>
      </p:sp>
      <p:sp>
        <p:nvSpPr>
          <p:cNvPr id="356"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57" name="PlaceHolder 5"/>
          <p:cNvSpPr>
            <a:spLocks noGrp="1"/>
          </p:cNvSpPr>
          <p:nvPr>
            <p:ph type="ftr" idx="71"/>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358" name="PlaceHolder 6"/>
          <p:cNvSpPr>
            <a:spLocks noGrp="1"/>
          </p:cNvSpPr>
          <p:nvPr>
            <p:ph type="sldNum" idx="72"/>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60" name="PlaceHolder 2"/>
          <p:cNvSpPr>
            <a:spLocks noGrp="1"/>
          </p:cNvSpPr>
          <p:nvPr>
            <p:ph type="dt" idx="73"/>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361" name="PlaceHolder 3"/>
          <p:cNvSpPr>
            <a:spLocks noGrp="1"/>
          </p:cNvSpPr>
          <p:nvPr>
            <p:ph type="sldImg"/>
          </p:nvPr>
        </p:nvSpPr>
        <p:spPr>
          <a:xfrm>
            <a:off x="2857680" y="512640"/>
            <a:ext cx="3428640" cy="2566800"/>
          </a:xfrm>
          <a:prstGeom prst="rect">
            <a:avLst/>
          </a:prstGeom>
          <a:ln w="0">
            <a:noFill/>
          </a:ln>
        </p:spPr>
      </p:sp>
      <p:sp>
        <p:nvSpPr>
          <p:cNvPr id="362"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63" name="PlaceHolder 5"/>
          <p:cNvSpPr>
            <a:spLocks noGrp="1"/>
          </p:cNvSpPr>
          <p:nvPr>
            <p:ph type="ftr" idx="74"/>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364" name="PlaceHolder 6"/>
          <p:cNvSpPr>
            <a:spLocks noGrp="1"/>
          </p:cNvSpPr>
          <p:nvPr>
            <p:ph type="sldNum" idx="75"/>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66" name="PlaceHolder 2"/>
          <p:cNvSpPr>
            <a:spLocks noGrp="1"/>
          </p:cNvSpPr>
          <p:nvPr>
            <p:ph type="dt" idx="76"/>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367" name="PlaceHolder 3"/>
          <p:cNvSpPr>
            <a:spLocks noGrp="1"/>
          </p:cNvSpPr>
          <p:nvPr>
            <p:ph type="sldImg"/>
          </p:nvPr>
        </p:nvSpPr>
        <p:spPr>
          <a:xfrm>
            <a:off x="2857680" y="512640"/>
            <a:ext cx="3428640" cy="2566800"/>
          </a:xfrm>
          <a:prstGeom prst="rect">
            <a:avLst/>
          </a:prstGeom>
          <a:ln w="0">
            <a:noFill/>
          </a:ln>
        </p:spPr>
      </p:sp>
      <p:sp>
        <p:nvSpPr>
          <p:cNvPr id="368"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69" name="PlaceHolder 5"/>
          <p:cNvSpPr>
            <a:spLocks noGrp="1"/>
          </p:cNvSpPr>
          <p:nvPr>
            <p:ph type="ftr" idx="77"/>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370" name="PlaceHolder 6"/>
          <p:cNvSpPr>
            <a:spLocks noGrp="1"/>
          </p:cNvSpPr>
          <p:nvPr>
            <p:ph type="sldNum" idx="78"/>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72" name="PlaceHolder 2"/>
          <p:cNvSpPr>
            <a:spLocks noGrp="1"/>
          </p:cNvSpPr>
          <p:nvPr>
            <p:ph type="dt" idx="79"/>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373" name="PlaceHolder 3"/>
          <p:cNvSpPr>
            <a:spLocks noGrp="1"/>
          </p:cNvSpPr>
          <p:nvPr>
            <p:ph type="sldImg"/>
          </p:nvPr>
        </p:nvSpPr>
        <p:spPr>
          <a:xfrm>
            <a:off x="2857680" y="512640"/>
            <a:ext cx="3428640" cy="2566800"/>
          </a:xfrm>
          <a:prstGeom prst="rect">
            <a:avLst/>
          </a:prstGeom>
          <a:ln w="0">
            <a:noFill/>
          </a:ln>
        </p:spPr>
      </p:sp>
      <p:sp>
        <p:nvSpPr>
          <p:cNvPr id="374"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75" name="PlaceHolder 5"/>
          <p:cNvSpPr>
            <a:spLocks noGrp="1"/>
          </p:cNvSpPr>
          <p:nvPr>
            <p:ph type="ftr" idx="80"/>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376" name="PlaceHolder 6"/>
          <p:cNvSpPr>
            <a:spLocks noGrp="1"/>
          </p:cNvSpPr>
          <p:nvPr>
            <p:ph type="sldNum" idx="81"/>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78" name="PlaceHolder 2"/>
          <p:cNvSpPr>
            <a:spLocks noGrp="1"/>
          </p:cNvSpPr>
          <p:nvPr>
            <p:ph type="dt" idx="82"/>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379" name="PlaceHolder 3"/>
          <p:cNvSpPr>
            <a:spLocks noGrp="1"/>
          </p:cNvSpPr>
          <p:nvPr>
            <p:ph type="sldImg"/>
          </p:nvPr>
        </p:nvSpPr>
        <p:spPr>
          <a:xfrm>
            <a:off x="2857680" y="512640"/>
            <a:ext cx="3428640" cy="2566800"/>
          </a:xfrm>
          <a:prstGeom prst="rect">
            <a:avLst/>
          </a:prstGeom>
          <a:ln w="0">
            <a:noFill/>
          </a:ln>
        </p:spPr>
      </p:sp>
      <p:sp>
        <p:nvSpPr>
          <p:cNvPr id="380"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81" name="PlaceHolder 5"/>
          <p:cNvSpPr>
            <a:spLocks noGrp="1"/>
          </p:cNvSpPr>
          <p:nvPr>
            <p:ph type="ftr" idx="83"/>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382" name="PlaceHolder 6"/>
          <p:cNvSpPr>
            <a:spLocks noGrp="1"/>
          </p:cNvSpPr>
          <p:nvPr>
            <p:ph type="sldNum" idx="84"/>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84" name="PlaceHolder 2"/>
          <p:cNvSpPr>
            <a:spLocks noGrp="1"/>
          </p:cNvSpPr>
          <p:nvPr>
            <p:ph type="dt" idx="85"/>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385" name="PlaceHolder 3"/>
          <p:cNvSpPr>
            <a:spLocks noGrp="1"/>
          </p:cNvSpPr>
          <p:nvPr>
            <p:ph type="sldImg"/>
          </p:nvPr>
        </p:nvSpPr>
        <p:spPr>
          <a:xfrm>
            <a:off x="2857680" y="512640"/>
            <a:ext cx="3428640" cy="2566800"/>
          </a:xfrm>
          <a:prstGeom prst="rect">
            <a:avLst/>
          </a:prstGeom>
          <a:ln w="0">
            <a:noFill/>
          </a:ln>
        </p:spPr>
      </p:sp>
      <p:sp>
        <p:nvSpPr>
          <p:cNvPr id="386"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87" name="PlaceHolder 5"/>
          <p:cNvSpPr>
            <a:spLocks noGrp="1"/>
          </p:cNvSpPr>
          <p:nvPr>
            <p:ph type="ftr" idx="86"/>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388" name="PlaceHolder 6"/>
          <p:cNvSpPr>
            <a:spLocks noGrp="1"/>
          </p:cNvSpPr>
          <p:nvPr>
            <p:ph type="sldNum" idx="87"/>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90" name="PlaceHolder 2"/>
          <p:cNvSpPr>
            <a:spLocks noGrp="1"/>
          </p:cNvSpPr>
          <p:nvPr>
            <p:ph type="dt" idx="88"/>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391" name="PlaceHolder 3"/>
          <p:cNvSpPr>
            <a:spLocks noGrp="1"/>
          </p:cNvSpPr>
          <p:nvPr>
            <p:ph type="sldImg"/>
          </p:nvPr>
        </p:nvSpPr>
        <p:spPr>
          <a:xfrm>
            <a:off x="2857680" y="512640"/>
            <a:ext cx="3428640" cy="2566800"/>
          </a:xfrm>
          <a:prstGeom prst="rect">
            <a:avLst/>
          </a:prstGeom>
          <a:ln w="0">
            <a:noFill/>
          </a:ln>
        </p:spPr>
      </p:sp>
      <p:sp>
        <p:nvSpPr>
          <p:cNvPr id="392"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93" name="PlaceHolder 5"/>
          <p:cNvSpPr>
            <a:spLocks noGrp="1"/>
          </p:cNvSpPr>
          <p:nvPr>
            <p:ph type="ftr" idx="89"/>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394" name="PlaceHolder 6"/>
          <p:cNvSpPr>
            <a:spLocks noGrp="1"/>
          </p:cNvSpPr>
          <p:nvPr>
            <p:ph type="sldNum" idx="90"/>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96" name="PlaceHolder 2"/>
          <p:cNvSpPr>
            <a:spLocks noGrp="1"/>
          </p:cNvSpPr>
          <p:nvPr>
            <p:ph type="dt" idx="91"/>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397" name="PlaceHolder 3"/>
          <p:cNvSpPr>
            <a:spLocks noGrp="1"/>
          </p:cNvSpPr>
          <p:nvPr>
            <p:ph type="sldImg"/>
          </p:nvPr>
        </p:nvSpPr>
        <p:spPr>
          <a:xfrm>
            <a:off x="2857680" y="512640"/>
            <a:ext cx="3428640" cy="2566800"/>
          </a:xfrm>
          <a:prstGeom prst="rect">
            <a:avLst/>
          </a:prstGeom>
          <a:ln w="0">
            <a:noFill/>
          </a:ln>
        </p:spPr>
      </p:sp>
      <p:sp>
        <p:nvSpPr>
          <p:cNvPr id="398"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399" name="PlaceHolder 5"/>
          <p:cNvSpPr>
            <a:spLocks noGrp="1"/>
          </p:cNvSpPr>
          <p:nvPr>
            <p:ph type="ftr" idx="92"/>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400" name="PlaceHolder 6"/>
          <p:cNvSpPr>
            <a:spLocks noGrp="1"/>
          </p:cNvSpPr>
          <p:nvPr>
            <p:ph type="sldNum" idx="93"/>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402" name="PlaceHolder 2"/>
          <p:cNvSpPr>
            <a:spLocks noGrp="1"/>
          </p:cNvSpPr>
          <p:nvPr>
            <p:ph type="dt" idx="94"/>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403" name="PlaceHolder 3"/>
          <p:cNvSpPr>
            <a:spLocks noGrp="1"/>
          </p:cNvSpPr>
          <p:nvPr>
            <p:ph type="sldImg"/>
          </p:nvPr>
        </p:nvSpPr>
        <p:spPr>
          <a:xfrm>
            <a:off x="2857680" y="512640"/>
            <a:ext cx="3428640" cy="2566800"/>
          </a:xfrm>
          <a:prstGeom prst="rect">
            <a:avLst/>
          </a:prstGeom>
          <a:ln w="0">
            <a:noFill/>
          </a:ln>
        </p:spPr>
      </p:sp>
      <p:sp>
        <p:nvSpPr>
          <p:cNvPr id="404"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405" name="PlaceHolder 5"/>
          <p:cNvSpPr>
            <a:spLocks noGrp="1"/>
          </p:cNvSpPr>
          <p:nvPr>
            <p:ph type="ftr" idx="95"/>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406" name="PlaceHolder 6"/>
          <p:cNvSpPr>
            <a:spLocks noGrp="1"/>
          </p:cNvSpPr>
          <p:nvPr>
            <p:ph type="sldNum" idx="96"/>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408" name="PlaceHolder 2"/>
          <p:cNvSpPr>
            <a:spLocks noGrp="1"/>
          </p:cNvSpPr>
          <p:nvPr>
            <p:ph type="dt" idx="97"/>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409" name="PlaceHolder 3"/>
          <p:cNvSpPr>
            <a:spLocks noGrp="1"/>
          </p:cNvSpPr>
          <p:nvPr>
            <p:ph type="sldImg"/>
          </p:nvPr>
        </p:nvSpPr>
        <p:spPr>
          <a:xfrm>
            <a:off x="2857680" y="512640"/>
            <a:ext cx="3428640" cy="2566800"/>
          </a:xfrm>
          <a:prstGeom prst="rect">
            <a:avLst/>
          </a:prstGeom>
          <a:ln w="0">
            <a:noFill/>
          </a:ln>
        </p:spPr>
      </p:sp>
      <p:sp>
        <p:nvSpPr>
          <p:cNvPr id="410"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411" name="PlaceHolder 5"/>
          <p:cNvSpPr>
            <a:spLocks noGrp="1"/>
          </p:cNvSpPr>
          <p:nvPr>
            <p:ph type="ftr" idx="98"/>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412" name="PlaceHolder 6"/>
          <p:cNvSpPr>
            <a:spLocks noGrp="1"/>
          </p:cNvSpPr>
          <p:nvPr>
            <p:ph type="sldNum" idx="99"/>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414" name="PlaceHolder 2"/>
          <p:cNvSpPr>
            <a:spLocks noGrp="1"/>
          </p:cNvSpPr>
          <p:nvPr>
            <p:ph type="dt" idx="100"/>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415" name="PlaceHolder 3"/>
          <p:cNvSpPr>
            <a:spLocks noGrp="1"/>
          </p:cNvSpPr>
          <p:nvPr>
            <p:ph type="sldImg"/>
          </p:nvPr>
        </p:nvSpPr>
        <p:spPr>
          <a:xfrm>
            <a:off x="2857680" y="512640"/>
            <a:ext cx="3428640" cy="2566800"/>
          </a:xfrm>
          <a:prstGeom prst="rect">
            <a:avLst/>
          </a:prstGeom>
          <a:ln w="0">
            <a:noFill/>
          </a:ln>
        </p:spPr>
      </p:sp>
      <p:sp>
        <p:nvSpPr>
          <p:cNvPr id="416"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417" name="PlaceHolder 5"/>
          <p:cNvSpPr>
            <a:spLocks noGrp="1"/>
          </p:cNvSpPr>
          <p:nvPr>
            <p:ph type="ftr" idx="101"/>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418" name="PlaceHolder 6"/>
          <p:cNvSpPr>
            <a:spLocks noGrp="1"/>
          </p:cNvSpPr>
          <p:nvPr>
            <p:ph type="sldNum" idx="102"/>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420" name="PlaceHolder 2"/>
          <p:cNvSpPr>
            <a:spLocks noGrp="1"/>
          </p:cNvSpPr>
          <p:nvPr>
            <p:ph type="dt" idx="103"/>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421" name="PlaceHolder 3"/>
          <p:cNvSpPr>
            <a:spLocks noGrp="1"/>
          </p:cNvSpPr>
          <p:nvPr>
            <p:ph type="sldImg"/>
          </p:nvPr>
        </p:nvSpPr>
        <p:spPr>
          <a:xfrm>
            <a:off x="2857680" y="512640"/>
            <a:ext cx="3428640" cy="2566800"/>
          </a:xfrm>
          <a:prstGeom prst="rect">
            <a:avLst/>
          </a:prstGeom>
          <a:ln w="0">
            <a:noFill/>
          </a:ln>
        </p:spPr>
      </p:sp>
      <p:sp>
        <p:nvSpPr>
          <p:cNvPr id="422"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423" name="PlaceHolder 5"/>
          <p:cNvSpPr>
            <a:spLocks noGrp="1"/>
          </p:cNvSpPr>
          <p:nvPr>
            <p:ph type="ftr" idx="104"/>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424" name="PlaceHolder 6"/>
          <p:cNvSpPr>
            <a:spLocks noGrp="1"/>
          </p:cNvSpPr>
          <p:nvPr>
            <p:ph type="sldNum" idx="105"/>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426" name="PlaceHolder 2"/>
          <p:cNvSpPr>
            <a:spLocks noGrp="1"/>
          </p:cNvSpPr>
          <p:nvPr>
            <p:ph type="dt" idx="106"/>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427" name="PlaceHolder 3"/>
          <p:cNvSpPr>
            <a:spLocks noGrp="1"/>
          </p:cNvSpPr>
          <p:nvPr>
            <p:ph type="sldImg"/>
          </p:nvPr>
        </p:nvSpPr>
        <p:spPr>
          <a:xfrm>
            <a:off x="2857680" y="512640"/>
            <a:ext cx="3428640" cy="2566800"/>
          </a:xfrm>
          <a:prstGeom prst="rect">
            <a:avLst/>
          </a:prstGeom>
          <a:ln w="0">
            <a:noFill/>
          </a:ln>
        </p:spPr>
      </p:sp>
      <p:sp>
        <p:nvSpPr>
          <p:cNvPr id="428"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429" name="PlaceHolder 5"/>
          <p:cNvSpPr>
            <a:spLocks noGrp="1"/>
          </p:cNvSpPr>
          <p:nvPr>
            <p:ph type="ftr" idx="107"/>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430" name="PlaceHolder 6"/>
          <p:cNvSpPr>
            <a:spLocks noGrp="1"/>
          </p:cNvSpPr>
          <p:nvPr>
            <p:ph type="sldNum" idx="108"/>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432" name="PlaceHolder 2"/>
          <p:cNvSpPr>
            <a:spLocks noGrp="1"/>
          </p:cNvSpPr>
          <p:nvPr>
            <p:ph type="dt" idx="109"/>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433" name="PlaceHolder 3"/>
          <p:cNvSpPr>
            <a:spLocks noGrp="1"/>
          </p:cNvSpPr>
          <p:nvPr>
            <p:ph type="sldImg"/>
          </p:nvPr>
        </p:nvSpPr>
        <p:spPr>
          <a:xfrm>
            <a:off x="2857680" y="512640"/>
            <a:ext cx="3428640" cy="2566800"/>
          </a:xfrm>
          <a:prstGeom prst="rect">
            <a:avLst/>
          </a:prstGeom>
          <a:ln w="0">
            <a:noFill/>
          </a:ln>
        </p:spPr>
      </p:sp>
      <p:sp>
        <p:nvSpPr>
          <p:cNvPr id="434"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435" name="PlaceHolder 5"/>
          <p:cNvSpPr>
            <a:spLocks noGrp="1"/>
          </p:cNvSpPr>
          <p:nvPr>
            <p:ph type="ftr" idx="110"/>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436" name="PlaceHolder 6"/>
          <p:cNvSpPr>
            <a:spLocks noGrp="1"/>
          </p:cNvSpPr>
          <p:nvPr>
            <p:ph type="sldNum" idx="111"/>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438" name="PlaceHolder 2"/>
          <p:cNvSpPr>
            <a:spLocks noGrp="1"/>
          </p:cNvSpPr>
          <p:nvPr>
            <p:ph type="dt" idx="112"/>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1.7.2013</a:t>
            </a:r>
            <a:endParaRPr b="0" lang="es-GT" sz="1200" strike="noStrike" u="none">
              <a:solidFill>
                <a:srgbClr val="000000"/>
              </a:solidFill>
              <a:effectLst/>
              <a:uFillTx/>
              <a:latin typeface="Times New Roman"/>
            </a:endParaRPr>
          </a:p>
        </p:txBody>
      </p:sp>
      <p:sp>
        <p:nvSpPr>
          <p:cNvPr id="439" name="PlaceHolder 3"/>
          <p:cNvSpPr>
            <a:spLocks noGrp="1"/>
          </p:cNvSpPr>
          <p:nvPr>
            <p:ph type="sldImg"/>
          </p:nvPr>
        </p:nvSpPr>
        <p:spPr>
          <a:xfrm>
            <a:off x="2857680" y="512640"/>
            <a:ext cx="3428640" cy="2566800"/>
          </a:xfrm>
          <a:prstGeom prst="rect">
            <a:avLst/>
          </a:prstGeom>
          <a:ln w="0">
            <a:noFill/>
          </a:ln>
        </p:spPr>
      </p:sp>
      <p:sp>
        <p:nvSpPr>
          <p:cNvPr id="440"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s-GT" sz="1200" strike="noStrike" u="none">
              <a:solidFill>
                <a:schemeClr val="dk1"/>
              </a:solidFill>
              <a:effectLst/>
              <a:uFillTx/>
              <a:latin typeface="Calibri"/>
              <a:ea typeface="Calibri"/>
            </a:endParaRPr>
          </a:p>
        </p:txBody>
      </p:sp>
      <p:sp>
        <p:nvSpPr>
          <p:cNvPr id="441" name="PlaceHolder 5"/>
          <p:cNvSpPr>
            <a:spLocks noGrp="1"/>
          </p:cNvSpPr>
          <p:nvPr>
            <p:ph type="ftr" idx="113"/>
          </p:nvPr>
        </p:nvSpPr>
        <p:spPr>
          <a:xfrm>
            <a:off x="0" y="6502320"/>
            <a:ext cx="3962160" cy="340920"/>
          </a:xfrm>
          <a:prstGeom prst="rect">
            <a:avLst/>
          </a:prstGeom>
          <a:noFill/>
          <a:ln w="0">
            <a:noFill/>
          </a:ln>
        </p:spPr>
        <p:txBody>
          <a:bodyPr lIns="91440" rIns="91440" tIns="45720" bIns="45720" anchor="b">
            <a:noAutofit/>
          </a:bodyPr>
          <a:p>
            <a:pPr indent="0">
              <a:buNone/>
            </a:pPr>
            <a:endParaRPr b="0" lang="es-GT" sz="1200" strike="noStrike" u="none">
              <a:solidFill>
                <a:schemeClr val="dk1"/>
              </a:solidFill>
              <a:effectLst/>
              <a:uFillTx/>
              <a:latin typeface="Calibri"/>
              <a:ea typeface="Calibri"/>
            </a:endParaRPr>
          </a:p>
        </p:txBody>
      </p:sp>
      <p:sp>
        <p:nvSpPr>
          <p:cNvPr id="442" name="PlaceHolder 6"/>
          <p:cNvSpPr>
            <a:spLocks noGrp="1"/>
          </p:cNvSpPr>
          <p:nvPr>
            <p:ph type="sldNum" idx="114"/>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chemeClr val="dk1"/>
                </a:solidFill>
                <a:effectLst/>
                <a:uFillTx/>
                <a:latin typeface="Calibri"/>
                <a:ea typeface="Calibri"/>
              </a:defRPr>
            </a:lvl1pPr>
          </a:lstStyle>
          <a:p>
            <a:pPr indent="0" algn="r">
              <a:lnSpc>
                <a:spcPct val="100000"/>
              </a:lnSpc>
              <a:buNone/>
              <a:tabLst>
                <a:tab algn="l" pos="0"/>
              </a:tabLst>
            </a:pPr>
            <a:r>
              <a:rPr b="0" lang="en-US" sz="1200" strike="noStrike" u="none">
                <a:solidFill>
                  <a:schemeClr val="dk1"/>
                </a:solidFill>
                <a:effectLst/>
                <a:uFillTx/>
                <a:latin typeface="Calibri"/>
                <a:ea typeface="Calibri"/>
              </a:rPr>
              <a:t>‹#›</a:t>
            </a:r>
            <a:endParaRPr b="0" lang="es-GT"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s-GT" sz="1400" strike="noStrike" u="none">
                <a:solidFill>
                  <a:srgbClr val="000000"/>
                </a:solidFill>
                <a:effectLst/>
                <a:uFillTx/>
                <a:latin typeface="Times New Roman"/>
              </a:defRPr>
            </a:lvl1pPr>
          </a:lstStyle>
          <a:p>
            <a:pPr indent="0">
              <a:buNone/>
            </a:pPr>
            <a:r>
              <a:rPr b="0" lang="es-GT" sz="1400" strike="noStrike" u="none">
                <a:solidFill>
                  <a:srgbClr val="000000"/>
                </a:solidFill>
                <a:effectLst/>
                <a:uFillTx/>
                <a:latin typeface="Times New Roman"/>
              </a:rPr>
              <a:t>&lt;fecha/hora&gt;</a:t>
            </a:r>
            <a:endParaRPr b="0" lang="es-GT" sz="1400" strike="noStrike" u="none">
              <a:solidFill>
                <a:srgbClr val="000000"/>
              </a:solidFill>
              <a:effectLst/>
              <a:uFillTx/>
              <a:latin typeface="Times New Roman"/>
            </a:endParaRPr>
          </a:p>
        </p:txBody>
      </p:sp>
      <p:sp>
        <p:nvSpPr>
          <p:cNvPr id="3" name="PlaceHolder 2"/>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s-GT" sz="1400" strike="noStrike" u="none">
                <a:solidFill>
                  <a:srgbClr val="000000"/>
                </a:solidFill>
                <a:effectLst/>
                <a:uFillTx/>
                <a:latin typeface="Times New Roman"/>
              </a:defRPr>
            </a:lvl1pPr>
          </a:lstStyle>
          <a:p>
            <a:pPr indent="0" algn="ctr">
              <a:buNone/>
            </a:pPr>
            <a:r>
              <a:rPr b="0" lang="es-GT" sz="1400" strike="noStrike" u="none">
                <a:solidFill>
                  <a:srgbClr val="000000"/>
                </a:solidFill>
                <a:effectLst/>
                <a:uFillTx/>
                <a:latin typeface="Times New Roman"/>
              </a:rPr>
              <a:t>&lt;pie de página&gt;</a:t>
            </a:r>
            <a:endParaRPr b="0" lang="es-GT" sz="1400" strike="noStrike" u="none">
              <a:solidFill>
                <a:srgbClr val="000000"/>
              </a:solidFill>
              <a:effectLst/>
              <a:uFillTx/>
              <a:latin typeface="Times New Roman"/>
            </a:endParaRPr>
          </a:p>
        </p:txBody>
      </p:sp>
      <p:sp>
        <p:nvSpPr>
          <p:cNvPr id="4" name="PlaceHolder 3"/>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6938433B-09AB-4486-86BD-4B0C1DEA41B2}" type="slidenum">
              <a:rPr b="0" lang="en-US" sz="1200" strike="noStrike" u="none">
                <a:solidFill>
                  <a:srgbClr val="888888"/>
                </a:solidFill>
                <a:effectLst/>
                <a:uFillTx/>
                <a:latin typeface="Calibri"/>
                <a:ea typeface="Calibri"/>
              </a:rPr>
              <a:t>&lt;número&gt;</a:t>
            </a:fld>
            <a:endParaRPr b="0" lang="es-GT" sz="1200" strike="noStrike" u="none">
              <a:solidFill>
                <a:srgbClr val="000000"/>
              </a:solidFill>
              <a:effectLst/>
              <a:uFillTx/>
              <a:latin typeface="Times New Roman"/>
            </a:endParaRPr>
          </a:p>
        </p:txBody>
      </p:sp>
      <p:sp>
        <p:nvSpPr>
          <p:cNvPr id="5"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r>
              <a:rPr b="0" lang="es-GT" sz="1400" strike="noStrike" u="none">
                <a:solidFill>
                  <a:srgbClr val="000000"/>
                </a:solidFill>
                <a:effectLst/>
                <a:uFillTx/>
                <a:latin typeface="Arial"/>
              </a:rPr>
              <a:t>Pulse para editar el formato del texto de título</a:t>
            </a:r>
            <a:endParaRPr b="0" lang="es-GT" sz="1400" strike="noStrike" u="none">
              <a:solidFill>
                <a:srgbClr val="000000"/>
              </a:solidFill>
              <a:effectLst/>
              <a:uFillTx/>
              <a:latin typeface="Arial"/>
            </a:endParaRPr>
          </a:p>
        </p:txBody>
      </p:sp>
      <p:sp>
        <p:nvSpPr>
          <p:cNvPr id="6"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GT" sz="1400" strike="noStrike" u="none">
                <a:solidFill>
                  <a:srgbClr val="000000"/>
                </a:solidFill>
                <a:effectLst/>
                <a:uFillTx/>
                <a:latin typeface="Arial"/>
              </a:rPr>
              <a:t>Pulse para editar el formato de texto del esquema</a:t>
            </a:r>
            <a:endParaRPr b="0" lang="es-GT"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GT" sz="1400" strike="noStrike" u="none">
                <a:solidFill>
                  <a:srgbClr val="000000"/>
                </a:solidFill>
                <a:effectLst/>
                <a:uFillTx/>
                <a:latin typeface="Arial"/>
              </a:rPr>
              <a:t>Segundo nivel del esquema</a:t>
            </a:r>
            <a:endParaRPr b="0" lang="es-GT"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GT" sz="1400" strike="noStrike" u="none">
                <a:solidFill>
                  <a:srgbClr val="000000"/>
                </a:solidFill>
                <a:effectLst/>
                <a:uFillTx/>
                <a:latin typeface="Arial"/>
              </a:rPr>
              <a:t>Tercer nivel del esquema</a:t>
            </a:r>
            <a:endParaRPr b="0" lang="es-GT"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GT" sz="1400" strike="noStrike" u="none">
                <a:solidFill>
                  <a:srgbClr val="000000"/>
                </a:solidFill>
                <a:effectLst/>
                <a:uFillTx/>
                <a:latin typeface="Arial"/>
              </a:rPr>
              <a:t>Cuarto nivel del esquema</a:t>
            </a:r>
            <a:endParaRPr b="0" lang="es-GT"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GT" sz="2000" strike="noStrike" u="none">
                <a:solidFill>
                  <a:srgbClr val="000000"/>
                </a:solidFill>
                <a:effectLst/>
                <a:uFillTx/>
                <a:latin typeface="Arial"/>
              </a:rPr>
              <a:t>Quinto nivel del esquema</a:t>
            </a:r>
            <a:endParaRPr b="0" lang="es-GT"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GT" sz="2000" strike="noStrike" u="none">
                <a:solidFill>
                  <a:srgbClr val="000000"/>
                </a:solidFill>
                <a:effectLst/>
                <a:uFillTx/>
                <a:latin typeface="Arial"/>
              </a:rPr>
              <a:t>Sexto nivel del esquema</a:t>
            </a:r>
            <a:endParaRPr b="0" lang="es-GT"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GT" sz="2000" strike="noStrike" u="none">
                <a:solidFill>
                  <a:srgbClr val="000000"/>
                </a:solidFill>
                <a:effectLst/>
                <a:uFillTx/>
                <a:latin typeface="Arial"/>
              </a:rPr>
              <a:t>Séptimo nivel del esquema</a:t>
            </a:r>
            <a:endParaRPr b="0" lang="es-GT"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fontScale="85000" lnSpcReduction="9999"/>
          </a:bodyPr>
          <a:p>
            <a:pPr indent="0">
              <a:buNone/>
            </a:pPr>
            <a:r>
              <a:rPr b="0" lang="es-GT" sz="4400" strike="noStrike" u="none">
                <a:solidFill>
                  <a:srgbClr val="000000"/>
                </a:solidFill>
                <a:effectLst/>
                <a:uFillTx/>
                <a:latin typeface="Arial"/>
              </a:rPr>
              <a:t>Pulse para editar el formato del texto de título</a:t>
            </a:r>
            <a:endParaRPr b="0" lang="es-GT" sz="4400" strike="noStrike" u="none">
              <a:solidFill>
                <a:srgbClr val="000000"/>
              </a:solidFill>
              <a:effectLst/>
              <a:uFillTx/>
              <a:latin typeface="Arial"/>
            </a:endParaRPr>
          </a:p>
        </p:txBody>
      </p:sp>
      <p:sp>
        <p:nvSpPr>
          <p:cNvPr id="8" name="PlaceHolder 2"/>
          <p:cNvSpPr>
            <a:spLocks noGrp="1"/>
          </p:cNvSpPr>
          <p:nvPr>
            <p:ph type="body"/>
          </p:nvPr>
        </p:nvSpPr>
        <p:spPr>
          <a:xfrm rot="5400000">
            <a:off x="2309400" y="-251640"/>
            <a:ext cx="4525560" cy="822924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s-GT" sz="3200" strike="noStrike" u="none">
                <a:solidFill>
                  <a:srgbClr val="000000"/>
                </a:solidFill>
                <a:effectLst/>
                <a:uFillTx/>
                <a:latin typeface="Arial"/>
              </a:rPr>
              <a:t>Pulse para editar el formato de texto del esquema</a:t>
            </a:r>
            <a:endParaRPr b="0" lang="es-GT"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GT" sz="3200" strike="noStrike" u="none">
                <a:solidFill>
                  <a:srgbClr val="000000"/>
                </a:solidFill>
                <a:effectLst/>
                <a:uFillTx/>
                <a:latin typeface="Arial"/>
              </a:rPr>
              <a:t>Segundo nivel del esquema</a:t>
            </a:r>
            <a:endParaRPr b="0" lang="es-GT" sz="3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GT" sz="3200" strike="noStrike" u="none">
                <a:solidFill>
                  <a:srgbClr val="000000"/>
                </a:solidFill>
                <a:effectLst/>
                <a:uFillTx/>
                <a:latin typeface="Arial"/>
              </a:rPr>
              <a:t>Tercer nivel del esquema</a:t>
            </a:r>
            <a:endParaRPr b="0" lang="es-GT" sz="3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GT" sz="3200" strike="noStrike" u="none">
                <a:solidFill>
                  <a:srgbClr val="000000"/>
                </a:solidFill>
                <a:effectLst/>
                <a:uFillTx/>
                <a:latin typeface="Arial"/>
              </a:rPr>
              <a:t>Cuarto nivel del esquema</a:t>
            </a:r>
            <a:endParaRPr b="0" lang="es-GT" sz="3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GT" sz="3200" strike="noStrike" u="none">
                <a:solidFill>
                  <a:srgbClr val="000000"/>
                </a:solidFill>
                <a:effectLst/>
                <a:uFillTx/>
                <a:latin typeface="Arial"/>
              </a:rPr>
              <a:t>Quinto nivel del esquema</a:t>
            </a:r>
            <a:endParaRPr b="0" lang="es-GT" sz="3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GT" sz="3200" strike="noStrike" u="none">
                <a:solidFill>
                  <a:srgbClr val="000000"/>
                </a:solidFill>
                <a:effectLst/>
                <a:uFillTx/>
                <a:latin typeface="Arial"/>
              </a:rPr>
              <a:t>Sexto nivel del esquema</a:t>
            </a:r>
            <a:endParaRPr b="0" lang="es-GT" sz="3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GT" sz="3200" strike="noStrike" u="none">
                <a:solidFill>
                  <a:srgbClr val="000000"/>
                </a:solidFill>
                <a:effectLst/>
                <a:uFillTx/>
                <a:latin typeface="Arial"/>
              </a:rPr>
              <a:t>Séptimo nivel del esquema</a:t>
            </a:r>
            <a:endParaRPr b="0" lang="es-GT" sz="3200" strike="noStrike" u="none">
              <a:solidFill>
                <a:srgbClr val="000000"/>
              </a:solidFill>
              <a:effectLst/>
              <a:uFillTx/>
              <a:latin typeface="Arial"/>
            </a:endParaRPr>
          </a:p>
        </p:txBody>
      </p:sp>
      <p:sp>
        <p:nvSpPr>
          <p:cNvPr id="9"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s-GT" sz="1400" strike="noStrike" u="none">
                <a:solidFill>
                  <a:srgbClr val="000000"/>
                </a:solidFill>
                <a:effectLst/>
                <a:uFillTx/>
                <a:latin typeface="Times New Roman"/>
              </a:defRPr>
            </a:lvl1pPr>
          </a:lstStyle>
          <a:p>
            <a:pPr indent="0">
              <a:buNone/>
            </a:pPr>
            <a:r>
              <a:rPr b="0" lang="es-GT" sz="1400" strike="noStrike" u="none">
                <a:solidFill>
                  <a:srgbClr val="000000"/>
                </a:solidFill>
                <a:effectLst/>
                <a:uFillTx/>
                <a:latin typeface="Times New Roman"/>
              </a:rPr>
              <a:t>&lt;fecha/hora&gt;</a:t>
            </a:r>
            <a:endParaRPr b="0" lang="es-GT" sz="1400" strike="noStrike" u="none">
              <a:solidFill>
                <a:srgbClr val="000000"/>
              </a:solidFill>
              <a:effectLst/>
              <a:uFillTx/>
              <a:latin typeface="Times New Roman"/>
            </a:endParaRPr>
          </a:p>
        </p:txBody>
      </p:sp>
      <p:sp>
        <p:nvSpPr>
          <p:cNvPr id="10"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s-GT" sz="1400" strike="noStrike" u="none">
                <a:solidFill>
                  <a:srgbClr val="000000"/>
                </a:solidFill>
                <a:effectLst/>
                <a:uFillTx/>
                <a:latin typeface="Times New Roman"/>
              </a:defRPr>
            </a:lvl1pPr>
          </a:lstStyle>
          <a:p>
            <a:pPr indent="0" algn="ctr">
              <a:buNone/>
            </a:pPr>
            <a:r>
              <a:rPr b="0" lang="es-GT" sz="1400" strike="noStrike" u="none">
                <a:solidFill>
                  <a:srgbClr val="000000"/>
                </a:solidFill>
                <a:effectLst/>
                <a:uFillTx/>
                <a:latin typeface="Times New Roman"/>
              </a:rPr>
              <a:t>&lt;pie de página&gt;</a:t>
            </a:r>
            <a:endParaRPr b="0" lang="es-GT" sz="1400" strike="noStrike" u="none">
              <a:solidFill>
                <a:srgbClr val="000000"/>
              </a:solidFill>
              <a:effectLst/>
              <a:uFillTx/>
              <a:latin typeface="Times New Roman"/>
            </a:endParaRPr>
          </a:p>
        </p:txBody>
      </p:sp>
      <p:sp>
        <p:nvSpPr>
          <p:cNvPr id="11"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23C4949F-9EFF-4C57-8F7D-695E27843CAC}" type="slidenum">
              <a:rPr b="0" lang="en-US" sz="1200" strike="noStrike" u="none">
                <a:solidFill>
                  <a:srgbClr val="888888"/>
                </a:solidFill>
                <a:effectLst/>
                <a:uFillTx/>
                <a:latin typeface="Calibri"/>
                <a:ea typeface="Calibri"/>
              </a:rPr>
              <a:t>&lt;número&gt;</a:t>
            </a:fld>
            <a:endParaRPr b="0" lang="es-GT"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rot="5400000">
            <a:off x="4732560" y="2171520"/>
            <a:ext cx="5851080" cy="2057040"/>
          </a:xfrm>
          <a:prstGeom prst="rect">
            <a:avLst/>
          </a:prstGeom>
          <a:noFill/>
          <a:ln w="0">
            <a:noFill/>
          </a:ln>
        </p:spPr>
        <p:txBody>
          <a:bodyPr lIns="91440" rIns="91440" tIns="45720" bIns="45720" anchor="ctr">
            <a:normAutofit lnSpcReduction="9999"/>
          </a:bodyPr>
          <a:p>
            <a:pPr indent="0">
              <a:buNone/>
            </a:pPr>
            <a:r>
              <a:rPr b="0" lang="es-GT" sz="4400" strike="noStrike" u="none">
                <a:solidFill>
                  <a:srgbClr val="000000"/>
                </a:solidFill>
                <a:effectLst/>
                <a:uFillTx/>
                <a:latin typeface="Arial"/>
              </a:rPr>
              <a:t>Pulse para editar el formato del texto de título</a:t>
            </a:r>
            <a:endParaRPr b="0" lang="es-GT" sz="4400" strike="noStrike" u="none">
              <a:solidFill>
                <a:srgbClr val="000000"/>
              </a:solidFill>
              <a:effectLst/>
              <a:uFillTx/>
              <a:latin typeface="Arial"/>
            </a:endParaRPr>
          </a:p>
        </p:txBody>
      </p:sp>
      <p:sp>
        <p:nvSpPr>
          <p:cNvPr id="13" name="PlaceHolder 2"/>
          <p:cNvSpPr>
            <a:spLocks noGrp="1"/>
          </p:cNvSpPr>
          <p:nvPr>
            <p:ph type="body"/>
          </p:nvPr>
        </p:nvSpPr>
        <p:spPr>
          <a:xfrm rot="5400000">
            <a:off x="541800" y="190080"/>
            <a:ext cx="5851080" cy="6019560"/>
          </a:xfrm>
          <a:prstGeom prst="rect">
            <a:avLst/>
          </a:prstGeom>
          <a:noFill/>
          <a:ln w="0">
            <a:noFill/>
          </a:ln>
        </p:spPr>
        <p:txBody>
          <a:bodyPr lIns="91440" rIns="91440" tIns="45720" bIns="45720" anchor="t">
            <a:normAutofit fontScale="92500" lnSpcReduction="9999"/>
          </a:bodyPr>
          <a:p>
            <a:pPr marL="432000" indent="-324000">
              <a:spcBef>
                <a:spcPts val="1417"/>
              </a:spcBef>
              <a:buClr>
                <a:srgbClr val="000000"/>
              </a:buClr>
              <a:buSzPct val="45000"/>
              <a:buFont typeface="Wingdings" charset="2"/>
              <a:buChar char=""/>
            </a:pPr>
            <a:r>
              <a:rPr b="0" lang="es-GT" sz="3200" strike="noStrike" u="none">
                <a:solidFill>
                  <a:srgbClr val="000000"/>
                </a:solidFill>
                <a:effectLst/>
                <a:uFillTx/>
                <a:latin typeface="Arial"/>
              </a:rPr>
              <a:t>Pulse para editar el formato de texto del esquema</a:t>
            </a:r>
            <a:endParaRPr b="0" lang="es-GT"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GT" sz="3200" strike="noStrike" u="none">
                <a:solidFill>
                  <a:srgbClr val="000000"/>
                </a:solidFill>
                <a:effectLst/>
                <a:uFillTx/>
                <a:latin typeface="Arial"/>
              </a:rPr>
              <a:t>Segundo nivel del esquema</a:t>
            </a:r>
            <a:endParaRPr b="0" lang="es-GT" sz="3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GT" sz="3200" strike="noStrike" u="none">
                <a:solidFill>
                  <a:srgbClr val="000000"/>
                </a:solidFill>
                <a:effectLst/>
                <a:uFillTx/>
                <a:latin typeface="Arial"/>
              </a:rPr>
              <a:t>Tercer nivel del esquema</a:t>
            </a:r>
            <a:endParaRPr b="0" lang="es-GT" sz="3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GT" sz="3200" strike="noStrike" u="none">
                <a:solidFill>
                  <a:srgbClr val="000000"/>
                </a:solidFill>
                <a:effectLst/>
                <a:uFillTx/>
                <a:latin typeface="Arial"/>
              </a:rPr>
              <a:t>Cuarto nivel del esquema</a:t>
            </a:r>
            <a:endParaRPr b="0" lang="es-GT" sz="3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GT" sz="3200" strike="noStrike" u="none">
                <a:solidFill>
                  <a:srgbClr val="000000"/>
                </a:solidFill>
                <a:effectLst/>
                <a:uFillTx/>
                <a:latin typeface="Arial"/>
              </a:rPr>
              <a:t>Quinto nivel del esquema</a:t>
            </a:r>
            <a:endParaRPr b="0" lang="es-GT" sz="3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GT" sz="3200" strike="noStrike" u="none">
                <a:solidFill>
                  <a:srgbClr val="000000"/>
                </a:solidFill>
                <a:effectLst/>
                <a:uFillTx/>
                <a:latin typeface="Arial"/>
              </a:rPr>
              <a:t>Sexto nivel del esquema</a:t>
            </a:r>
            <a:endParaRPr b="0" lang="es-GT" sz="3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GT" sz="3200" strike="noStrike" u="none">
                <a:solidFill>
                  <a:srgbClr val="000000"/>
                </a:solidFill>
                <a:effectLst/>
                <a:uFillTx/>
                <a:latin typeface="Arial"/>
              </a:rPr>
              <a:t>Séptimo nivel del esquema</a:t>
            </a:r>
            <a:endParaRPr b="0" lang="es-GT" sz="3200" strike="noStrike" u="none">
              <a:solidFill>
                <a:srgbClr val="000000"/>
              </a:solidFill>
              <a:effectLst/>
              <a:uFillTx/>
              <a:latin typeface="Arial"/>
            </a:endParaRPr>
          </a:p>
        </p:txBody>
      </p:sp>
      <p:sp>
        <p:nvSpPr>
          <p:cNvPr id="14"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s-GT" sz="1400" strike="noStrike" u="none">
                <a:solidFill>
                  <a:srgbClr val="000000"/>
                </a:solidFill>
                <a:effectLst/>
                <a:uFillTx/>
                <a:latin typeface="Times New Roman"/>
              </a:defRPr>
            </a:lvl1pPr>
          </a:lstStyle>
          <a:p>
            <a:pPr indent="0">
              <a:buNone/>
            </a:pPr>
            <a:r>
              <a:rPr b="0" lang="es-GT" sz="1400" strike="noStrike" u="none">
                <a:solidFill>
                  <a:srgbClr val="000000"/>
                </a:solidFill>
                <a:effectLst/>
                <a:uFillTx/>
                <a:latin typeface="Times New Roman"/>
              </a:rPr>
              <a:t>&lt;fecha/hora&gt;</a:t>
            </a:r>
            <a:endParaRPr b="0" lang="es-GT" sz="1400" strike="noStrike" u="none">
              <a:solidFill>
                <a:srgbClr val="000000"/>
              </a:solidFill>
              <a:effectLst/>
              <a:uFillTx/>
              <a:latin typeface="Times New Roman"/>
            </a:endParaRPr>
          </a:p>
        </p:txBody>
      </p:sp>
      <p:sp>
        <p:nvSpPr>
          <p:cNvPr id="15"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s-GT" sz="1400" strike="noStrike" u="none">
                <a:solidFill>
                  <a:srgbClr val="000000"/>
                </a:solidFill>
                <a:effectLst/>
                <a:uFillTx/>
                <a:latin typeface="Times New Roman"/>
              </a:defRPr>
            </a:lvl1pPr>
          </a:lstStyle>
          <a:p>
            <a:pPr indent="0" algn="ctr">
              <a:buNone/>
            </a:pPr>
            <a:r>
              <a:rPr b="0" lang="es-GT" sz="1400" strike="noStrike" u="none">
                <a:solidFill>
                  <a:srgbClr val="000000"/>
                </a:solidFill>
                <a:effectLst/>
                <a:uFillTx/>
                <a:latin typeface="Times New Roman"/>
              </a:rPr>
              <a:t>&lt;pie de página&gt;</a:t>
            </a:r>
            <a:endParaRPr b="0" lang="es-GT" sz="1400" strike="noStrike" u="none">
              <a:solidFill>
                <a:srgbClr val="000000"/>
              </a:solidFill>
              <a:effectLst/>
              <a:uFillTx/>
              <a:latin typeface="Times New Roman"/>
            </a:endParaRPr>
          </a:p>
        </p:txBody>
      </p:sp>
      <p:sp>
        <p:nvSpPr>
          <p:cNvPr id="16"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09A5049E-DC6E-4C2C-B994-C46278B0B1DA}" type="slidenum">
              <a:rPr b="0" lang="en-US" sz="1200" strike="noStrike" u="none">
                <a:solidFill>
                  <a:srgbClr val="888888"/>
                </a:solidFill>
                <a:effectLst/>
                <a:uFillTx/>
                <a:latin typeface="Calibri"/>
                <a:ea typeface="Calibri"/>
              </a:rPr>
              <a:t>&lt;número&gt;</a:t>
            </a:fld>
            <a:endParaRPr b="0" lang="es-GT" sz="1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rmAutofit/>
          </a:bodyPr>
          <a:p>
            <a:pPr indent="0">
              <a:buNone/>
            </a:pPr>
            <a:r>
              <a:rPr b="0" lang="es-GT" sz="4400" strike="noStrike" u="none">
                <a:solidFill>
                  <a:srgbClr val="000000"/>
                </a:solidFill>
                <a:effectLst/>
                <a:uFillTx/>
                <a:latin typeface="Arial"/>
              </a:rPr>
              <a:t>Pulse para editar el formato del texto de título</a:t>
            </a:r>
            <a:endParaRPr b="0" lang="es-GT" sz="4400" strike="noStrike" u="none">
              <a:solidFill>
                <a:srgbClr val="000000"/>
              </a:solidFill>
              <a:effectLst/>
              <a:uFillTx/>
              <a:latin typeface="Arial"/>
            </a:endParaRPr>
          </a:p>
        </p:txBody>
      </p:sp>
      <p:sp>
        <p:nvSpPr>
          <p:cNvPr id="18" name="PlaceHolder 2"/>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s-GT" sz="1400" strike="noStrike" u="none">
                <a:solidFill>
                  <a:srgbClr val="000000"/>
                </a:solidFill>
                <a:effectLst/>
                <a:uFillTx/>
                <a:latin typeface="Times New Roman"/>
              </a:defRPr>
            </a:lvl1pPr>
          </a:lstStyle>
          <a:p>
            <a:pPr indent="0">
              <a:buNone/>
            </a:pPr>
            <a:r>
              <a:rPr b="0" lang="es-GT" sz="1400" strike="noStrike" u="none">
                <a:solidFill>
                  <a:srgbClr val="000000"/>
                </a:solidFill>
                <a:effectLst/>
                <a:uFillTx/>
                <a:latin typeface="Times New Roman"/>
              </a:rPr>
              <a:t>&lt;fecha/hora&gt;</a:t>
            </a:r>
            <a:endParaRPr b="0" lang="es-GT" sz="1400" strike="noStrike" u="none">
              <a:solidFill>
                <a:srgbClr val="000000"/>
              </a:solidFill>
              <a:effectLst/>
              <a:uFillTx/>
              <a:latin typeface="Times New Roman"/>
            </a:endParaRPr>
          </a:p>
        </p:txBody>
      </p:sp>
      <p:sp>
        <p:nvSpPr>
          <p:cNvPr id="19" name="PlaceHolder 3"/>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s-GT" sz="1400" strike="noStrike" u="none">
                <a:solidFill>
                  <a:srgbClr val="000000"/>
                </a:solidFill>
                <a:effectLst/>
                <a:uFillTx/>
                <a:latin typeface="Times New Roman"/>
              </a:defRPr>
            </a:lvl1pPr>
          </a:lstStyle>
          <a:p>
            <a:pPr indent="0" algn="ctr">
              <a:buNone/>
            </a:pPr>
            <a:r>
              <a:rPr b="0" lang="es-GT" sz="1400" strike="noStrike" u="none">
                <a:solidFill>
                  <a:srgbClr val="000000"/>
                </a:solidFill>
                <a:effectLst/>
                <a:uFillTx/>
                <a:latin typeface="Times New Roman"/>
              </a:rPr>
              <a:t>&lt;pie de página&gt;</a:t>
            </a:r>
            <a:endParaRPr b="0" lang="es-GT" sz="1400" strike="noStrike" u="none">
              <a:solidFill>
                <a:srgbClr val="000000"/>
              </a:solidFill>
              <a:effectLst/>
              <a:uFillTx/>
              <a:latin typeface="Times New Roman"/>
            </a:endParaRPr>
          </a:p>
        </p:txBody>
      </p:sp>
      <p:sp>
        <p:nvSpPr>
          <p:cNvPr id="20" name="PlaceHolder 4"/>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3F94CEF8-8E15-463D-9BC0-81360E1481FA}" type="slidenum">
              <a:rPr b="0" lang="en-US" sz="1200" strike="noStrike" u="none">
                <a:solidFill>
                  <a:srgbClr val="888888"/>
                </a:solidFill>
                <a:effectLst/>
                <a:uFillTx/>
                <a:latin typeface="Calibri"/>
                <a:ea typeface="Calibri"/>
              </a:rPr>
              <a:t>&lt;número&gt;</a:t>
            </a:fld>
            <a:endParaRPr b="0" lang="es-GT"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solidFill>
          <a:schemeClr val="lt1"/>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fontScale="85000" lnSpcReduction="9999"/>
          </a:bodyPr>
          <a:p>
            <a:pPr indent="0">
              <a:buNone/>
            </a:pPr>
            <a:r>
              <a:rPr b="0" lang="es-GT" sz="4400" strike="noStrike" u="none">
                <a:solidFill>
                  <a:srgbClr val="000000"/>
                </a:solidFill>
                <a:effectLst/>
                <a:uFillTx/>
                <a:latin typeface="Arial"/>
              </a:rPr>
              <a:t>Pulse para editar el formato del texto de título</a:t>
            </a:r>
            <a:endParaRPr b="0" lang="es-GT" sz="4400" strike="noStrike" u="none">
              <a:solidFill>
                <a:srgbClr val="000000"/>
              </a:solidFill>
              <a:effectLst/>
              <a:uFillTx/>
              <a:latin typeface="Arial"/>
            </a:endParaRPr>
          </a:p>
        </p:txBody>
      </p:sp>
      <p:sp>
        <p:nvSpPr>
          <p:cNvPr id="22"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s-GT" sz="3200" strike="noStrike" u="none">
                <a:solidFill>
                  <a:srgbClr val="000000"/>
                </a:solidFill>
                <a:effectLst/>
                <a:uFillTx/>
                <a:latin typeface="Arial"/>
              </a:rPr>
              <a:t>Pulse para editar el formato de texto del esquema</a:t>
            </a:r>
            <a:endParaRPr b="0" lang="es-GT"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GT" sz="3200" strike="noStrike" u="none">
                <a:solidFill>
                  <a:srgbClr val="000000"/>
                </a:solidFill>
                <a:effectLst/>
                <a:uFillTx/>
                <a:latin typeface="Arial"/>
              </a:rPr>
              <a:t>Segundo nivel del esquema</a:t>
            </a:r>
            <a:endParaRPr b="0" lang="es-GT" sz="3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GT" sz="3200" strike="noStrike" u="none">
                <a:solidFill>
                  <a:srgbClr val="000000"/>
                </a:solidFill>
                <a:effectLst/>
                <a:uFillTx/>
                <a:latin typeface="Arial"/>
              </a:rPr>
              <a:t>Tercer nivel del esquema</a:t>
            </a:r>
            <a:endParaRPr b="0" lang="es-GT" sz="3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GT" sz="3200" strike="noStrike" u="none">
                <a:solidFill>
                  <a:srgbClr val="000000"/>
                </a:solidFill>
                <a:effectLst/>
                <a:uFillTx/>
                <a:latin typeface="Arial"/>
              </a:rPr>
              <a:t>Cuarto nivel del esquema</a:t>
            </a:r>
            <a:endParaRPr b="0" lang="es-GT" sz="3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GT" sz="3200" strike="noStrike" u="none">
                <a:solidFill>
                  <a:srgbClr val="000000"/>
                </a:solidFill>
                <a:effectLst/>
                <a:uFillTx/>
                <a:latin typeface="Arial"/>
              </a:rPr>
              <a:t>Quinto nivel del esquema</a:t>
            </a:r>
            <a:endParaRPr b="0" lang="es-GT" sz="3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GT" sz="3200" strike="noStrike" u="none">
                <a:solidFill>
                  <a:srgbClr val="000000"/>
                </a:solidFill>
                <a:effectLst/>
                <a:uFillTx/>
                <a:latin typeface="Arial"/>
              </a:rPr>
              <a:t>Sexto nivel del esquema</a:t>
            </a:r>
            <a:endParaRPr b="0" lang="es-GT" sz="3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GT" sz="3200" strike="noStrike" u="none">
                <a:solidFill>
                  <a:srgbClr val="000000"/>
                </a:solidFill>
                <a:effectLst/>
                <a:uFillTx/>
                <a:latin typeface="Arial"/>
              </a:rPr>
              <a:t>Séptimo nivel del esquema</a:t>
            </a:r>
            <a:endParaRPr b="0" lang="es-GT" sz="3200" strike="noStrike" u="none">
              <a:solidFill>
                <a:srgbClr val="000000"/>
              </a:solidFill>
              <a:effectLst/>
              <a:uFillTx/>
              <a:latin typeface="Arial"/>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s-GT" sz="1400" strike="noStrike" u="none">
                <a:solidFill>
                  <a:srgbClr val="000000"/>
                </a:solidFill>
                <a:effectLst/>
                <a:uFillTx/>
                <a:latin typeface="Times New Roman"/>
              </a:defRPr>
            </a:lvl1pPr>
          </a:lstStyle>
          <a:p>
            <a:pPr indent="0">
              <a:buNone/>
            </a:pPr>
            <a:r>
              <a:rPr b="0" lang="es-GT" sz="1400" strike="noStrike" u="none">
                <a:solidFill>
                  <a:srgbClr val="000000"/>
                </a:solidFill>
                <a:effectLst/>
                <a:uFillTx/>
                <a:latin typeface="Times New Roman"/>
              </a:rPr>
              <a:t>&lt;fecha/hora&gt;</a:t>
            </a:r>
            <a:endParaRPr b="0" lang="es-GT" sz="1400" strike="noStrike" u="non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s-GT" sz="1400" strike="noStrike" u="none">
                <a:solidFill>
                  <a:srgbClr val="000000"/>
                </a:solidFill>
                <a:effectLst/>
                <a:uFillTx/>
                <a:latin typeface="Times New Roman"/>
              </a:defRPr>
            </a:lvl1pPr>
          </a:lstStyle>
          <a:p>
            <a:pPr indent="0" algn="ctr">
              <a:buNone/>
            </a:pPr>
            <a:r>
              <a:rPr b="0" lang="es-GT" sz="1400" strike="noStrike" u="none">
                <a:solidFill>
                  <a:srgbClr val="000000"/>
                </a:solidFill>
                <a:effectLst/>
                <a:uFillTx/>
                <a:latin typeface="Times New Roman"/>
              </a:rPr>
              <a:t>&lt;pie de página&gt;</a:t>
            </a:r>
            <a:endParaRPr b="0" lang="es-GT" sz="1400" strike="noStrike" u="non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F32CA100-7657-484C-A402-111B0B8BC668}" type="slidenum">
              <a:rPr b="0" lang="en-US" sz="1200" strike="noStrike" u="none">
                <a:solidFill>
                  <a:srgbClr val="888888"/>
                </a:solidFill>
                <a:effectLst/>
                <a:uFillTx/>
                <a:latin typeface="Calibri"/>
                <a:ea typeface="Calibri"/>
              </a:rPr>
              <a:t>&lt;número&gt;</a:t>
            </a:fld>
            <a:endParaRPr b="0" lang="es-GT"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rmAutofit/>
          </a:bodyPr>
          <a:p>
            <a:pPr indent="0">
              <a:buNone/>
            </a:pPr>
            <a:r>
              <a:rPr b="0" lang="es-GT" sz="4000" strike="noStrike" u="none">
                <a:solidFill>
                  <a:srgbClr val="000000"/>
                </a:solidFill>
                <a:effectLst/>
                <a:uFillTx/>
                <a:latin typeface="Arial"/>
              </a:rPr>
              <a:t>Pulse para editar el formato del texto de título</a:t>
            </a:r>
            <a:endParaRPr b="0" lang="es-GT" sz="4000" strike="noStrike" u="none">
              <a:solidFill>
                <a:srgbClr val="000000"/>
              </a:solidFill>
              <a:effectLst/>
              <a:uFillTx/>
              <a:latin typeface="Arial"/>
            </a:endParaRPr>
          </a:p>
        </p:txBody>
      </p:sp>
      <p:sp>
        <p:nvSpPr>
          <p:cNvPr id="27"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rmAutofit fontScale="55000" lnSpcReduction="19999"/>
          </a:bodyPr>
          <a:p>
            <a:pPr marL="432000" indent="-324000">
              <a:spcBef>
                <a:spcPts val="1417"/>
              </a:spcBef>
              <a:buClr>
                <a:srgbClr val="000000"/>
              </a:buClr>
              <a:buSzPct val="45000"/>
              <a:buFont typeface="Wingdings" charset="2"/>
              <a:buChar char=""/>
            </a:pPr>
            <a:r>
              <a:rPr b="0" lang="es-GT" sz="2000" strike="noStrike" u="none">
                <a:solidFill>
                  <a:srgbClr val="000000"/>
                </a:solidFill>
                <a:effectLst/>
                <a:uFillTx/>
                <a:latin typeface="Arial"/>
              </a:rPr>
              <a:t>Pulse para editar el formato de texto del esquema</a:t>
            </a:r>
            <a:endParaRPr b="0" lang="es-GT" sz="20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GT" sz="2000" strike="noStrike" u="none">
                <a:solidFill>
                  <a:srgbClr val="000000"/>
                </a:solidFill>
                <a:effectLst/>
                <a:uFillTx/>
                <a:latin typeface="Arial"/>
              </a:rPr>
              <a:t>Segundo nivel del esquema</a:t>
            </a:r>
            <a:endParaRPr b="0" lang="es-GT" sz="20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GT" sz="2000" strike="noStrike" u="none">
                <a:solidFill>
                  <a:srgbClr val="000000"/>
                </a:solidFill>
                <a:effectLst/>
                <a:uFillTx/>
                <a:latin typeface="Arial"/>
              </a:rPr>
              <a:t>Tercer nivel del esquema</a:t>
            </a:r>
            <a:endParaRPr b="0" lang="es-GT" sz="20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GT" sz="2000" strike="noStrike" u="none">
                <a:solidFill>
                  <a:srgbClr val="000000"/>
                </a:solidFill>
                <a:effectLst/>
                <a:uFillTx/>
                <a:latin typeface="Arial"/>
              </a:rPr>
              <a:t>Cuarto nivel del esquema</a:t>
            </a:r>
            <a:endParaRPr b="0" lang="es-GT"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GT" sz="2000" strike="noStrike" u="none">
                <a:solidFill>
                  <a:srgbClr val="000000"/>
                </a:solidFill>
                <a:effectLst/>
                <a:uFillTx/>
                <a:latin typeface="Arial"/>
              </a:rPr>
              <a:t>Quinto nivel del esquema</a:t>
            </a:r>
            <a:endParaRPr b="0" lang="es-GT"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GT" sz="2000" strike="noStrike" u="none">
                <a:solidFill>
                  <a:srgbClr val="000000"/>
                </a:solidFill>
                <a:effectLst/>
                <a:uFillTx/>
                <a:latin typeface="Arial"/>
              </a:rPr>
              <a:t>Sexto nivel del esquema</a:t>
            </a:r>
            <a:endParaRPr b="0" lang="es-GT"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GT" sz="2000" strike="noStrike" u="none">
                <a:solidFill>
                  <a:srgbClr val="000000"/>
                </a:solidFill>
                <a:effectLst/>
                <a:uFillTx/>
                <a:latin typeface="Arial"/>
              </a:rPr>
              <a:t>Séptimo nivel del esquema</a:t>
            </a:r>
            <a:endParaRPr b="0" lang="es-GT" sz="2000" strike="noStrike" u="none">
              <a:solidFill>
                <a:srgbClr val="000000"/>
              </a:solidFill>
              <a:effectLst/>
              <a:uFillTx/>
              <a:latin typeface="Arial"/>
            </a:endParaRPr>
          </a:p>
        </p:txBody>
      </p:sp>
      <p:sp>
        <p:nvSpPr>
          <p:cNvPr id="28" name="PlaceHolder 3"/>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s-GT" sz="1400" strike="noStrike" u="none">
                <a:solidFill>
                  <a:srgbClr val="000000"/>
                </a:solidFill>
                <a:effectLst/>
                <a:uFillTx/>
                <a:latin typeface="Times New Roman"/>
              </a:defRPr>
            </a:lvl1pPr>
          </a:lstStyle>
          <a:p>
            <a:pPr indent="0">
              <a:buNone/>
            </a:pPr>
            <a:r>
              <a:rPr b="0" lang="es-GT" sz="1400" strike="noStrike" u="none">
                <a:solidFill>
                  <a:srgbClr val="000000"/>
                </a:solidFill>
                <a:effectLst/>
                <a:uFillTx/>
                <a:latin typeface="Times New Roman"/>
              </a:rPr>
              <a:t>&lt;fecha/hora&gt;</a:t>
            </a:r>
            <a:endParaRPr b="0" lang="es-GT" sz="1400" strike="noStrike" u="none">
              <a:solidFill>
                <a:srgbClr val="000000"/>
              </a:solidFill>
              <a:effectLst/>
              <a:uFillTx/>
              <a:latin typeface="Times New Roman"/>
            </a:endParaRPr>
          </a:p>
        </p:txBody>
      </p:sp>
      <p:sp>
        <p:nvSpPr>
          <p:cNvPr id="29" name="PlaceHolder 4"/>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s-GT" sz="1400" strike="noStrike" u="none">
                <a:solidFill>
                  <a:srgbClr val="000000"/>
                </a:solidFill>
                <a:effectLst/>
                <a:uFillTx/>
                <a:latin typeface="Times New Roman"/>
              </a:defRPr>
            </a:lvl1pPr>
          </a:lstStyle>
          <a:p>
            <a:pPr indent="0" algn="ctr">
              <a:buNone/>
            </a:pPr>
            <a:r>
              <a:rPr b="0" lang="es-GT" sz="1400" strike="noStrike" u="none">
                <a:solidFill>
                  <a:srgbClr val="000000"/>
                </a:solidFill>
                <a:effectLst/>
                <a:uFillTx/>
                <a:latin typeface="Times New Roman"/>
              </a:rPr>
              <a:t>&lt;pie de página&gt;</a:t>
            </a:r>
            <a:endParaRPr b="0" lang="es-GT" sz="1400" strike="noStrike" u="none">
              <a:solidFill>
                <a:srgbClr val="000000"/>
              </a:solidFill>
              <a:effectLst/>
              <a:uFillTx/>
              <a:latin typeface="Times New Roman"/>
            </a:endParaRPr>
          </a:p>
        </p:txBody>
      </p:sp>
      <p:sp>
        <p:nvSpPr>
          <p:cNvPr id="30" name="PlaceHolder 5"/>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B1B24247-556A-4CF6-8206-58157B3B51E1}" type="slidenum">
              <a:rPr b="0" lang="en-US" sz="1200" strike="noStrike" u="none">
                <a:solidFill>
                  <a:srgbClr val="888888"/>
                </a:solidFill>
                <a:effectLst/>
                <a:uFillTx/>
                <a:latin typeface="Calibri"/>
                <a:ea typeface="Calibri"/>
              </a:rPr>
              <a:t>&lt;número&gt;</a:t>
            </a:fld>
            <a:endParaRPr b="0" lang="es-GT" sz="1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bg>
      <p:bgPr>
        <a:solidFill>
          <a:schemeClr val="lt1"/>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fontScale="85000" lnSpcReduction="9999"/>
          </a:bodyPr>
          <a:p>
            <a:pPr indent="0">
              <a:buNone/>
            </a:pPr>
            <a:r>
              <a:rPr b="0" lang="es-GT" sz="4400" strike="noStrike" u="none">
                <a:solidFill>
                  <a:srgbClr val="000000"/>
                </a:solidFill>
                <a:effectLst/>
                <a:uFillTx/>
                <a:latin typeface="Arial"/>
              </a:rPr>
              <a:t>Pulse para editar el formato del texto de título</a:t>
            </a:r>
            <a:endParaRPr b="0" lang="es-GT" sz="4400" strike="noStrike" u="none">
              <a:solidFill>
                <a:srgbClr val="000000"/>
              </a:solidFill>
              <a:effectLst/>
              <a:uFillTx/>
              <a:latin typeface="Arial"/>
            </a:endParaRPr>
          </a:p>
        </p:txBody>
      </p:sp>
      <p:sp>
        <p:nvSpPr>
          <p:cNvPr id="32"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rmAutofit fontScale="62500" lnSpcReduction="19999"/>
          </a:bodyPr>
          <a:p>
            <a:pPr marL="432000" indent="-324000">
              <a:spcBef>
                <a:spcPts val="1417"/>
              </a:spcBef>
              <a:buClr>
                <a:srgbClr val="000000"/>
              </a:buClr>
              <a:buSzPct val="45000"/>
              <a:buFont typeface="Wingdings" charset="2"/>
              <a:buChar char=""/>
            </a:pPr>
            <a:r>
              <a:rPr b="0" lang="es-GT" sz="2800" strike="noStrike" u="none">
                <a:solidFill>
                  <a:srgbClr val="000000"/>
                </a:solidFill>
                <a:effectLst/>
                <a:uFillTx/>
                <a:latin typeface="Arial"/>
              </a:rPr>
              <a:t>Pulse para editar el formato de texto del esquema</a:t>
            </a:r>
            <a:endParaRPr b="0" lang="es-GT" sz="2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GT" sz="2800" strike="noStrike" u="none">
                <a:solidFill>
                  <a:srgbClr val="000000"/>
                </a:solidFill>
                <a:effectLst/>
                <a:uFillTx/>
                <a:latin typeface="Arial"/>
              </a:rPr>
              <a:t>Segundo nivel del esquema</a:t>
            </a:r>
            <a:endParaRPr b="0" lang="es-GT"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GT" sz="2800" strike="noStrike" u="none">
                <a:solidFill>
                  <a:srgbClr val="000000"/>
                </a:solidFill>
                <a:effectLst/>
                <a:uFillTx/>
                <a:latin typeface="Arial"/>
              </a:rPr>
              <a:t>Tercer nivel del esquema</a:t>
            </a:r>
            <a:endParaRPr b="0" lang="es-GT" sz="2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GT" sz="2800" strike="noStrike" u="none">
                <a:solidFill>
                  <a:srgbClr val="000000"/>
                </a:solidFill>
                <a:effectLst/>
                <a:uFillTx/>
                <a:latin typeface="Arial"/>
              </a:rPr>
              <a:t>Cuarto nivel del esquema</a:t>
            </a:r>
            <a:endParaRPr b="0" lang="es-GT" sz="2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GT" sz="2800" strike="noStrike" u="none">
                <a:solidFill>
                  <a:srgbClr val="000000"/>
                </a:solidFill>
                <a:effectLst/>
                <a:uFillTx/>
                <a:latin typeface="Arial"/>
              </a:rPr>
              <a:t>Quinto nivel del esquema</a:t>
            </a:r>
            <a:endParaRPr b="0" lang="es-GT" sz="2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GT" sz="2800" strike="noStrike" u="none">
                <a:solidFill>
                  <a:srgbClr val="000000"/>
                </a:solidFill>
                <a:effectLst/>
                <a:uFillTx/>
                <a:latin typeface="Arial"/>
              </a:rPr>
              <a:t>Sexto nivel del esquema</a:t>
            </a:r>
            <a:endParaRPr b="0" lang="es-GT" sz="2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GT" sz="2800" strike="noStrike" u="none">
                <a:solidFill>
                  <a:srgbClr val="000000"/>
                </a:solidFill>
                <a:effectLst/>
                <a:uFillTx/>
                <a:latin typeface="Arial"/>
              </a:rPr>
              <a:t>Séptimo nivel del esquema</a:t>
            </a:r>
            <a:endParaRPr b="0" lang="es-GT" sz="2800" strike="noStrike" u="none">
              <a:solidFill>
                <a:srgbClr val="000000"/>
              </a:solidFill>
              <a:effectLst/>
              <a:uFillTx/>
              <a:latin typeface="Arial"/>
            </a:endParaRPr>
          </a:p>
        </p:txBody>
      </p:sp>
      <p:sp>
        <p:nvSpPr>
          <p:cNvPr id="33"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rmAutofit fontScale="62500" lnSpcReduction="19999"/>
          </a:bodyPr>
          <a:p>
            <a:pPr marL="432000" indent="-324000">
              <a:spcBef>
                <a:spcPts val="1417"/>
              </a:spcBef>
              <a:buClr>
                <a:srgbClr val="000000"/>
              </a:buClr>
              <a:buSzPct val="45000"/>
              <a:buFont typeface="Wingdings" charset="2"/>
              <a:buChar char=""/>
            </a:pPr>
            <a:r>
              <a:rPr b="0" lang="es-GT" sz="2800" strike="noStrike" u="none">
                <a:solidFill>
                  <a:srgbClr val="000000"/>
                </a:solidFill>
                <a:effectLst/>
                <a:uFillTx/>
                <a:latin typeface="Arial"/>
              </a:rPr>
              <a:t>Pulse para editar el formato de texto del esquema</a:t>
            </a:r>
            <a:endParaRPr b="0" lang="es-GT" sz="2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GT" sz="2800" strike="noStrike" u="none">
                <a:solidFill>
                  <a:srgbClr val="000000"/>
                </a:solidFill>
                <a:effectLst/>
                <a:uFillTx/>
                <a:latin typeface="Arial"/>
              </a:rPr>
              <a:t>Segundo nivel del esquema</a:t>
            </a:r>
            <a:endParaRPr b="0" lang="es-GT"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GT" sz="2800" strike="noStrike" u="none">
                <a:solidFill>
                  <a:srgbClr val="000000"/>
                </a:solidFill>
                <a:effectLst/>
                <a:uFillTx/>
                <a:latin typeface="Arial"/>
              </a:rPr>
              <a:t>Tercer nivel del esquema</a:t>
            </a:r>
            <a:endParaRPr b="0" lang="es-GT" sz="2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GT" sz="2800" strike="noStrike" u="none">
                <a:solidFill>
                  <a:srgbClr val="000000"/>
                </a:solidFill>
                <a:effectLst/>
                <a:uFillTx/>
                <a:latin typeface="Arial"/>
              </a:rPr>
              <a:t>Cuarto nivel del esquema</a:t>
            </a:r>
            <a:endParaRPr b="0" lang="es-GT" sz="2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GT" sz="2800" strike="noStrike" u="none">
                <a:solidFill>
                  <a:srgbClr val="000000"/>
                </a:solidFill>
                <a:effectLst/>
                <a:uFillTx/>
                <a:latin typeface="Arial"/>
              </a:rPr>
              <a:t>Quinto nivel del esquema</a:t>
            </a:r>
            <a:endParaRPr b="0" lang="es-GT" sz="2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GT" sz="2800" strike="noStrike" u="none">
                <a:solidFill>
                  <a:srgbClr val="000000"/>
                </a:solidFill>
                <a:effectLst/>
                <a:uFillTx/>
                <a:latin typeface="Arial"/>
              </a:rPr>
              <a:t>Sexto nivel del esquema</a:t>
            </a:r>
            <a:endParaRPr b="0" lang="es-GT" sz="2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GT" sz="2800" strike="noStrike" u="none">
                <a:solidFill>
                  <a:srgbClr val="000000"/>
                </a:solidFill>
                <a:effectLst/>
                <a:uFillTx/>
                <a:latin typeface="Arial"/>
              </a:rPr>
              <a:t>Séptimo nivel del esquema</a:t>
            </a:r>
            <a:endParaRPr b="0" lang="es-GT" sz="2800" strike="noStrike" u="none">
              <a:solidFill>
                <a:srgbClr val="000000"/>
              </a:solidFill>
              <a:effectLst/>
              <a:uFillTx/>
              <a:latin typeface="Arial"/>
            </a:endParaRPr>
          </a:p>
        </p:txBody>
      </p:sp>
      <p:sp>
        <p:nvSpPr>
          <p:cNvPr id="34" name="PlaceHolder 4"/>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s-GT" sz="1400" strike="noStrike" u="none">
                <a:solidFill>
                  <a:srgbClr val="000000"/>
                </a:solidFill>
                <a:effectLst/>
                <a:uFillTx/>
                <a:latin typeface="Times New Roman"/>
              </a:defRPr>
            </a:lvl1pPr>
          </a:lstStyle>
          <a:p>
            <a:pPr indent="0">
              <a:buNone/>
            </a:pPr>
            <a:r>
              <a:rPr b="0" lang="es-GT" sz="1400" strike="noStrike" u="none">
                <a:solidFill>
                  <a:srgbClr val="000000"/>
                </a:solidFill>
                <a:effectLst/>
                <a:uFillTx/>
                <a:latin typeface="Times New Roman"/>
              </a:rPr>
              <a:t>&lt;fecha/hora&gt;</a:t>
            </a:r>
            <a:endParaRPr b="0" lang="es-GT" sz="1400" strike="noStrike" u="none">
              <a:solidFill>
                <a:srgbClr val="000000"/>
              </a:solidFill>
              <a:effectLst/>
              <a:uFillTx/>
              <a:latin typeface="Times New Roman"/>
            </a:endParaRPr>
          </a:p>
        </p:txBody>
      </p:sp>
      <p:sp>
        <p:nvSpPr>
          <p:cNvPr id="35" name="PlaceHolder 5"/>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s-GT" sz="1400" strike="noStrike" u="none">
                <a:solidFill>
                  <a:srgbClr val="000000"/>
                </a:solidFill>
                <a:effectLst/>
                <a:uFillTx/>
                <a:latin typeface="Times New Roman"/>
              </a:defRPr>
            </a:lvl1pPr>
          </a:lstStyle>
          <a:p>
            <a:pPr indent="0" algn="ctr">
              <a:buNone/>
            </a:pPr>
            <a:r>
              <a:rPr b="0" lang="es-GT" sz="1400" strike="noStrike" u="none">
                <a:solidFill>
                  <a:srgbClr val="000000"/>
                </a:solidFill>
                <a:effectLst/>
                <a:uFillTx/>
                <a:latin typeface="Times New Roman"/>
              </a:rPr>
              <a:t>&lt;pie de página&gt;</a:t>
            </a:r>
            <a:endParaRPr b="0" lang="es-GT" sz="1400" strike="noStrike" u="none">
              <a:solidFill>
                <a:srgbClr val="000000"/>
              </a:solidFill>
              <a:effectLst/>
              <a:uFillTx/>
              <a:latin typeface="Times New Roman"/>
            </a:endParaRPr>
          </a:p>
        </p:txBody>
      </p:sp>
      <p:sp>
        <p:nvSpPr>
          <p:cNvPr id="36" name="PlaceHolder 6"/>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A50367B1-A612-4CEB-A306-967D160DCC8E}" type="slidenum">
              <a:rPr b="0" lang="en-US" sz="1200" strike="noStrike" u="none">
                <a:solidFill>
                  <a:srgbClr val="888888"/>
                </a:solidFill>
                <a:effectLst/>
                <a:uFillTx/>
                <a:latin typeface="Calibri"/>
                <a:ea typeface="Calibri"/>
              </a:rPr>
              <a:t>&lt;número&gt;</a:t>
            </a:fld>
            <a:endParaRPr b="0" lang="es-GT" sz="12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bg>
      <p:bgPr>
        <a:solidFill>
          <a:schemeClr val="lt1"/>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fontScale="85000" lnSpcReduction="9999"/>
          </a:bodyPr>
          <a:p>
            <a:pPr indent="0">
              <a:buNone/>
            </a:pPr>
            <a:r>
              <a:rPr b="0" lang="es-GT" sz="4400" strike="noStrike" u="none">
                <a:solidFill>
                  <a:srgbClr val="000000"/>
                </a:solidFill>
                <a:effectLst/>
                <a:uFillTx/>
                <a:latin typeface="Arial"/>
              </a:rPr>
              <a:t>Pulse para editar el formato del texto de título</a:t>
            </a:r>
            <a:endParaRPr b="0" lang="es-GT" sz="4400" strike="noStrike" u="none">
              <a:solidFill>
                <a:srgbClr val="000000"/>
              </a:solidFill>
              <a:effectLst/>
              <a:uFillTx/>
              <a:latin typeface="Arial"/>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rmAutofit fontScale="25000" lnSpcReduction="19999"/>
          </a:bodyPr>
          <a:p>
            <a:pPr marL="432000" indent="-324000">
              <a:spcBef>
                <a:spcPts val="1417"/>
              </a:spcBef>
              <a:buClr>
                <a:srgbClr val="000000"/>
              </a:buClr>
              <a:buSzPct val="45000"/>
              <a:buFont typeface="Wingdings" charset="2"/>
              <a:buChar char=""/>
            </a:pPr>
            <a:r>
              <a:rPr b="0" lang="es-GT" sz="2400" strike="noStrike" u="none">
                <a:solidFill>
                  <a:srgbClr val="000000"/>
                </a:solidFill>
                <a:effectLst/>
                <a:uFillTx/>
                <a:latin typeface="Arial"/>
              </a:rPr>
              <a:t>Pulse para editar el formato de texto del esquema</a:t>
            </a:r>
            <a:endParaRPr b="0" lang="es-GT" sz="2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GT" sz="2400" strike="noStrike" u="none">
                <a:solidFill>
                  <a:srgbClr val="000000"/>
                </a:solidFill>
                <a:effectLst/>
                <a:uFillTx/>
                <a:latin typeface="Arial"/>
              </a:rPr>
              <a:t>Segundo nivel del esquema</a:t>
            </a:r>
            <a:endParaRPr b="0" lang="es-GT" sz="2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GT" sz="2400" strike="noStrike" u="none">
                <a:solidFill>
                  <a:srgbClr val="000000"/>
                </a:solidFill>
                <a:effectLst/>
                <a:uFillTx/>
                <a:latin typeface="Arial"/>
              </a:rPr>
              <a:t>Tercer nivel del esquema</a:t>
            </a:r>
            <a:endParaRPr b="0" lang="es-GT"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GT" sz="2400" strike="noStrike" u="none">
                <a:solidFill>
                  <a:srgbClr val="000000"/>
                </a:solidFill>
                <a:effectLst/>
                <a:uFillTx/>
                <a:latin typeface="Arial"/>
              </a:rPr>
              <a:t>Cuarto nivel del esquema</a:t>
            </a:r>
            <a:endParaRPr b="0" lang="es-GT" sz="2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GT" sz="2400" strike="noStrike" u="none">
                <a:solidFill>
                  <a:srgbClr val="000000"/>
                </a:solidFill>
                <a:effectLst/>
                <a:uFillTx/>
                <a:latin typeface="Arial"/>
              </a:rPr>
              <a:t>Quinto nivel del esquema</a:t>
            </a:r>
            <a:endParaRPr b="0" lang="es-GT" sz="2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GT" sz="2400" strike="noStrike" u="none">
                <a:solidFill>
                  <a:srgbClr val="000000"/>
                </a:solidFill>
                <a:effectLst/>
                <a:uFillTx/>
                <a:latin typeface="Arial"/>
              </a:rPr>
              <a:t>Sexto nivel del esquema</a:t>
            </a:r>
            <a:endParaRPr b="0" lang="es-GT" sz="2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GT" sz="2400" strike="noStrike" u="none">
                <a:solidFill>
                  <a:srgbClr val="000000"/>
                </a:solidFill>
                <a:effectLst/>
                <a:uFillTx/>
                <a:latin typeface="Arial"/>
              </a:rPr>
              <a:t>Séptimo nivel del esquema</a:t>
            </a:r>
            <a:endParaRPr b="0" lang="es-GT" sz="2400" strike="noStrike" u="none">
              <a:solidFill>
                <a:srgbClr val="000000"/>
              </a:solidFill>
              <a:effectLst/>
              <a:uFillTx/>
              <a:latin typeface="Arial"/>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rmAutofit fontScale="70000" lnSpcReduction="19999"/>
          </a:bodyPr>
          <a:p>
            <a:pPr marL="432000" indent="-324000">
              <a:spcBef>
                <a:spcPts val="1417"/>
              </a:spcBef>
              <a:buClr>
                <a:srgbClr val="000000"/>
              </a:buClr>
              <a:buSzPct val="45000"/>
              <a:buFont typeface="Wingdings" charset="2"/>
              <a:buChar char=""/>
            </a:pPr>
            <a:r>
              <a:rPr b="0" lang="es-GT" sz="2400" strike="noStrike" u="none">
                <a:solidFill>
                  <a:srgbClr val="000000"/>
                </a:solidFill>
                <a:effectLst/>
                <a:uFillTx/>
                <a:latin typeface="Arial"/>
              </a:rPr>
              <a:t>Pulse para editar el formato de texto del esquema</a:t>
            </a:r>
            <a:endParaRPr b="0" lang="es-GT" sz="2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GT" sz="2400" strike="noStrike" u="none">
                <a:solidFill>
                  <a:srgbClr val="000000"/>
                </a:solidFill>
                <a:effectLst/>
                <a:uFillTx/>
                <a:latin typeface="Arial"/>
              </a:rPr>
              <a:t>Segundo nivel del esquema</a:t>
            </a:r>
            <a:endParaRPr b="0" lang="es-GT" sz="2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GT" sz="2400" strike="noStrike" u="none">
                <a:solidFill>
                  <a:srgbClr val="000000"/>
                </a:solidFill>
                <a:effectLst/>
                <a:uFillTx/>
                <a:latin typeface="Arial"/>
              </a:rPr>
              <a:t>Tercer nivel del esquema</a:t>
            </a:r>
            <a:endParaRPr b="0" lang="es-GT"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GT" sz="2400" strike="noStrike" u="none">
                <a:solidFill>
                  <a:srgbClr val="000000"/>
                </a:solidFill>
                <a:effectLst/>
                <a:uFillTx/>
                <a:latin typeface="Arial"/>
              </a:rPr>
              <a:t>Cuarto nivel del esquema</a:t>
            </a:r>
            <a:endParaRPr b="0" lang="es-GT" sz="2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GT" sz="2400" strike="noStrike" u="none">
                <a:solidFill>
                  <a:srgbClr val="000000"/>
                </a:solidFill>
                <a:effectLst/>
                <a:uFillTx/>
                <a:latin typeface="Arial"/>
              </a:rPr>
              <a:t>Quinto nivel del esquema</a:t>
            </a:r>
            <a:endParaRPr b="0" lang="es-GT" sz="2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GT" sz="2400" strike="noStrike" u="none">
                <a:solidFill>
                  <a:srgbClr val="000000"/>
                </a:solidFill>
                <a:effectLst/>
                <a:uFillTx/>
                <a:latin typeface="Arial"/>
              </a:rPr>
              <a:t>Sexto nivel del esquema</a:t>
            </a:r>
            <a:endParaRPr b="0" lang="es-GT" sz="2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GT" sz="2400" strike="noStrike" u="none">
                <a:solidFill>
                  <a:srgbClr val="000000"/>
                </a:solidFill>
                <a:effectLst/>
                <a:uFillTx/>
                <a:latin typeface="Arial"/>
              </a:rPr>
              <a:t>Séptimo nivel del esquema</a:t>
            </a:r>
            <a:endParaRPr b="0" lang="es-GT" sz="2400" strike="noStrike" u="none">
              <a:solidFill>
                <a:srgbClr val="000000"/>
              </a:solidFill>
              <a:effectLst/>
              <a:uFillTx/>
              <a:latin typeface="Arial"/>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rmAutofit fontScale="25000" lnSpcReduction="19999"/>
          </a:bodyPr>
          <a:p>
            <a:pPr marL="432000" indent="-324000">
              <a:spcBef>
                <a:spcPts val="1417"/>
              </a:spcBef>
              <a:buClr>
                <a:srgbClr val="000000"/>
              </a:buClr>
              <a:buSzPct val="45000"/>
              <a:buFont typeface="Wingdings" charset="2"/>
              <a:buChar char=""/>
            </a:pPr>
            <a:r>
              <a:rPr b="0" lang="es-GT" sz="2400" strike="noStrike" u="none">
                <a:solidFill>
                  <a:srgbClr val="000000"/>
                </a:solidFill>
                <a:effectLst/>
                <a:uFillTx/>
                <a:latin typeface="Arial"/>
              </a:rPr>
              <a:t>Pulse para editar el formato de texto del esquema</a:t>
            </a:r>
            <a:endParaRPr b="0" lang="es-GT" sz="2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GT" sz="2400" strike="noStrike" u="none">
                <a:solidFill>
                  <a:srgbClr val="000000"/>
                </a:solidFill>
                <a:effectLst/>
                <a:uFillTx/>
                <a:latin typeface="Arial"/>
              </a:rPr>
              <a:t>Segundo nivel del esquema</a:t>
            </a:r>
            <a:endParaRPr b="0" lang="es-GT" sz="2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GT" sz="2400" strike="noStrike" u="none">
                <a:solidFill>
                  <a:srgbClr val="000000"/>
                </a:solidFill>
                <a:effectLst/>
                <a:uFillTx/>
                <a:latin typeface="Arial"/>
              </a:rPr>
              <a:t>Tercer nivel del esquema</a:t>
            </a:r>
            <a:endParaRPr b="0" lang="es-GT"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GT" sz="2400" strike="noStrike" u="none">
                <a:solidFill>
                  <a:srgbClr val="000000"/>
                </a:solidFill>
                <a:effectLst/>
                <a:uFillTx/>
                <a:latin typeface="Arial"/>
              </a:rPr>
              <a:t>Cuarto nivel del esquema</a:t>
            </a:r>
            <a:endParaRPr b="0" lang="es-GT" sz="2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GT" sz="2400" strike="noStrike" u="none">
                <a:solidFill>
                  <a:srgbClr val="000000"/>
                </a:solidFill>
                <a:effectLst/>
                <a:uFillTx/>
                <a:latin typeface="Arial"/>
              </a:rPr>
              <a:t>Quinto nivel del esquema</a:t>
            </a:r>
            <a:endParaRPr b="0" lang="es-GT" sz="2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GT" sz="2400" strike="noStrike" u="none">
                <a:solidFill>
                  <a:srgbClr val="000000"/>
                </a:solidFill>
                <a:effectLst/>
                <a:uFillTx/>
                <a:latin typeface="Arial"/>
              </a:rPr>
              <a:t>Sexto nivel del esquema</a:t>
            </a:r>
            <a:endParaRPr b="0" lang="es-GT" sz="2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GT" sz="2400" strike="noStrike" u="none">
                <a:solidFill>
                  <a:srgbClr val="000000"/>
                </a:solidFill>
                <a:effectLst/>
                <a:uFillTx/>
                <a:latin typeface="Arial"/>
              </a:rPr>
              <a:t>Séptimo nivel del esquema</a:t>
            </a:r>
            <a:endParaRPr b="0" lang="es-GT" sz="2400" strike="noStrike" u="none">
              <a:solidFill>
                <a:srgbClr val="000000"/>
              </a:solidFill>
              <a:effectLst/>
              <a:uFillTx/>
              <a:latin typeface="Arial"/>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rmAutofit fontScale="70000" lnSpcReduction="19999"/>
          </a:bodyPr>
          <a:p>
            <a:pPr marL="432000" indent="-324000">
              <a:spcBef>
                <a:spcPts val="1417"/>
              </a:spcBef>
              <a:buClr>
                <a:srgbClr val="000000"/>
              </a:buClr>
              <a:buSzPct val="45000"/>
              <a:buFont typeface="Wingdings" charset="2"/>
              <a:buChar char=""/>
            </a:pPr>
            <a:r>
              <a:rPr b="0" lang="es-GT" sz="2400" strike="noStrike" u="none">
                <a:solidFill>
                  <a:srgbClr val="000000"/>
                </a:solidFill>
                <a:effectLst/>
                <a:uFillTx/>
                <a:latin typeface="Arial"/>
              </a:rPr>
              <a:t>Pulse para editar el formato de texto del esquema</a:t>
            </a:r>
            <a:endParaRPr b="0" lang="es-GT" sz="2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GT" sz="2400" strike="noStrike" u="none">
                <a:solidFill>
                  <a:srgbClr val="000000"/>
                </a:solidFill>
                <a:effectLst/>
                <a:uFillTx/>
                <a:latin typeface="Arial"/>
              </a:rPr>
              <a:t>Segundo nivel del esquema</a:t>
            </a:r>
            <a:endParaRPr b="0" lang="es-GT" sz="2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GT" sz="2400" strike="noStrike" u="none">
                <a:solidFill>
                  <a:srgbClr val="000000"/>
                </a:solidFill>
                <a:effectLst/>
                <a:uFillTx/>
                <a:latin typeface="Arial"/>
              </a:rPr>
              <a:t>Tercer nivel del esquema</a:t>
            </a:r>
            <a:endParaRPr b="0" lang="es-GT"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GT" sz="2400" strike="noStrike" u="none">
                <a:solidFill>
                  <a:srgbClr val="000000"/>
                </a:solidFill>
                <a:effectLst/>
                <a:uFillTx/>
                <a:latin typeface="Arial"/>
              </a:rPr>
              <a:t>Cuarto nivel del esquema</a:t>
            </a:r>
            <a:endParaRPr b="0" lang="es-GT" sz="2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GT" sz="2400" strike="noStrike" u="none">
                <a:solidFill>
                  <a:srgbClr val="000000"/>
                </a:solidFill>
                <a:effectLst/>
                <a:uFillTx/>
                <a:latin typeface="Arial"/>
              </a:rPr>
              <a:t>Quinto nivel del esquema</a:t>
            </a:r>
            <a:endParaRPr b="0" lang="es-GT" sz="2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GT" sz="2400" strike="noStrike" u="none">
                <a:solidFill>
                  <a:srgbClr val="000000"/>
                </a:solidFill>
                <a:effectLst/>
                <a:uFillTx/>
                <a:latin typeface="Arial"/>
              </a:rPr>
              <a:t>Sexto nivel del esquema</a:t>
            </a:r>
            <a:endParaRPr b="0" lang="es-GT" sz="2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GT" sz="2400" strike="noStrike" u="none">
                <a:solidFill>
                  <a:srgbClr val="000000"/>
                </a:solidFill>
                <a:effectLst/>
                <a:uFillTx/>
                <a:latin typeface="Arial"/>
              </a:rPr>
              <a:t>Séptimo nivel del esquema</a:t>
            </a:r>
            <a:endParaRPr b="0" lang="es-GT" sz="2400" strike="noStrike" u="none">
              <a:solidFill>
                <a:srgbClr val="000000"/>
              </a:solidFill>
              <a:effectLst/>
              <a:uFillTx/>
              <a:latin typeface="Arial"/>
            </a:endParaRPr>
          </a:p>
        </p:txBody>
      </p:sp>
      <p:sp>
        <p:nvSpPr>
          <p:cNvPr id="42" name="PlaceHolder 6"/>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s-GT" sz="1400" strike="noStrike" u="none">
                <a:solidFill>
                  <a:srgbClr val="000000"/>
                </a:solidFill>
                <a:effectLst/>
                <a:uFillTx/>
                <a:latin typeface="Times New Roman"/>
              </a:defRPr>
            </a:lvl1pPr>
          </a:lstStyle>
          <a:p>
            <a:pPr indent="0">
              <a:buNone/>
            </a:pPr>
            <a:r>
              <a:rPr b="0" lang="es-GT" sz="1400" strike="noStrike" u="none">
                <a:solidFill>
                  <a:srgbClr val="000000"/>
                </a:solidFill>
                <a:effectLst/>
                <a:uFillTx/>
                <a:latin typeface="Times New Roman"/>
              </a:rPr>
              <a:t>&lt;fecha/hora&gt;</a:t>
            </a:r>
            <a:endParaRPr b="0" lang="es-GT" sz="1400" strike="noStrike" u="none">
              <a:solidFill>
                <a:srgbClr val="000000"/>
              </a:solidFill>
              <a:effectLst/>
              <a:uFillTx/>
              <a:latin typeface="Times New Roman"/>
            </a:endParaRPr>
          </a:p>
        </p:txBody>
      </p:sp>
      <p:sp>
        <p:nvSpPr>
          <p:cNvPr id="43" name="PlaceHolder 7"/>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s-GT" sz="1400" strike="noStrike" u="none">
                <a:solidFill>
                  <a:srgbClr val="000000"/>
                </a:solidFill>
                <a:effectLst/>
                <a:uFillTx/>
                <a:latin typeface="Times New Roman"/>
              </a:defRPr>
            </a:lvl1pPr>
          </a:lstStyle>
          <a:p>
            <a:pPr indent="0" algn="ctr">
              <a:buNone/>
            </a:pPr>
            <a:r>
              <a:rPr b="0" lang="es-GT" sz="1400" strike="noStrike" u="none">
                <a:solidFill>
                  <a:srgbClr val="000000"/>
                </a:solidFill>
                <a:effectLst/>
                <a:uFillTx/>
                <a:latin typeface="Times New Roman"/>
              </a:rPr>
              <a:t>&lt;pie de página&gt;</a:t>
            </a:r>
            <a:endParaRPr b="0" lang="es-GT" sz="1400" strike="noStrike" u="none">
              <a:solidFill>
                <a:srgbClr val="000000"/>
              </a:solidFill>
              <a:effectLst/>
              <a:uFillTx/>
              <a:latin typeface="Times New Roman"/>
            </a:endParaRPr>
          </a:p>
        </p:txBody>
      </p:sp>
      <p:sp>
        <p:nvSpPr>
          <p:cNvPr id="44" name="PlaceHolder 8"/>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20D043B2-6F8B-4B21-80D4-2A0D2B93C063}" type="slidenum">
              <a:rPr b="0" lang="en-US" sz="1200" strike="noStrike" u="none">
                <a:solidFill>
                  <a:srgbClr val="888888"/>
                </a:solidFill>
                <a:effectLst/>
                <a:uFillTx/>
                <a:latin typeface="Calibri"/>
                <a:ea typeface="Calibri"/>
              </a:rPr>
              <a:t>&lt;número&gt;</a:t>
            </a:fld>
            <a:endParaRPr b="0" lang="es-GT"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fontScale="85000" lnSpcReduction="9999"/>
          </a:bodyPr>
          <a:p>
            <a:pPr indent="0">
              <a:buNone/>
            </a:pPr>
            <a:r>
              <a:rPr b="0" lang="es-GT" sz="4400" strike="noStrike" u="none">
                <a:solidFill>
                  <a:srgbClr val="000000"/>
                </a:solidFill>
                <a:effectLst/>
                <a:uFillTx/>
                <a:latin typeface="Arial"/>
              </a:rPr>
              <a:t>Pulse para editar el formato del texto de título</a:t>
            </a:r>
            <a:endParaRPr b="0" lang="es-GT" sz="4400" strike="noStrike" u="none">
              <a:solidFill>
                <a:srgbClr val="000000"/>
              </a:solidFill>
              <a:effectLst/>
              <a:uFillTx/>
              <a:latin typeface="Arial"/>
            </a:endParaRPr>
          </a:p>
        </p:txBody>
      </p:sp>
      <p:sp>
        <p:nvSpPr>
          <p:cNvPr id="46" name="PlaceHolder 2"/>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s-GT" sz="1400" strike="noStrike" u="none">
                <a:solidFill>
                  <a:srgbClr val="000000"/>
                </a:solidFill>
                <a:effectLst/>
                <a:uFillTx/>
                <a:latin typeface="Times New Roman"/>
              </a:defRPr>
            </a:lvl1pPr>
          </a:lstStyle>
          <a:p>
            <a:pPr indent="0">
              <a:buNone/>
            </a:pPr>
            <a:r>
              <a:rPr b="0" lang="es-GT" sz="1400" strike="noStrike" u="none">
                <a:solidFill>
                  <a:srgbClr val="000000"/>
                </a:solidFill>
                <a:effectLst/>
                <a:uFillTx/>
                <a:latin typeface="Times New Roman"/>
              </a:rPr>
              <a:t>&lt;fecha/hora&gt;</a:t>
            </a:r>
            <a:endParaRPr b="0" lang="es-GT" sz="1400" strike="noStrike" u="none">
              <a:solidFill>
                <a:srgbClr val="000000"/>
              </a:solidFill>
              <a:effectLst/>
              <a:uFillTx/>
              <a:latin typeface="Times New Roman"/>
            </a:endParaRPr>
          </a:p>
        </p:txBody>
      </p:sp>
      <p:sp>
        <p:nvSpPr>
          <p:cNvPr id="47" name="PlaceHolder 3"/>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s-GT" sz="1400" strike="noStrike" u="none">
                <a:solidFill>
                  <a:srgbClr val="000000"/>
                </a:solidFill>
                <a:effectLst/>
                <a:uFillTx/>
                <a:latin typeface="Times New Roman"/>
              </a:defRPr>
            </a:lvl1pPr>
          </a:lstStyle>
          <a:p>
            <a:pPr indent="0" algn="ctr">
              <a:buNone/>
            </a:pPr>
            <a:r>
              <a:rPr b="0" lang="es-GT" sz="1400" strike="noStrike" u="none">
                <a:solidFill>
                  <a:srgbClr val="000000"/>
                </a:solidFill>
                <a:effectLst/>
                <a:uFillTx/>
                <a:latin typeface="Times New Roman"/>
              </a:rPr>
              <a:t>&lt;pie de página&gt;</a:t>
            </a:r>
            <a:endParaRPr b="0" lang="es-GT" sz="1400" strike="noStrike" u="none">
              <a:solidFill>
                <a:srgbClr val="000000"/>
              </a:solidFill>
              <a:effectLst/>
              <a:uFillTx/>
              <a:latin typeface="Times New Roman"/>
            </a:endParaRPr>
          </a:p>
        </p:txBody>
      </p:sp>
      <p:sp>
        <p:nvSpPr>
          <p:cNvPr id="48" name="PlaceHolder 4"/>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CD69FA93-AF60-4DD1-A003-12C12E41A479}" type="slidenum">
              <a:rPr b="0" lang="en-US" sz="1200" strike="noStrike" u="none">
                <a:solidFill>
                  <a:srgbClr val="888888"/>
                </a:solidFill>
                <a:effectLst/>
                <a:uFillTx/>
                <a:latin typeface="Calibri"/>
                <a:ea typeface="Calibri"/>
              </a:rPr>
              <a:t>&lt;número&gt;</a:t>
            </a:fld>
            <a:endParaRPr b="0" lang="es-GT" sz="12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bg>
      <p:bgPr>
        <a:solidFill>
          <a:schemeClr val="lt1"/>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rmAutofit/>
          </a:bodyPr>
          <a:p>
            <a:pPr indent="0">
              <a:buNone/>
            </a:pPr>
            <a:r>
              <a:rPr b="0" lang="es-GT" sz="2000" strike="noStrike" u="none">
                <a:solidFill>
                  <a:srgbClr val="000000"/>
                </a:solidFill>
                <a:effectLst/>
                <a:uFillTx/>
                <a:latin typeface="Arial"/>
              </a:rPr>
              <a:t>Pulse para editar el formato del texto de título</a:t>
            </a:r>
            <a:endParaRPr b="0" lang="es-GT" sz="2000" strike="noStrike" u="none">
              <a:solidFill>
                <a:srgbClr val="000000"/>
              </a:solidFill>
              <a:effectLst/>
              <a:uFillTx/>
              <a:latin typeface="Arial"/>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rmAutofit fontScale="85000" lnSpcReduction="19999"/>
          </a:bodyPr>
          <a:p>
            <a:pPr marL="432000" indent="-324000">
              <a:spcBef>
                <a:spcPts val="1417"/>
              </a:spcBef>
              <a:buClr>
                <a:srgbClr val="000000"/>
              </a:buClr>
              <a:buSzPct val="45000"/>
              <a:buFont typeface="Wingdings" charset="2"/>
              <a:buChar char=""/>
            </a:pPr>
            <a:r>
              <a:rPr b="0" lang="es-GT" sz="3200" strike="noStrike" u="none">
                <a:solidFill>
                  <a:srgbClr val="000000"/>
                </a:solidFill>
                <a:effectLst/>
                <a:uFillTx/>
                <a:latin typeface="Arial"/>
              </a:rPr>
              <a:t>Pulse para editar el formato de texto del esquema</a:t>
            </a:r>
            <a:endParaRPr b="0" lang="es-GT"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GT" sz="3200" strike="noStrike" u="none">
                <a:solidFill>
                  <a:srgbClr val="000000"/>
                </a:solidFill>
                <a:effectLst/>
                <a:uFillTx/>
                <a:latin typeface="Arial"/>
              </a:rPr>
              <a:t>Segundo nivel del esquema</a:t>
            </a:r>
            <a:endParaRPr b="0" lang="es-GT" sz="3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GT" sz="3200" strike="noStrike" u="none">
                <a:solidFill>
                  <a:srgbClr val="000000"/>
                </a:solidFill>
                <a:effectLst/>
                <a:uFillTx/>
                <a:latin typeface="Arial"/>
              </a:rPr>
              <a:t>Tercer nivel del esquema</a:t>
            </a:r>
            <a:endParaRPr b="0" lang="es-GT" sz="3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GT" sz="3200" strike="noStrike" u="none">
                <a:solidFill>
                  <a:srgbClr val="000000"/>
                </a:solidFill>
                <a:effectLst/>
                <a:uFillTx/>
                <a:latin typeface="Arial"/>
              </a:rPr>
              <a:t>Cuarto nivel del esquema</a:t>
            </a:r>
            <a:endParaRPr b="0" lang="es-GT" sz="3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GT" sz="3200" strike="noStrike" u="none">
                <a:solidFill>
                  <a:srgbClr val="000000"/>
                </a:solidFill>
                <a:effectLst/>
                <a:uFillTx/>
                <a:latin typeface="Arial"/>
              </a:rPr>
              <a:t>Quinto nivel del esquema</a:t>
            </a:r>
            <a:endParaRPr b="0" lang="es-GT" sz="3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GT" sz="3200" strike="noStrike" u="none">
                <a:solidFill>
                  <a:srgbClr val="000000"/>
                </a:solidFill>
                <a:effectLst/>
                <a:uFillTx/>
                <a:latin typeface="Arial"/>
              </a:rPr>
              <a:t>Sexto nivel del esquema</a:t>
            </a:r>
            <a:endParaRPr b="0" lang="es-GT" sz="3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GT" sz="3200" strike="noStrike" u="none">
                <a:solidFill>
                  <a:srgbClr val="000000"/>
                </a:solidFill>
                <a:effectLst/>
                <a:uFillTx/>
                <a:latin typeface="Arial"/>
              </a:rPr>
              <a:t>Séptimo nivel del esquema</a:t>
            </a:r>
            <a:endParaRPr b="0" lang="es-GT" sz="3200" strike="noStrike" u="none">
              <a:solidFill>
                <a:srgbClr val="000000"/>
              </a:solidFill>
              <a:effectLst/>
              <a:uFillTx/>
              <a:latin typeface="Arial"/>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rmAutofit fontScale="55000" lnSpcReduction="19999"/>
          </a:bodyPr>
          <a:p>
            <a:pPr marL="432000" indent="-324000">
              <a:spcBef>
                <a:spcPts val="1417"/>
              </a:spcBef>
              <a:buClr>
                <a:srgbClr val="000000"/>
              </a:buClr>
              <a:buSzPct val="45000"/>
              <a:buFont typeface="Wingdings" charset="2"/>
              <a:buChar char=""/>
            </a:pPr>
            <a:r>
              <a:rPr b="0" lang="es-GT" sz="1400" strike="noStrike" u="none">
                <a:solidFill>
                  <a:srgbClr val="000000"/>
                </a:solidFill>
                <a:effectLst/>
                <a:uFillTx/>
                <a:latin typeface="Arial"/>
              </a:rPr>
              <a:t>Pulse para editar el formato de texto del esquema</a:t>
            </a:r>
            <a:endParaRPr b="0" lang="es-GT"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GT" sz="1400" strike="noStrike" u="none">
                <a:solidFill>
                  <a:srgbClr val="000000"/>
                </a:solidFill>
                <a:effectLst/>
                <a:uFillTx/>
                <a:latin typeface="Arial"/>
              </a:rPr>
              <a:t>Segundo nivel del esquema</a:t>
            </a:r>
            <a:endParaRPr b="0" lang="es-GT"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GT" sz="1400" strike="noStrike" u="none">
                <a:solidFill>
                  <a:srgbClr val="000000"/>
                </a:solidFill>
                <a:effectLst/>
                <a:uFillTx/>
                <a:latin typeface="Arial"/>
              </a:rPr>
              <a:t>Tercer nivel del esquema</a:t>
            </a:r>
            <a:endParaRPr b="0" lang="es-GT"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GT" sz="1400" strike="noStrike" u="none">
                <a:solidFill>
                  <a:srgbClr val="000000"/>
                </a:solidFill>
                <a:effectLst/>
                <a:uFillTx/>
                <a:latin typeface="Arial"/>
              </a:rPr>
              <a:t>Cuarto nivel del esquema</a:t>
            </a:r>
            <a:endParaRPr b="0" lang="es-GT"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GT" sz="1400" strike="noStrike" u="none">
                <a:solidFill>
                  <a:srgbClr val="000000"/>
                </a:solidFill>
                <a:effectLst/>
                <a:uFillTx/>
                <a:latin typeface="Arial"/>
              </a:rPr>
              <a:t>Quinto nivel del esquema</a:t>
            </a:r>
            <a:endParaRPr b="0" lang="es-GT" sz="1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GT" sz="1400" strike="noStrike" u="none">
                <a:solidFill>
                  <a:srgbClr val="000000"/>
                </a:solidFill>
                <a:effectLst/>
                <a:uFillTx/>
                <a:latin typeface="Arial"/>
              </a:rPr>
              <a:t>Sexto nivel del esquema</a:t>
            </a:r>
            <a:endParaRPr b="0" lang="es-GT" sz="1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GT" sz="1400" strike="noStrike" u="none">
                <a:solidFill>
                  <a:srgbClr val="000000"/>
                </a:solidFill>
                <a:effectLst/>
                <a:uFillTx/>
                <a:latin typeface="Arial"/>
              </a:rPr>
              <a:t>Séptimo nivel del esquema</a:t>
            </a:r>
            <a:endParaRPr b="0" lang="es-GT" sz="1400" strike="noStrike" u="none">
              <a:solidFill>
                <a:srgbClr val="000000"/>
              </a:solidFill>
              <a:effectLst/>
              <a:uFillTx/>
              <a:latin typeface="Arial"/>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s-GT" sz="1400" strike="noStrike" u="none">
                <a:solidFill>
                  <a:srgbClr val="000000"/>
                </a:solidFill>
                <a:effectLst/>
                <a:uFillTx/>
                <a:latin typeface="Times New Roman"/>
              </a:defRPr>
            </a:lvl1pPr>
          </a:lstStyle>
          <a:p>
            <a:pPr indent="0">
              <a:buNone/>
            </a:pPr>
            <a:r>
              <a:rPr b="0" lang="es-GT" sz="1400" strike="noStrike" u="none">
                <a:solidFill>
                  <a:srgbClr val="000000"/>
                </a:solidFill>
                <a:effectLst/>
                <a:uFillTx/>
                <a:latin typeface="Times New Roman"/>
              </a:rPr>
              <a:t>&lt;fecha/hora&gt;</a:t>
            </a:r>
            <a:endParaRPr b="0" lang="es-GT" sz="1400" strike="noStrike" u="non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s-GT" sz="1400" strike="noStrike" u="none">
                <a:solidFill>
                  <a:srgbClr val="000000"/>
                </a:solidFill>
                <a:effectLst/>
                <a:uFillTx/>
                <a:latin typeface="Times New Roman"/>
              </a:defRPr>
            </a:lvl1pPr>
          </a:lstStyle>
          <a:p>
            <a:pPr indent="0" algn="ctr">
              <a:buNone/>
            </a:pPr>
            <a:r>
              <a:rPr b="0" lang="es-GT" sz="1400" strike="noStrike" u="none">
                <a:solidFill>
                  <a:srgbClr val="000000"/>
                </a:solidFill>
                <a:effectLst/>
                <a:uFillTx/>
                <a:latin typeface="Times New Roman"/>
              </a:rPr>
              <a:t>&lt;pie de página&gt;</a:t>
            </a:r>
            <a:endParaRPr b="0" lang="es-GT" sz="1400" strike="noStrike" u="non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D21C9D8A-88BB-4A6A-A89F-F5D7553FB527}" type="slidenum">
              <a:rPr b="0" lang="en-US" sz="1200" strike="noStrike" u="none">
                <a:solidFill>
                  <a:srgbClr val="888888"/>
                </a:solidFill>
                <a:effectLst/>
                <a:uFillTx/>
                <a:latin typeface="Calibri"/>
                <a:ea typeface="Calibri"/>
              </a:rPr>
              <a:t>&lt;número&gt;</a:t>
            </a:fld>
            <a:endParaRPr b="0" lang="es-GT" sz="1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bg>
      <p:bgPr>
        <a:solidFill>
          <a:schemeClr val="lt1"/>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rmAutofit/>
          </a:bodyPr>
          <a:p>
            <a:pPr indent="0">
              <a:buNone/>
            </a:pPr>
            <a:r>
              <a:rPr b="0" lang="es-GT" sz="2000" strike="noStrike" u="none">
                <a:solidFill>
                  <a:srgbClr val="000000"/>
                </a:solidFill>
                <a:effectLst/>
                <a:uFillTx/>
                <a:latin typeface="Arial"/>
              </a:rPr>
              <a:t>Pulse para editar el formato del texto de título</a:t>
            </a:r>
            <a:endParaRPr b="0" lang="es-GT" sz="2000" strike="noStrike" u="none">
              <a:solidFill>
                <a:srgbClr val="000000"/>
              </a:solidFill>
              <a:effectLst/>
              <a:uFillTx/>
              <a:latin typeface="Arial"/>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es-GT" sz="1800" strike="noStrike" u="none">
                <a:solidFill>
                  <a:srgbClr val="000000"/>
                </a:solidFill>
                <a:effectLst/>
                <a:uFillTx/>
                <a:latin typeface="Arial"/>
              </a:rPr>
              <a:t>Pulse para editar el formato de texto del esquema</a:t>
            </a:r>
            <a:endParaRPr b="0" lang="es-GT"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GT" sz="1800" strike="noStrike" u="none">
                <a:solidFill>
                  <a:srgbClr val="000000"/>
                </a:solidFill>
                <a:effectLst/>
                <a:uFillTx/>
                <a:latin typeface="Arial"/>
              </a:rPr>
              <a:t>Segundo nivel del esquema</a:t>
            </a:r>
            <a:endParaRPr b="0" lang="es-GT"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GT" sz="1800" strike="noStrike" u="none">
                <a:solidFill>
                  <a:srgbClr val="000000"/>
                </a:solidFill>
                <a:effectLst/>
                <a:uFillTx/>
                <a:latin typeface="Arial"/>
              </a:rPr>
              <a:t>Tercer nivel del esquema</a:t>
            </a:r>
            <a:endParaRPr b="0" lang="es-GT"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GT" sz="1800" strike="noStrike" u="none">
                <a:solidFill>
                  <a:srgbClr val="000000"/>
                </a:solidFill>
                <a:effectLst/>
                <a:uFillTx/>
                <a:latin typeface="Arial"/>
              </a:rPr>
              <a:t>Cuarto nivel del esquema</a:t>
            </a:r>
            <a:endParaRPr b="0" lang="es-GT"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GT" sz="1800" strike="noStrike" u="none">
                <a:solidFill>
                  <a:srgbClr val="000000"/>
                </a:solidFill>
                <a:effectLst/>
                <a:uFillTx/>
                <a:latin typeface="Arial"/>
              </a:rPr>
              <a:t>Quinto nivel del esquema</a:t>
            </a:r>
            <a:endParaRPr b="0" lang="es-GT"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GT" sz="1800" strike="noStrike" u="none">
                <a:solidFill>
                  <a:srgbClr val="000000"/>
                </a:solidFill>
                <a:effectLst/>
                <a:uFillTx/>
                <a:latin typeface="Arial"/>
              </a:rPr>
              <a:t>Sexto nivel del esquema</a:t>
            </a:r>
            <a:endParaRPr b="0" lang="es-GT"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GT" sz="1800" strike="noStrike" u="none">
                <a:solidFill>
                  <a:srgbClr val="000000"/>
                </a:solidFill>
                <a:effectLst/>
                <a:uFillTx/>
                <a:latin typeface="Arial"/>
              </a:rPr>
              <a:t>Séptimo nivel del esquema</a:t>
            </a:r>
            <a:endParaRPr b="0" lang="es-GT" sz="1800" strike="noStrike" u="none">
              <a:solidFill>
                <a:srgbClr val="000000"/>
              </a:solidFill>
              <a:effectLst/>
              <a:uFillTx/>
              <a:latin typeface="Arial"/>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rmAutofit fontScale="25000" lnSpcReduction="19999"/>
          </a:bodyPr>
          <a:p>
            <a:pPr marL="432000" indent="-324000">
              <a:spcBef>
                <a:spcPts val="1417"/>
              </a:spcBef>
              <a:buClr>
                <a:srgbClr val="000000"/>
              </a:buClr>
              <a:buSzPct val="45000"/>
              <a:buFont typeface="Wingdings" charset="2"/>
              <a:buChar char=""/>
            </a:pPr>
            <a:r>
              <a:rPr b="0" lang="es-GT" sz="1400" strike="noStrike" u="none">
                <a:solidFill>
                  <a:srgbClr val="000000"/>
                </a:solidFill>
                <a:effectLst/>
                <a:uFillTx/>
                <a:latin typeface="Arial"/>
              </a:rPr>
              <a:t>Pulse para editar el formato de texto del esquema</a:t>
            </a:r>
            <a:endParaRPr b="0" lang="es-GT"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GT" sz="1400" strike="noStrike" u="none">
                <a:solidFill>
                  <a:srgbClr val="000000"/>
                </a:solidFill>
                <a:effectLst/>
                <a:uFillTx/>
                <a:latin typeface="Arial"/>
              </a:rPr>
              <a:t>Segundo nivel del esquema</a:t>
            </a:r>
            <a:endParaRPr b="0" lang="es-GT"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GT" sz="1400" strike="noStrike" u="none">
                <a:solidFill>
                  <a:srgbClr val="000000"/>
                </a:solidFill>
                <a:effectLst/>
                <a:uFillTx/>
                <a:latin typeface="Arial"/>
              </a:rPr>
              <a:t>Tercer nivel del esquema</a:t>
            </a:r>
            <a:endParaRPr b="0" lang="es-GT"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GT" sz="1400" strike="noStrike" u="none">
                <a:solidFill>
                  <a:srgbClr val="000000"/>
                </a:solidFill>
                <a:effectLst/>
                <a:uFillTx/>
                <a:latin typeface="Arial"/>
              </a:rPr>
              <a:t>Cuarto nivel del esquema</a:t>
            </a:r>
            <a:endParaRPr b="0" lang="es-GT"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GT" sz="1400" strike="noStrike" u="none">
                <a:solidFill>
                  <a:srgbClr val="000000"/>
                </a:solidFill>
                <a:effectLst/>
                <a:uFillTx/>
                <a:latin typeface="Arial"/>
              </a:rPr>
              <a:t>Quinto nivel del esquema</a:t>
            </a:r>
            <a:endParaRPr b="0" lang="es-GT" sz="1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GT" sz="1400" strike="noStrike" u="none">
                <a:solidFill>
                  <a:srgbClr val="000000"/>
                </a:solidFill>
                <a:effectLst/>
                <a:uFillTx/>
                <a:latin typeface="Arial"/>
              </a:rPr>
              <a:t>Sexto nivel del esquema</a:t>
            </a:r>
            <a:endParaRPr b="0" lang="es-GT" sz="1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GT" sz="1400" strike="noStrike" u="none">
                <a:solidFill>
                  <a:srgbClr val="000000"/>
                </a:solidFill>
                <a:effectLst/>
                <a:uFillTx/>
                <a:latin typeface="Arial"/>
              </a:rPr>
              <a:t>Séptimo nivel del esquema</a:t>
            </a:r>
            <a:endParaRPr b="0" lang="es-GT" sz="1400" strike="noStrike" u="none">
              <a:solidFill>
                <a:srgbClr val="000000"/>
              </a:solidFill>
              <a:effectLst/>
              <a:uFillTx/>
              <a:latin typeface="Arial"/>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s-GT" sz="1400" strike="noStrike" u="none">
                <a:solidFill>
                  <a:srgbClr val="000000"/>
                </a:solidFill>
                <a:effectLst/>
                <a:uFillTx/>
                <a:latin typeface="Times New Roman"/>
              </a:defRPr>
            </a:lvl1pPr>
          </a:lstStyle>
          <a:p>
            <a:pPr indent="0">
              <a:buNone/>
            </a:pPr>
            <a:r>
              <a:rPr b="0" lang="es-GT" sz="1400" strike="noStrike" u="none">
                <a:solidFill>
                  <a:srgbClr val="000000"/>
                </a:solidFill>
                <a:effectLst/>
                <a:uFillTx/>
                <a:latin typeface="Times New Roman"/>
              </a:rPr>
              <a:t>&lt;fecha/hora&gt;</a:t>
            </a:r>
            <a:endParaRPr b="0" lang="es-GT" sz="1400" strike="noStrike" u="non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s-GT" sz="1400" strike="noStrike" u="none">
                <a:solidFill>
                  <a:srgbClr val="000000"/>
                </a:solidFill>
                <a:effectLst/>
                <a:uFillTx/>
                <a:latin typeface="Times New Roman"/>
              </a:defRPr>
            </a:lvl1pPr>
          </a:lstStyle>
          <a:p>
            <a:pPr indent="0" algn="ctr">
              <a:buNone/>
            </a:pPr>
            <a:r>
              <a:rPr b="0" lang="es-GT" sz="1400" strike="noStrike" u="none">
                <a:solidFill>
                  <a:srgbClr val="000000"/>
                </a:solidFill>
                <a:effectLst/>
                <a:uFillTx/>
                <a:latin typeface="Times New Roman"/>
              </a:rPr>
              <a:t>&lt;pie de página&gt;</a:t>
            </a:r>
            <a:endParaRPr b="0" lang="es-GT" sz="1400" strike="noStrike" u="non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02225C89-34EE-4681-861B-5B598BBB2D1D}" type="slidenum">
              <a:rPr b="0" lang="en-US" sz="1200" strike="noStrike" u="none">
                <a:solidFill>
                  <a:srgbClr val="888888"/>
                </a:solidFill>
                <a:effectLst/>
                <a:uFillTx/>
                <a:latin typeface="Calibri"/>
                <a:ea typeface="Calibri"/>
              </a:rPr>
              <a:t>&lt;número&gt;</a:t>
            </a:fld>
            <a:endParaRPr b="0" lang="es-GT"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2.png"/><Relationship Id="rId6" Type="http://schemas.openxmlformats.org/officeDocument/2006/relationships/image" Target="../media/image2.png"/><Relationship Id="rId7" Type="http://schemas.openxmlformats.org/officeDocument/2006/relationships/image" Target="../media/image2.png"/><Relationship Id="rId8" Type="http://schemas.openxmlformats.org/officeDocument/2006/relationships/image" Target="../media/image2.png"/><Relationship Id="rId9" Type="http://schemas.openxmlformats.org/officeDocument/2006/relationships/image" Target="../media/image2.png"/><Relationship Id="rId10" Type="http://schemas.openxmlformats.org/officeDocument/2006/relationships/image" Target="../media/image2.png"/><Relationship Id="rId11" Type="http://schemas.openxmlformats.org/officeDocument/2006/relationships/image" Target="../media/image2.png"/><Relationship Id="rId12" Type="http://schemas.openxmlformats.org/officeDocument/2006/relationships/slideLayout" Target="../slideLayouts/slideLayout1.xml"/><Relationship Id="rId1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hyperlink" Target="https://git-scm.com" TargetMode="External"/><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hyperlink" Target="https://www.google.com/search?q=https://git-scm.com/book/es/v2" TargetMode="External"/><Relationship Id="rId2" Type="http://schemas.openxmlformats.org/officeDocument/2006/relationships/hyperlink" Target="https://www.google.com/search?q=https://git-scm.com/book/es/v2" TargetMode="External"/><Relationship Id="rId3" Type="http://schemas.openxmlformats.org/officeDocument/2006/relationships/slideLayout" Target="../slideLayouts/slideLayout1.xml"/><Relationship Id="rId4"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Google Shape;92;p1"/>
          <p:cNvSpPr/>
          <p:nvPr/>
        </p:nvSpPr>
        <p:spPr>
          <a:xfrm>
            <a:off x="12541320" y="0"/>
            <a:ext cx="5746320" cy="1711440"/>
          </a:xfrm>
          <a:custGeom>
            <a:avLst/>
            <a:gdLst>
              <a:gd name="textAreaLeft" fmla="*/ 0 w 5746320"/>
              <a:gd name="textAreaRight" fmla="*/ 5746680 w 5746320"/>
              <a:gd name="textAreaTop" fmla="*/ 0 h 1711440"/>
              <a:gd name="textAreaBottom" fmla="*/ 1711800 h 1711440"/>
            </a:gdLst>
            <a:ahLst/>
            <a:cxnLst/>
            <a:rect l="textAreaLeft" t="textAreaTop" r="textAreaRight" b="textAreaBottom"/>
            <a:pathLst>
              <a:path w="7662291" h="2282317">
                <a:moveTo>
                  <a:pt x="0" y="0"/>
                </a:moveTo>
                <a:lnTo>
                  <a:pt x="7662291" y="0"/>
                </a:lnTo>
                <a:lnTo>
                  <a:pt x="7662291" y="2282317"/>
                </a:lnTo>
                <a:lnTo>
                  <a:pt x="0" y="2282317"/>
                </a:lnTo>
                <a:lnTo>
                  <a:pt x="0" y="0"/>
                </a:lnTo>
                <a:close/>
              </a:path>
            </a:pathLst>
          </a:custGeom>
          <a:blipFill rotWithShape="0">
            <a:blip r:embed="rId1"/>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grpSp>
        <p:nvGrpSpPr>
          <p:cNvPr id="68" name="Google Shape;93;p1"/>
          <p:cNvGrpSpPr/>
          <p:nvPr/>
        </p:nvGrpSpPr>
        <p:grpSpPr>
          <a:xfrm>
            <a:off x="1081440" y="284400"/>
            <a:ext cx="11459520" cy="2018160"/>
            <a:chOff x="1081440" y="284400"/>
            <a:chExt cx="11459520" cy="2018160"/>
          </a:xfrm>
        </p:grpSpPr>
        <p:sp>
          <p:nvSpPr>
            <p:cNvPr id="69" name="Google Shape;94;p1"/>
            <p:cNvSpPr/>
            <p:nvPr/>
          </p:nvSpPr>
          <p:spPr>
            <a:xfrm>
              <a:off x="1081440" y="455760"/>
              <a:ext cx="11459520" cy="1846800"/>
            </a:xfrm>
            <a:custGeom>
              <a:avLst/>
              <a:gdLst>
                <a:gd name="textAreaLeft" fmla="*/ 0 w 11459520"/>
                <a:gd name="textAreaRight" fmla="*/ 11459880 w 11459520"/>
                <a:gd name="textAreaTop" fmla="*/ 0 h 1846800"/>
                <a:gd name="textAreaBottom" fmla="*/ 1847160 h 1846800"/>
              </a:gdLst>
              <a:ahLst/>
              <a:cxnLst/>
              <a:rect l="textAreaLeft" t="textAreaTop" r="textAreaRight" b="textAreaBottom"/>
              <a:pathLst>
                <a:path w="17457600" h="2462800">
                  <a:moveTo>
                    <a:pt x="0" y="0"/>
                  </a:moveTo>
                  <a:lnTo>
                    <a:pt x="17457600" y="0"/>
                  </a:lnTo>
                  <a:lnTo>
                    <a:pt x="17457600" y="2462800"/>
                  </a:lnTo>
                  <a:lnTo>
                    <a:pt x="0" y="2462800"/>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70" name="Google Shape;95;p1"/>
            <p:cNvSpPr/>
            <p:nvPr/>
          </p:nvSpPr>
          <p:spPr>
            <a:xfrm>
              <a:off x="1081440" y="284400"/>
              <a:ext cx="11459520" cy="2018160"/>
            </a:xfrm>
            <a:prstGeom prst="rect">
              <a:avLst/>
            </a:prstGeom>
            <a:noFill/>
            <a:ln w="0">
              <a:noFill/>
            </a:ln>
          </p:spPr>
          <p:style>
            <a:lnRef idx="0"/>
            <a:fillRef idx="0"/>
            <a:effectRef idx="0"/>
            <a:fontRef idx="minor"/>
          </p:style>
          <p:txBody>
            <a:bodyPr lIns="0" rIns="0" tIns="0" bIns="0" anchor="t">
              <a:noAutofit/>
            </a:bodyPr>
            <a:p>
              <a:pPr algn="ctr">
                <a:lnSpc>
                  <a:spcPct val="168000"/>
                </a:lnSpc>
                <a:tabLst>
                  <a:tab algn="l" pos="0"/>
                </a:tabLst>
              </a:pPr>
              <a:r>
                <a:rPr b="1" lang="en-US" sz="5000" strike="noStrike" u="none">
                  <a:solidFill>
                    <a:srgbClr val="131416"/>
                  </a:solidFill>
                  <a:effectLst/>
                  <a:uFillTx/>
                  <a:latin typeface="Open Sans"/>
                  <a:ea typeface="Open Sans"/>
                </a:rPr>
                <a:t>Introducción a la Programación y Computación 1</a:t>
              </a:r>
              <a:endParaRPr b="0" lang="es-GT" sz="5000" strike="noStrike" u="none">
                <a:solidFill>
                  <a:srgbClr val="000000"/>
                </a:solidFill>
                <a:effectLst/>
                <a:uFillTx/>
                <a:latin typeface="Arial"/>
              </a:endParaRPr>
            </a:p>
          </p:txBody>
        </p:sp>
      </p:grpSp>
      <p:grpSp>
        <p:nvGrpSpPr>
          <p:cNvPr id="71" name="Google Shape;96;p1"/>
          <p:cNvGrpSpPr/>
          <p:nvPr/>
        </p:nvGrpSpPr>
        <p:grpSpPr>
          <a:xfrm>
            <a:off x="2687400" y="3701160"/>
            <a:ext cx="13859640" cy="2813040"/>
            <a:chOff x="2687400" y="3701160"/>
            <a:chExt cx="13859640" cy="2813040"/>
          </a:xfrm>
        </p:grpSpPr>
        <p:sp>
          <p:nvSpPr>
            <p:cNvPr id="72" name="Google Shape;97;p1"/>
            <p:cNvSpPr/>
            <p:nvPr/>
          </p:nvSpPr>
          <p:spPr>
            <a:xfrm>
              <a:off x="2687400" y="3915720"/>
              <a:ext cx="13859640" cy="2598480"/>
            </a:xfrm>
            <a:custGeom>
              <a:avLst/>
              <a:gdLst>
                <a:gd name="textAreaLeft" fmla="*/ 0 w 13859640"/>
                <a:gd name="textAreaRight" fmla="*/ 13860000 w 13859640"/>
                <a:gd name="textAreaTop" fmla="*/ 0 h 2598480"/>
                <a:gd name="textAreaBottom" fmla="*/ 2598840 h 2598480"/>
              </a:gdLst>
              <a:ahLst/>
              <a:cxnLst/>
              <a:rect l="textAreaLeft" t="textAreaTop" r="textAreaRight" b="textAreaBottom"/>
              <a:pathLst>
                <a:path w="18480001" h="3465194">
                  <a:moveTo>
                    <a:pt x="0" y="0"/>
                  </a:moveTo>
                  <a:lnTo>
                    <a:pt x="18480001" y="0"/>
                  </a:lnTo>
                  <a:lnTo>
                    <a:pt x="18480001" y="3465194"/>
                  </a:lnTo>
                  <a:lnTo>
                    <a:pt x="0" y="3465194"/>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73" name="Google Shape;98;p1"/>
            <p:cNvSpPr/>
            <p:nvPr/>
          </p:nvSpPr>
          <p:spPr>
            <a:xfrm>
              <a:off x="2687400" y="3701160"/>
              <a:ext cx="13859640" cy="2812680"/>
            </a:xfrm>
            <a:prstGeom prst="rect">
              <a:avLst/>
            </a:prstGeom>
            <a:noFill/>
            <a:ln w="0">
              <a:noFill/>
            </a:ln>
          </p:spPr>
          <p:style>
            <a:lnRef idx="0"/>
            <a:fillRef idx="0"/>
            <a:effectRef idx="0"/>
            <a:fontRef idx="minor"/>
          </p:style>
          <p:txBody>
            <a:bodyPr lIns="0" rIns="0" tIns="0" bIns="0" anchor="t">
              <a:noAutofit/>
            </a:bodyPr>
            <a:p>
              <a:pPr algn="ctr">
                <a:lnSpc>
                  <a:spcPct val="168000"/>
                </a:lnSpc>
                <a:tabLst>
                  <a:tab algn="l" pos="0"/>
                </a:tabLst>
              </a:pPr>
              <a:r>
                <a:rPr b="1" lang="en-US" sz="6200" strike="noStrike" u="none">
                  <a:solidFill>
                    <a:srgbClr val="131416"/>
                  </a:solidFill>
                  <a:effectLst/>
                  <a:uFillTx/>
                  <a:latin typeface="Open Sans"/>
                  <a:ea typeface="Open Sans"/>
                </a:rPr>
                <a:t>Introducción al Manejo de Control de Versiones</a:t>
              </a:r>
              <a:endParaRPr b="0" lang="es-GT" sz="6200" strike="noStrike" u="none">
                <a:solidFill>
                  <a:srgbClr val="000000"/>
                </a:solidFill>
                <a:effectLst/>
                <a:uFillTx/>
                <a:latin typeface="Arial"/>
              </a:endParaRPr>
            </a:p>
          </p:txBody>
        </p:sp>
      </p:grpSp>
      <p:grpSp>
        <p:nvGrpSpPr>
          <p:cNvPr id="74" name="Google Shape;99;p1"/>
          <p:cNvGrpSpPr/>
          <p:nvPr/>
        </p:nvGrpSpPr>
        <p:grpSpPr>
          <a:xfrm>
            <a:off x="1081440" y="8454960"/>
            <a:ext cx="6981120" cy="1547280"/>
            <a:chOff x="1081440" y="8454960"/>
            <a:chExt cx="6981120" cy="1547280"/>
          </a:xfrm>
        </p:grpSpPr>
        <p:sp>
          <p:nvSpPr>
            <p:cNvPr id="75" name="Google Shape;100;p1"/>
            <p:cNvSpPr/>
            <p:nvPr/>
          </p:nvSpPr>
          <p:spPr>
            <a:xfrm>
              <a:off x="1081440" y="8540640"/>
              <a:ext cx="6981120" cy="1461600"/>
            </a:xfrm>
            <a:custGeom>
              <a:avLst/>
              <a:gdLst>
                <a:gd name="textAreaLeft" fmla="*/ 0 w 6981120"/>
                <a:gd name="textAreaRight" fmla="*/ 6981480 w 6981120"/>
                <a:gd name="textAreaTop" fmla="*/ 0 h 1461600"/>
                <a:gd name="textAreaBottom" fmla="*/ 1461960 h 1461600"/>
              </a:gdLst>
              <a:ahLst/>
              <a:cxnLst/>
              <a:rect l="textAreaLeft" t="textAreaTop" r="textAreaRight" b="textAreaBottom"/>
              <a:pathLst>
                <a:path w="9308400" h="1949200">
                  <a:moveTo>
                    <a:pt x="0" y="0"/>
                  </a:moveTo>
                  <a:lnTo>
                    <a:pt x="9308400" y="0"/>
                  </a:lnTo>
                  <a:lnTo>
                    <a:pt x="9308400" y="1949200"/>
                  </a:lnTo>
                  <a:lnTo>
                    <a:pt x="0" y="1949200"/>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76" name="Google Shape;101;p1"/>
            <p:cNvSpPr/>
            <p:nvPr/>
          </p:nvSpPr>
          <p:spPr>
            <a:xfrm>
              <a:off x="1081440" y="8454960"/>
              <a:ext cx="6981120" cy="1547280"/>
            </a:xfrm>
            <a:prstGeom prst="rect">
              <a:avLst/>
            </a:prstGeom>
            <a:noFill/>
            <a:ln w="0">
              <a:noFill/>
            </a:ln>
          </p:spPr>
          <p:style>
            <a:lnRef idx="0"/>
            <a:fillRef idx="0"/>
            <a:effectRef idx="0"/>
            <a:fontRef idx="minor"/>
          </p:style>
          <p:txBody>
            <a:bodyPr lIns="0" rIns="0" tIns="0" bIns="0" anchor="t">
              <a:noAutofit/>
            </a:bodyPr>
            <a:p>
              <a:pPr>
                <a:lnSpc>
                  <a:spcPct val="167000"/>
                </a:lnSpc>
                <a:tabLst>
                  <a:tab algn="l" pos="0"/>
                </a:tabLst>
              </a:pPr>
              <a:r>
                <a:rPr b="1" lang="en-US" sz="2500" strike="noStrike" u="none">
                  <a:solidFill>
                    <a:srgbClr val="131416"/>
                  </a:solidFill>
                  <a:effectLst/>
                  <a:uFillTx/>
                  <a:latin typeface="Open Sans"/>
                  <a:ea typeface="Open Sans"/>
                </a:rPr>
                <a:t>Universidad de San Carlos de Guatemala</a:t>
              </a:r>
              <a:endParaRPr b="0" lang="es-GT" sz="2500" strike="noStrike" u="none">
                <a:solidFill>
                  <a:srgbClr val="000000"/>
                </a:solidFill>
                <a:effectLst/>
                <a:uFillTx/>
                <a:latin typeface="Arial"/>
              </a:endParaRPr>
            </a:p>
            <a:p>
              <a:pPr>
                <a:lnSpc>
                  <a:spcPct val="167000"/>
                </a:lnSpc>
                <a:tabLst>
                  <a:tab algn="l" pos="0"/>
                </a:tabLst>
              </a:pPr>
              <a:r>
                <a:rPr b="1" lang="en-US" sz="2500" strike="noStrike" u="none">
                  <a:solidFill>
                    <a:srgbClr val="131416"/>
                  </a:solidFill>
                  <a:effectLst/>
                  <a:uFillTx/>
                  <a:latin typeface="Open Sans"/>
                  <a:ea typeface="Open Sans"/>
                </a:rPr>
                <a:t>Facultad de Ingeniería</a:t>
              </a:r>
              <a:endParaRPr b="0" lang="es-GT" sz="2500" strike="noStrike" u="none">
                <a:solidFill>
                  <a:srgbClr val="000000"/>
                </a:solidFill>
                <a:effectLst/>
                <a:uFillTx/>
                <a:latin typeface="Arial"/>
              </a:endParaRPr>
            </a:p>
            <a:p>
              <a:pPr>
                <a:lnSpc>
                  <a:spcPct val="167000"/>
                </a:lnSpc>
                <a:tabLst>
                  <a:tab algn="l" pos="0"/>
                </a:tabLst>
              </a:pPr>
              <a:r>
                <a:rPr b="1" lang="en-US" sz="2500" strike="noStrike" u="none">
                  <a:solidFill>
                    <a:srgbClr val="131416"/>
                  </a:solidFill>
                  <a:effectLst/>
                  <a:uFillTx/>
                  <a:latin typeface="Open Sans"/>
                  <a:ea typeface="Open Sans"/>
                </a:rPr>
                <a:t>Escuela de Ciencias Y Sistemas</a:t>
              </a:r>
              <a:endParaRPr b="0" lang="es-GT" sz="25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Google Shape;110;p2"/>
          <p:cNvSpPr/>
          <p:nvPr/>
        </p:nvSpPr>
        <p:spPr>
          <a:xfrm>
            <a:off x="176760" y="4699440"/>
            <a:ext cx="4613040" cy="666000"/>
          </a:xfrm>
          <a:custGeom>
            <a:avLst/>
            <a:gdLst>
              <a:gd name="textAreaLeft" fmla="*/ 0 w 4613040"/>
              <a:gd name="textAreaRight" fmla="*/ 4613400 w 4613040"/>
              <a:gd name="textAreaTop" fmla="*/ 0 h 666000"/>
              <a:gd name="textAreaBottom" fmla="*/ 666360 h 666000"/>
            </a:gdLst>
            <a:ahLst/>
            <a:cxnLst/>
            <a:rect l="textAreaLeft" t="textAreaTop" r="textAreaRight" b="textAreaBottom"/>
            <a:pathLst>
              <a:path w="6151372" h="888492">
                <a:moveTo>
                  <a:pt x="5514975" y="0"/>
                </a:moveTo>
                <a:lnTo>
                  <a:pt x="0" y="0"/>
                </a:lnTo>
                <a:lnTo>
                  <a:pt x="0" y="888492"/>
                </a:lnTo>
                <a:lnTo>
                  <a:pt x="5514975" y="888492"/>
                </a:lnTo>
                <a:lnTo>
                  <a:pt x="6151372" y="444246"/>
                </a:lnTo>
                <a:lnTo>
                  <a:pt x="5514975" y="0"/>
                </a:lnTo>
                <a:close/>
              </a:path>
            </a:pathLst>
          </a:custGeom>
          <a:solidFill>
            <a:srgbClr val="ffffff"/>
          </a:solid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grpSp>
        <p:nvGrpSpPr>
          <p:cNvPr id="78" name="Google Shape;111;p2"/>
          <p:cNvGrpSpPr/>
          <p:nvPr/>
        </p:nvGrpSpPr>
        <p:grpSpPr>
          <a:xfrm>
            <a:off x="349560" y="4383000"/>
            <a:ext cx="9827280" cy="1002600"/>
            <a:chOff x="349560" y="4383000"/>
            <a:chExt cx="9827280" cy="1002600"/>
          </a:xfrm>
        </p:grpSpPr>
        <p:sp>
          <p:nvSpPr>
            <p:cNvPr id="79" name="Google Shape;112;p2"/>
            <p:cNvSpPr/>
            <p:nvPr/>
          </p:nvSpPr>
          <p:spPr>
            <a:xfrm>
              <a:off x="349560" y="4540320"/>
              <a:ext cx="9827280" cy="845280"/>
            </a:xfrm>
            <a:custGeom>
              <a:avLst/>
              <a:gdLst>
                <a:gd name="textAreaLeft" fmla="*/ 0 w 9827280"/>
                <a:gd name="textAreaRight" fmla="*/ 9827640 w 9827280"/>
                <a:gd name="textAreaTop" fmla="*/ 0 h 845280"/>
                <a:gd name="textAreaBottom" fmla="*/ 845640 h 845280"/>
              </a:gdLst>
              <a:ahLst/>
              <a:cxnLst/>
              <a:rect l="textAreaLeft" t="textAreaTop" r="textAreaRight" b="textAreaBottom"/>
              <a:pathLst>
                <a:path w="13103453" h="1127421">
                  <a:moveTo>
                    <a:pt x="0" y="0"/>
                  </a:moveTo>
                  <a:lnTo>
                    <a:pt x="13103453" y="0"/>
                  </a:lnTo>
                  <a:lnTo>
                    <a:pt x="13103453" y="1127421"/>
                  </a:lnTo>
                  <a:lnTo>
                    <a:pt x="0" y="1127421"/>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80" name="Google Shape;113;p2"/>
            <p:cNvSpPr/>
            <p:nvPr/>
          </p:nvSpPr>
          <p:spPr>
            <a:xfrm>
              <a:off x="349560" y="4383000"/>
              <a:ext cx="9827280" cy="1002240"/>
            </a:xfrm>
            <a:prstGeom prst="rect">
              <a:avLst/>
            </a:prstGeom>
            <a:noFill/>
            <a:ln w="0">
              <a:noFill/>
            </a:ln>
          </p:spPr>
          <p:style>
            <a:lnRef idx="0"/>
            <a:fillRef idx="0"/>
            <a:effectRef idx="0"/>
            <a:fontRef idx="minor"/>
          </p:style>
          <p:txBody>
            <a:bodyPr lIns="0" rIns="0" tIns="0" bIns="0" anchor="ctr">
              <a:noAutofit/>
            </a:bodyPr>
            <a:p>
              <a:pPr algn="ctr">
                <a:lnSpc>
                  <a:spcPct val="177000"/>
                </a:lnSpc>
                <a:tabLst>
                  <a:tab algn="l" pos="0"/>
                </a:tabLst>
              </a:pPr>
              <a:r>
                <a:rPr b="0" lang="en-US" sz="2800" strike="noStrike" u="none">
                  <a:solidFill>
                    <a:srgbClr val="000000"/>
                  </a:solidFill>
                  <a:effectLst/>
                  <a:uFillTx/>
                  <a:latin typeface="Arial"/>
                  <a:ea typeface="Arial"/>
                </a:rPr>
                <a:t>¿Qué es el control de versiones?</a:t>
              </a:r>
              <a:endParaRPr b="0" lang="es-GT" sz="2800" strike="noStrike" u="none">
                <a:solidFill>
                  <a:srgbClr val="000000"/>
                </a:solidFill>
                <a:effectLst/>
                <a:uFillTx/>
                <a:latin typeface="Arial"/>
              </a:endParaRPr>
            </a:p>
          </p:txBody>
        </p:sp>
      </p:grpSp>
      <p:sp>
        <p:nvSpPr>
          <p:cNvPr id="81" name="Google Shape;114;p2"/>
          <p:cNvSpPr/>
          <p:nvPr/>
        </p:nvSpPr>
        <p:spPr>
          <a:xfrm>
            <a:off x="878760" y="4740480"/>
            <a:ext cx="452880" cy="549720"/>
          </a:xfrm>
          <a:custGeom>
            <a:avLst/>
            <a:gdLst>
              <a:gd name="textAreaLeft" fmla="*/ 0 w 452880"/>
              <a:gd name="textAreaRight" fmla="*/ 453240 w 452880"/>
              <a:gd name="textAreaTop" fmla="*/ 0 h 549720"/>
              <a:gd name="textAreaBottom" fmla="*/ 550080 h 549720"/>
            </a:gdLst>
            <a:ahLst/>
            <a:cxnLst/>
            <a:rect l="textAreaLeft" t="textAreaTop" r="textAreaRight" b="textAreaBottom"/>
            <a:pathLst>
              <a:path w="604520" h="733425">
                <a:moveTo>
                  <a:pt x="0" y="0"/>
                </a:moveTo>
                <a:lnTo>
                  <a:pt x="604520" y="0"/>
                </a:lnTo>
                <a:lnTo>
                  <a:pt x="604520" y="733425"/>
                </a:lnTo>
                <a:lnTo>
                  <a:pt x="0" y="733425"/>
                </a:lnTo>
                <a:lnTo>
                  <a:pt x="0" y="0"/>
                </a:lnTo>
                <a:close/>
              </a:path>
            </a:pathLst>
          </a:custGeom>
          <a:blipFill rotWithShape="0">
            <a:blip r:embed="rId1"/>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sp>
        <p:nvSpPr>
          <p:cNvPr id="82" name="Google Shape;115;p2"/>
          <p:cNvSpPr/>
          <p:nvPr/>
        </p:nvSpPr>
        <p:spPr>
          <a:xfrm>
            <a:off x="1866960" y="3303360"/>
            <a:ext cx="4114800" cy="1266840"/>
          </a:xfrm>
          <a:custGeom>
            <a:avLst/>
            <a:gdLst>
              <a:gd name="textAreaLeft" fmla="*/ 0 w 4114800"/>
              <a:gd name="textAreaRight" fmla="*/ 4115160 w 4114800"/>
              <a:gd name="textAreaTop" fmla="*/ 0 h 1266840"/>
              <a:gd name="textAreaBottom" fmla="*/ 1267200 h 1266840"/>
            </a:gdLst>
            <a:ahLst/>
            <a:cxnLst/>
            <a:rect l="textAreaLeft" t="textAreaTop" r="textAreaRight" b="textAreaBottom"/>
            <a:pathLst>
              <a:path w="5486908" h="1689608">
                <a:moveTo>
                  <a:pt x="4458208" y="0"/>
                </a:moveTo>
                <a:lnTo>
                  <a:pt x="0" y="0"/>
                </a:lnTo>
                <a:lnTo>
                  <a:pt x="0" y="1689608"/>
                </a:lnTo>
                <a:lnTo>
                  <a:pt x="4458208" y="1689608"/>
                </a:lnTo>
                <a:lnTo>
                  <a:pt x="5486908" y="844804"/>
                </a:lnTo>
                <a:lnTo>
                  <a:pt x="4458208" y="0"/>
                </a:lnTo>
                <a:close/>
              </a:path>
            </a:pathLst>
          </a:custGeom>
          <a:solidFill>
            <a:srgbClr val="ffffff"/>
          </a:solid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grpSp>
        <p:nvGrpSpPr>
          <p:cNvPr id="83" name="Google Shape;116;p2"/>
          <p:cNvGrpSpPr/>
          <p:nvPr/>
        </p:nvGrpSpPr>
        <p:grpSpPr>
          <a:xfrm>
            <a:off x="1866960" y="2856960"/>
            <a:ext cx="3681000" cy="1713240"/>
            <a:chOff x="1866960" y="2856960"/>
            <a:chExt cx="3681000" cy="1713240"/>
          </a:xfrm>
        </p:grpSpPr>
        <p:sp>
          <p:nvSpPr>
            <p:cNvPr id="84" name="Google Shape;117;p2"/>
            <p:cNvSpPr/>
            <p:nvPr/>
          </p:nvSpPr>
          <p:spPr>
            <a:xfrm>
              <a:off x="1866960" y="3013920"/>
              <a:ext cx="3681000" cy="1556280"/>
            </a:xfrm>
            <a:custGeom>
              <a:avLst/>
              <a:gdLst>
                <a:gd name="textAreaLeft" fmla="*/ 0 w 3681000"/>
                <a:gd name="textAreaRight" fmla="*/ 3681360 w 3681000"/>
                <a:gd name="textAreaTop" fmla="*/ 0 h 1556280"/>
                <a:gd name="textAreaBottom" fmla="*/ 1556640 h 1556280"/>
              </a:gdLst>
              <a:ahLst/>
              <a:cxnLst/>
              <a:rect l="textAreaLeft" t="textAreaTop" r="textAreaRight" b="textAreaBottom"/>
              <a:pathLst>
                <a:path w="4908276" h="2075312">
                  <a:moveTo>
                    <a:pt x="0" y="0"/>
                  </a:moveTo>
                  <a:lnTo>
                    <a:pt x="4908276" y="0"/>
                  </a:lnTo>
                  <a:lnTo>
                    <a:pt x="4908276" y="2075312"/>
                  </a:lnTo>
                  <a:lnTo>
                    <a:pt x="0" y="207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85" name="Google Shape;118;p2"/>
            <p:cNvSpPr/>
            <p:nvPr/>
          </p:nvSpPr>
          <p:spPr>
            <a:xfrm>
              <a:off x="1866960" y="2856960"/>
              <a:ext cx="3681000" cy="1713240"/>
            </a:xfrm>
            <a:prstGeom prst="rect">
              <a:avLst/>
            </a:prstGeom>
            <a:noFill/>
            <a:ln w="0">
              <a:noFill/>
            </a:ln>
          </p:spPr>
          <p:style>
            <a:lnRef idx="0"/>
            <a:fillRef idx="0"/>
            <a:effectRef idx="0"/>
            <a:fontRef idx="minor"/>
          </p:style>
          <p:txBody>
            <a:bodyPr lIns="0" rIns="0" tIns="0" bIns="0" anchor="ctr">
              <a:noAutofit/>
            </a:bodyPr>
            <a:p>
              <a:pPr algn="ctr">
                <a:lnSpc>
                  <a:spcPct val="177000"/>
                </a:lnSpc>
                <a:tabLst>
                  <a:tab algn="l" pos="0"/>
                </a:tabLst>
              </a:pPr>
              <a:r>
                <a:rPr b="0" lang="en-US" sz="2800" strike="noStrike" u="none">
                  <a:solidFill>
                    <a:srgbClr val="000000"/>
                  </a:solidFill>
                  <a:effectLst/>
                  <a:uFillTx/>
                  <a:latin typeface="Arial"/>
                  <a:ea typeface="Arial"/>
                </a:rPr>
                <a:t>RECORDATORIOS</a:t>
              </a:r>
              <a:endParaRPr b="0" lang="es-GT" sz="2800" strike="noStrike" u="none">
                <a:solidFill>
                  <a:srgbClr val="000000"/>
                </a:solidFill>
                <a:effectLst/>
                <a:uFillTx/>
                <a:latin typeface="Arial"/>
              </a:endParaRPr>
            </a:p>
          </p:txBody>
        </p:sp>
      </p:grpSp>
      <p:sp>
        <p:nvSpPr>
          <p:cNvPr id="86" name="Google Shape;119;p2"/>
          <p:cNvSpPr/>
          <p:nvPr/>
        </p:nvSpPr>
        <p:spPr>
          <a:xfrm>
            <a:off x="651600" y="3429720"/>
            <a:ext cx="753480" cy="872640"/>
          </a:xfrm>
          <a:custGeom>
            <a:avLst/>
            <a:gdLst>
              <a:gd name="textAreaLeft" fmla="*/ 0 w 753480"/>
              <a:gd name="textAreaRight" fmla="*/ 753840 w 753480"/>
              <a:gd name="textAreaTop" fmla="*/ 0 h 872640"/>
              <a:gd name="textAreaBottom" fmla="*/ 873000 h 872640"/>
            </a:gdLst>
            <a:ahLst/>
            <a:cxnLst/>
            <a:rect l="textAreaLeft" t="textAreaTop" r="textAreaRight" b="textAreaBottom"/>
            <a:pathLst>
              <a:path w="1005205" h="1163955">
                <a:moveTo>
                  <a:pt x="0" y="0"/>
                </a:moveTo>
                <a:lnTo>
                  <a:pt x="1005205" y="0"/>
                </a:lnTo>
                <a:lnTo>
                  <a:pt x="1005205" y="1163955"/>
                </a:lnTo>
                <a:lnTo>
                  <a:pt x="0" y="1163955"/>
                </a:lnTo>
                <a:lnTo>
                  <a:pt x="0" y="0"/>
                </a:lnTo>
                <a:close/>
              </a:path>
            </a:pathLst>
          </a:custGeom>
          <a:blipFill rotWithShape="0">
            <a:blip r:embed="rId2"/>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grpSp>
        <p:nvGrpSpPr>
          <p:cNvPr id="87" name="Google Shape;120;p2"/>
          <p:cNvGrpSpPr/>
          <p:nvPr/>
        </p:nvGrpSpPr>
        <p:grpSpPr>
          <a:xfrm>
            <a:off x="380520" y="99720"/>
            <a:ext cx="7894440" cy="5240520"/>
            <a:chOff x="380520" y="99720"/>
            <a:chExt cx="7894440" cy="5240520"/>
          </a:xfrm>
        </p:grpSpPr>
        <p:sp>
          <p:nvSpPr>
            <p:cNvPr id="88" name="Google Shape;121;p2"/>
            <p:cNvSpPr/>
            <p:nvPr/>
          </p:nvSpPr>
          <p:spPr>
            <a:xfrm>
              <a:off x="380520" y="1273320"/>
              <a:ext cx="7710120" cy="4066920"/>
            </a:xfrm>
            <a:custGeom>
              <a:avLst/>
              <a:gdLst>
                <a:gd name="textAreaLeft" fmla="*/ 0 w 7710120"/>
                <a:gd name="textAreaRight" fmla="*/ 7710480 w 7710120"/>
                <a:gd name="textAreaTop" fmla="*/ 0 h 4066920"/>
                <a:gd name="textAreaBottom" fmla="*/ 4067280 h 4066920"/>
              </a:gdLst>
              <a:ahLst/>
              <a:cxnLst/>
              <a:rect l="textAreaLeft" t="textAreaTop" r="textAreaRight" b="textAreaBottom"/>
              <a:pathLst>
                <a:path w="10280401" h="5422900">
                  <a:moveTo>
                    <a:pt x="0" y="0"/>
                  </a:moveTo>
                  <a:lnTo>
                    <a:pt x="10280401" y="0"/>
                  </a:lnTo>
                  <a:lnTo>
                    <a:pt x="10280401" y="5422900"/>
                  </a:lnTo>
                  <a:lnTo>
                    <a:pt x="0" y="5422900"/>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89" name="Google Shape;122;p2"/>
            <p:cNvSpPr/>
            <p:nvPr/>
          </p:nvSpPr>
          <p:spPr>
            <a:xfrm>
              <a:off x="564840" y="99720"/>
              <a:ext cx="7710120" cy="4259520"/>
            </a:xfrm>
            <a:prstGeom prst="rect">
              <a:avLst/>
            </a:prstGeom>
            <a:noFill/>
            <a:ln w="0">
              <a:noFill/>
            </a:ln>
          </p:spPr>
          <p:style>
            <a:lnRef idx="0"/>
            <a:fillRef idx="0"/>
            <a:effectRef idx="0"/>
            <a:fontRef idx="minor"/>
          </p:style>
          <p:txBody>
            <a:bodyPr lIns="0" rIns="0" tIns="0" bIns="0" anchor="t">
              <a:noAutofit/>
            </a:bodyPr>
            <a:p>
              <a:pPr>
                <a:lnSpc>
                  <a:spcPct val="137000"/>
                </a:lnSpc>
                <a:tabLst>
                  <a:tab algn="l" pos="0"/>
                </a:tabLst>
              </a:pPr>
              <a:r>
                <a:rPr b="0" lang="en-US" sz="15000" strike="noStrike" u="none">
                  <a:solidFill>
                    <a:srgbClr val="131416"/>
                  </a:solidFill>
                  <a:effectLst/>
                  <a:uFillTx/>
                  <a:latin typeface="Pacifico"/>
                  <a:ea typeface="Pacifico"/>
                </a:rPr>
                <a:t>Agenda</a:t>
              </a:r>
              <a:endParaRPr b="0" lang="es-GT" sz="15000" strike="noStrike" u="none">
                <a:solidFill>
                  <a:srgbClr val="000000"/>
                </a:solidFill>
                <a:effectLst/>
                <a:uFillTx/>
                <a:latin typeface="Arial"/>
              </a:endParaRPr>
            </a:p>
          </p:txBody>
        </p:sp>
      </p:grpSp>
      <p:sp>
        <p:nvSpPr>
          <p:cNvPr id="90" name="Google Shape;123;p2"/>
          <p:cNvSpPr/>
          <p:nvPr/>
        </p:nvSpPr>
        <p:spPr>
          <a:xfrm>
            <a:off x="176760" y="5623200"/>
            <a:ext cx="4613040" cy="666000"/>
          </a:xfrm>
          <a:custGeom>
            <a:avLst/>
            <a:gdLst>
              <a:gd name="textAreaLeft" fmla="*/ 0 w 4613040"/>
              <a:gd name="textAreaRight" fmla="*/ 4613400 w 4613040"/>
              <a:gd name="textAreaTop" fmla="*/ 0 h 666000"/>
              <a:gd name="textAreaBottom" fmla="*/ 666360 h 666000"/>
            </a:gdLst>
            <a:ahLst/>
            <a:cxnLst/>
            <a:rect l="textAreaLeft" t="textAreaTop" r="textAreaRight" b="textAreaBottom"/>
            <a:pathLst>
              <a:path w="6151372" h="888492">
                <a:moveTo>
                  <a:pt x="5514975" y="0"/>
                </a:moveTo>
                <a:lnTo>
                  <a:pt x="0" y="0"/>
                </a:lnTo>
                <a:lnTo>
                  <a:pt x="0" y="888492"/>
                </a:lnTo>
                <a:lnTo>
                  <a:pt x="5514975" y="888492"/>
                </a:lnTo>
                <a:lnTo>
                  <a:pt x="6151372" y="444246"/>
                </a:lnTo>
                <a:lnTo>
                  <a:pt x="5514975" y="0"/>
                </a:lnTo>
                <a:close/>
              </a:path>
            </a:pathLst>
          </a:custGeom>
          <a:solidFill>
            <a:srgbClr val="ffffff"/>
          </a:solid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grpSp>
        <p:nvGrpSpPr>
          <p:cNvPr id="91" name="Google Shape;124;p2"/>
          <p:cNvGrpSpPr/>
          <p:nvPr/>
        </p:nvGrpSpPr>
        <p:grpSpPr>
          <a:xfrm>
            <a:off x="1727280" y="5170680"/>
            <a:ext cx="7072200" cy="1002240"/>
            <a:chOff x="1727280" y="5170680"/>
            <a:chExt cx="7072200" cy="1002240"/>
          </a:xfrm>
        </p:grpSpPr>
        <p:sp>
          <p:nvSpPr>
            <p:cNvPr id="92" name="Google Shape;125;p2"/>
            <p:cNvSpPr/>
            <p:nvPr/>
          </p:nvSpPr>
          <p:spPr>
            <a:xfrm>
              <a:off x="1727280" y="5327640"/>
              <a:ext cx="7072200" cy="845280"/>
            </a:xfrm>
            <a:custGeom>
              <a:avLst/>
              <a:gdLst>
                <a:gd name="textAreaLeft" fmla="*/ 0 w 7072200"/>
                <a:gd name="textAreaRight" fmla="*/ 7072560 w 7072200"/>
                <a:gd name="textAreaTop" fmla="*/ 0 h 845280"/>
                <a:gd name="textAreaBottom" fmla="*/ 845640 h 845280"/>
              </a:gdLst>
              <a:ahLst/>
              <a:cxnLst/>
              <a:rect l="textAreaLeft" t="textAreaTop" r="textAreaRight" b="textAreaBottom"/>
              <a:pathLst>
                <a:path w="9429941" h="1127421">
                  <a:moveTo>
                    <a:pt x="0" y="0"/>
                  </a:moveTo>
                  <a:lnTo>
                    <a:pt x="9429941" y="0"/>
                  </a:lnTo>
                  <a:lnTo>
                    <a:pt x="9429941" y="1127421"/>
                  </a:lnTo>
                  <a:lnTo>
                    <a:pt x="0" y="1127421"/>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93" name="Google Shape;126;p2"/>
            <p:cNvSpPr/>
            <p:nvPr/>
          </p:nvSpPr>
          <p:spPr>
            <a:xfrm>
              <a:off x="1727280" y="5170680"/>
              <a:ext cx="7072200" cy="1002240"/>
            </a:xfrm>
            <a:prstGeom prst="rect">
              <a:avLst/>
            </a:prstGeom>
            <a:noFill/>
            <a:ln w="0">
              <a:noFill/>
            </a:ln>
          </p:spPr>
          <p:style>
            <a:lnRef idx="0"/>
            <a:fillRef idx="0"/>
            <a:effectRef idx="0"/>
            <a:fontRef idx="minor"/>
          </p:style>
          <p:txBody>
            <a:bodyPr lIns="0" rIns="0" tIns="0" bIns="0" anchor="ctr">
              <a:noAutofit/>
            </a:bodyPr>
            <a:p>
              <a:pPr algn="ctr">
                <a:lnSpc>
                  <a:spcPct val="177000"/>
                </a:lnSpc>
                <a:tabLst>
                  <a:tab algn="l" pos="0"/>
                </a:tabLst>
              </a:pPr>
              <a:r>
                <a:rPr b="0" lang="en-US" sz="2800" strike="noStrike" u="none">
                  <a:solidFill>
                    <a:srgbClr val="000000"/>
                  </a:solidFill>
                  <a:effectLst/>
                  <a:uFillTx/>
                  <a:latin typeface="Arial"/>
                  <a:ea typeface="Arial"/>
                </a:rPr>
                <a:t>¿Por qué es importante el versionamiento?</a:t>
              </a:r>
              <a:endParaRPr b="0" lang="es-GT" sz="2800" strike="noStrike" u="none">
                <a:solidFill>
                  <a:srgbClr val="000000"/>
                </a:solidFill>
                <a:effectLst/>
                <a:uFillTx/>
                <a:latin typeface="Arial"/>
              </a:endParaRPr>
            </a:p>
          </p:txBody>
        </p:sp>
      </p:grpSp>
      <p:sp>
        <p:nvSpPr>
          <p:cNvPr id="94" name="Google Shape;127;p2"/>
          <p:cNvSpPr/>
          <p:nvPr/>
        </p:nvSpPr>
        <p:spPr>
          <a:xfrm>
            <a:off x="176760" y="6604920"/>
            <a:ext cx="5805360" cy="666000"/>
          </a:xfrm>
          <a:custGeom>
            <a:avLst/>
            <a:gdLst>
              <a:gd name="textAreaLeft" fmla="*/ 0 w 5805360"/>
              <a:gd name="textAreaRight" fmla="*/ 5805720 w 5805360"/>
              <a:gd name="textAreaTop" fmla="*/ 0 h 666000"/>
              <a:gd name="textAreaBottom" fmla="*/ 666360 h 666000"/>
            </a:gdLst>
            <a:ahLst/>
            <a:cxnLst/>
            <a:rect l="textAreaLeft" t="textAreaTop" r="textAreaRight" b="textAreaBottom"/>
            <a:pathLst>
              <a:path w="7740777" h="888492">
                <a:moveTo>
                  <a:pt x="6940042" y="0"/>
                </a:moveTo>
                <a:lnTo>
                  <a:pt x="0" y="0"/>
                </a:lnTo>
                <a:lnTo>
                  <a:pt x="0" y="888492"/>
                </a:lnTo>
                <a:lnTo>
                  <a:pt x="6940042" y="888492"/>
                </a:lnTo>
                <a:lnTo>
                  <a:pt x="7740777" y="444246"/>
                </a:lnTo>
                <a:lnTo>
                  <a:pt x="6940042" y="0"/>
                </a:lnTo>
                <a:close/>
              </a:path>
            </a:pathLst>
          </a:custGeom>
          <a:solidFill>
            <a:srgbClr val="ffffff"/>
          </a:solid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grpSp>
        <p:nvGrpSpPr>
          <p:cNvPr id="95" name="Google Shape;128;p2"/>
          <p:cNvGrpSpPr/>
          <p:nvPr/>
        </p:nvGrpSpPr>
        <p:grpSpPr>
          <a:xfrm>
            <a:off x="2360880" y="6066360"/>
            <a:ext cx="5805000" cy="1002240"/>
            <a:chOff x="2360880" y="6066360"/>
            <a:chExt cx="5805000" cy="1002240"/>
          </a:xfrm>
        </p:grpSpPr>
        <p:sp>
          <p:nvSpPr>
            <p:cNvPr id="96" name="Google Shape;129;p2"/>
            <p:cNvSpPr/>
            <p:nvPr/>
          </p:nvSpPr>
          <p:spPr>
            <a:xfrm>
              <a:off x="2360880" y="6223320"/>
              <a:ext cx="5805000" cy="845280"/>
            </a:xfrm>
            <a:custGeom>
              <a:avLst/>
              <a:gdLst>
                <a:gd name="textAreaLeft" fmla="*/ 0 w 5805000"/>
                <a:gd name="textAreaRight" fmla="*/ 5805360 w 5805000"/>
                <a:gd name="textAreaTop" fmla="*/ 0 h 845280"/>
                <a:gd name="textAreaBottom" fmla="*/ 845640 h 845280"/>
              </a:gdLst>
              <a:ahLst/>
              <a:cxnLst/>
              <a:rect l="textAreaLeft" t="textAreaTop" r="textAreaRight" b="textAreaBottom"/>
              <a:pathLst>
                <a:path w="7740387" h="1127424">
                  <a:moveTo>
                    <a:pt x="0" y="0"/>
                  </a:moveTo>
                  <a:lnTo>
                    <a:pt x="7740387" y="0"/>
                  </a:lnTo>
                  <a:lnTo>
                    <a:pt x="7740387" y="1127424"/>
                  </a:lnTo>
                  <a:lnTo>
                    <a:pt x="0" y="1127424"/>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97" name="Google Shape;130;p2"/>
            <p:cNvSpPr/>
            <p:nvPr/>
          </p:nvSpPr>
          <p:spPr>
            <a:xfrm>
              <a:off x="2360880" y="6066360"/>
              <a:ext cx="5805000" cy="1002240"/>
            </a:xfrm>
            <a:prstGeom prst="rect">
              <a:avLst/>
            </a:prstGeom>
            <a:noFill/>
            <a:ln w="0">
              <a:noFill/>
            </a:ln>
          </p:spPr>
          <p:style>
            <a:lnRef idx="0"/>
            <a:fillRef idx="0"/>
            <a:effectRef idx="0"/>
            <a:fontRef idx="minor"/>
          </p:style>
          <p:txBody>
            <a:bodyPr lIns="0" rIns="0" tIns="0" bIns="0" anchor="ctr">
              <a:noAutofit/>
            </a:bodyPr>
            <a:p>
              <a:pPr algn="ctr">
                <a:lnSpc>
                  <a:spcPct val="177000"/>
                </a:lnSpc>
                <a:tabLst>
                  <a:tab algn="l" pos="0"/>
                </a:tabLst>
              </a:pPr>
              <a:r>
                <a:rPr b="0" lang="en-US" sz="2800" strike="noStrike" u="none">
                  <a:solidFill>
                    <a:srgbClr val="000000"/>
                  </a:solidFill>
                  <a:effectLst/>
                  <a:uFillTx/>
                  <a:latin typeface="Arial"/>
                  <a:ea typeface="Arial"/>
                </a:rPr>
                <a:t>Tipos de control de versiones</a:t>
              </a:r>
              <a:endParaRPr b="0" lang="es-GT" sz="2800" strike="noStrike" u="none">
                <a:solidFill>
                  <a:srgbClr val="000000"/>
                </a:solidFill>
                <a:effectLst/>
                <a:uFillTx/>
                <a:latin typeface="Arial"/>
              </a:endParaRPr>
            </a:p>
          </p:txBody>
        </p:sp>
      </p:grpSp>
      <p:sp>
        <p:nvSpPr>
          <p:cNvPr id="98" name="Google Shape;131;p2"/>
          <p:cNvSpPr/>
          <p:nvPr/>
        </p:nvSpPr>
        <p:spPr>
          <a:xfrm>
            <a:off x="148680" y="7528320"/>
            <a:ext cx="8213040" cy="666000"/>
          </a:xfrm>
          <a:custGeom>
            <a:avLst/>
            <a:gdLst>
              <a:gd name="textAreaLeft" fmla="*/ 0 w 8213040"/>
              <a:gd name="textAreaRight" fmla="*/ 8213400 w 8213040"/>
              <a:gd name="textAreaTop" fmla="*/ 0 h 666000"/>
              <a:gd name="textAreaBottom" fmla="*/ 666360 h 666000"/>
            </a:gdLst>
            <a:ahLst/>
            <a:cxnLst/>
            <a:rect l="textAreaLeft" t="textAreaTop" r="textAreaRight" b="textAreaBottom"/>
            <a:pathLst>
              <a:path w="10951210" h="888492">
                <a:moveTo>
                  <a:pt x="9818243" y="0"/>
                </a:moveTo>
                <a:lnTo>
                  <a:pt x="0" y="0"/>
                </a:lnTo>
                <a:lnTo>
                  <a:pt x="0" y="888492"/>
                </a:lnTo>
                <a:lnTo>
                  <a:pt x="9818243" y="888492"/>
                </a:lnTo>
                <a:lnTo>
                  <a:pt x="10951210" y="444246"/>
                </a:lnTo>
                <a:lnTo>
                  <a:pt x="9818243" y="0"/>
                </a:lnTo>
                <a:close/>
              </a:path>
            </a:pathLst>
          </a:custGeom>
          <a:solidFill>
            <a:srgbClr val="ffffff"/>
          </a:solid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grpSp>
        <p:nvGrpSpPr>
          <p:cNvPr id="99" name="Google Shape;132;p2"/>
          <p:cNvGrpSpPr/>
          <p:nvPr/>
        </p:nvGrpSpPr>
        <p:grpSpPr>
          <a:xfrm>
            <a:off x="1332000" y="7192080"/>
            <a:ext cx="8058240" cy="1002600"/>
            <a:chOff x="1332000" y="7192080"/>
            <a:chExt cx="8058240" cy="1002600"/>
          </a:xfrm>
        </p:grpSpPr>
        <p:sp>
          <p:nvSpPr>
            <p:cNvPr id="100" name="Google Shape;133;p2"/>
            <p:cNvSpPr/>
            <p:nvPr/>
          </p:nvSpPr>
          <p:spPr>
            <a:xfrm>
              <a:off x="1332000" y="7349400"/>
              <a:ext cx="8058240" cy="845280"/>
            </a:xfrm>
            <a:custGeom>
              <a:avLst/>
              <a:gdLst>
                <a:gd name="textAreaLeft" fmla="*/ 0 w 8058240"/>
                <a:gd name="textAreaRight" fmla="*/ 8058600 w 8058240"/>
                <a:gd name="textAreaTop" fmla="*/ 0 h 845280"/>
                <a:gd name="textAreaBottom" fmla="*/ 845640 h 845280"/>
              </a:gdLst>
              <a:ahLst/>
              <a:cxnLst/>
              <a:rect l="textAreaLeft" t="textAreaTop" r="textAreaRight" b="textAreaBottom"/>
              <a:pathLst>
                <a:path w="10744782" h="1127424">
                  <a:moveTo>
                    <a:pt x="0" y="0"/>
                  </a:moveTo>
                  <a:lnTo>
                    <a:pt x="10744782" y="0"/>
                  </a:lnTo>
                  <a:lnTo>
                    <a:pt x="10744782" y="1127424"/>
                  </a:lnTo>
                  <a:lnTo>
                    <a:pt x="0" y="1127424"/>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01" name="Google Shape;134;p2"/>
            <p:cNvSpPr/>
            <p:nvPr/>
          </p:nvSpPr>
          <p:spPr>
            <a:xfrm>
              <a:off x="1332000" y="7192080"/>
              <a:ext cx="8058240" cy="1002240"/>
            </a:xfrm>
            <a:prstGeom prst="rect">
              <a:avLst/>
            </a:prstGeom>
            <a:noFill/>
            <a:ln w="0">
              <a:noFill/>
            </a:ln>
          </p:spPr>
          <p:style>
            <a:lnRef idx="0"/>
            <a:fillRef idx="0"/>
            <a:effectRef idx="0"/>
            <a:fontRef idx="minor"/>
          </p:style>
          <p:txBody>
            <a:bodyPr lIns="0" rIns="0" tIns="0" bIns="0" anchor="ctr">
              <a:noAutofit/>
            </a:bodyPr>
            <a:p>
              <a:pPr algn="ctr">
                <a:lnSpc>
                  <a:spcPct val="177000"/>
                </a:lnSpc>
                <a:tabLst>
                  <a:tab algn="l" pos="0"/>
                </a:tabLst>
              </a:pPr>
              <a:r>
                <a:rPr b="0" lang="en-US" sz="2800" strike="noStrike" u="none">
                  <a:solidFill>
                    <a:srgbClr val="000000"/>
                  </a:solidFill>
                  <a:effectLst/>
                  <a:uFillTx/>
                  <a:latin typeface="Arial"/>
                  <a:ea typeface="Arial"/>
                </a:rPr>
                <a:t>Ventajas del control de versiones</a:t>
              </a:r>
              <a:endParaRPr b="0" lang="es-GT" sz="2800" strike="noStrike" u="none">
                <a:solidFill>
                  <a:srgbClr val="000000"/>
                </a:solidFill>
                <a:effectLst/>
                <a:uFillTx/>
                <a:latin typeface="Arial"/>
              </a:endParaRPr>
            </a:p>
          </p:txBody>
        </p:sp>
      </p:grpSp>
      <p:sp>
        <p:nvSpPr>
          <p:cNvPr id="102" name="Google Shape;135;p2"/>
          <p:cNvSpPr/>
          <p:nvPr/>
        </p:nvSpPr>
        <p:spPr>
          <a:xfrm>
            <a:off x="453240" y="8591760"/>
            <a:ext cx="12166920" cy="666000"/>
          </a:xfrm>
          <a:custGeom>
            <a:avLst/>
            <a:gdLst>
              <a:gd name="textAreaLeft" fmla="*/ 0 w 12166920"/>
              <a:gd name="textAreaRight" fmla="*/ 12167280 w 12166920"/>
              <a:gd name="textAreaTop" fmla="*/ 0 h 666000"/>
              <a:gd name="textAreaBottom" fmla="*/ 666360 h 666000"/>
            </a:gdLst>
            <a:ahLst/>
            <a:cxnLst/>
            <a:rect l="textAreaLeft" t="textAreaTop" r="textAreaRight" b="textAreaBottom"/>
            <a:pathLst>
              <a:path w="16223107" h="888492">
                <a:moveTo>
                  <a:pt x="14544802" y="0"/>
                </a:moveTo>
                <a:lnTo>
                  <a:pt x="0" y="0"/>
                </a:lnTo>
                <a:lnTo>
                  <a:pt x="0" y="888492"/>
                </a:lnTo>
                <a:lnTo>
                  <a:pt x="14544802" y="888492"/>
                </a:lnTo>
                <a:lnTo>
                  <a:pt x="16223107" y="444246"/>
                </a:lnTo>
                <a:lnTo>
                  <a:pt x="14544802" y="0"/>
                </a:lnTo>
                <a:close/>
              </a:path>
            </a:pathLst>
          </a:custGeom>
          <a:solidFill>
            <a:srgbClr val="ffffff"/>
          </a:solid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grpSp>
        <p:nvGrpSpPr>
          <p:cNvPr id="103" name="Google Shape;136;p2"/>
          <p:cNvGrpSpPr/>
          <p:nvPr/>
        </p:nvGrpSpPr>
        <p:grpSpPr>
          <a:xfrm>
            <a:off x="-12600" y="8255880"/>
            <a:ext cx="11458080" cy="1002240"/>
            <a:chOff x="-12600" y="8255880"/>
            <a:chExt cx="11458080" cy="1002240"/>
          </a:xfrm>
        </p:grpSpPr>
        <p:sp>
          <p:nvSpPr>
            <p:cNvPr id="104" name="Google Shape;137;p2"/>
            <p:cNvSpPr/>
            <p:nvPr/>
          </p:nvSpPr>
          <p:spPr>
            <a:xfrm>
              <a:off x="-12600" y="8412840"/>
              <a:ext cx="11458080" cy="845280"/>
            </a:xfrm>
            <a:custGeom>
              <a:avLst/>
              <a:gdLst>
                <a:gd name="textAreaLeft" fmla="*/ 0 w 11458080"/>
                <a:gd name="textAreaRight" fmla="*/ 11458440 w 11458080"/>
                <a:gd name="textAreaTop" fmla="*/ 0 h 845280"/>
                <a:gd name="textAreaBottom" fmla="*/ 845640 h 845280"/>
              </a:gdLst>
              <a:ahLst/>
              <a:cxnLst/>
              <a:rect l="textAreaLeft" t="textAreaTop" r="textAreaRight" b="textAreaBottom"/>
              <a:pathLst>
                <a:path w="15278116" h="1127376">
                  <a:moveTo>
                    <a:pt x="0" y="0"/>
                  </a:moveTo>
                  <a:lnTo>
                    <a:pt x="15278116" y="0"/>
                  </a:lnTo>
                  <a:lnTo>
                    <a:pt x="15278116" y="1127376"/>
                  </a:lnTo>
                  <a:lnTo>
                    <a:pt x="0" y="1127376"/>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05" name="Google Shape;138;p2"/>
            <p:cNvSpPr/>
            <p:nvPr/>
          </p:nvSpPr>
          <p:spPr>
            <a:xfrm>
              <a:off x="-12600" y="8255880"/>
              <a:ext cx="11458080" cy="1002240"/>
            </a:xfrm>
            <a:prstGeom prst="rect">
              <a:avLst/>
            </a:prstGeom>
            <a:noFill/>
            <a:ln w="0">
              <a:noFill/>
            </a:ln>
          </p:spPr>
          <p:style>
            <a:lnRef idx="0"/>
            <a:fillRef idx="0"/>
            <a:effectRef idx="0"/>
            <a:fontRef idx="minor"/>
          </p:style>
          <p:txBody>
            <a:bodyPr lIns="0" rIns="0" tIns="0" bIns="0" anchor="ctr">
              <a:noAutofit/>
            </a:bodyPr>
            <a:p>
              <a:pPr algn="ctr">
                <a:lnSpc>
                  <a:spcPct val="177000"/>
                </a:lnSpc>
                <a:tabLst>
                  <a:tab algn="l" pos="0"/>
                </a:tabLst>
              </a:pPr>
              <a:r>
                <a:rPr b="0" lang="en-US" sz="2800" strike="noStrike" u="none">
                  <a:solidFill>
                    <a:srgbClr val="000000"/>
                  </a:solidFill>
                  <a:effectLst/>
                  <a:uFillTx/>
                  <a:latin typeface="Arial"/>
                  <a:ea typeface="Arial"/>
                </a:rPr>
                <a:t>Herramientas populares de control de versiones</a:t>
              </a:r>
              <a:endParaRPr b="0" lang="es-GT" sz="2800" strike="noStrike" u="none">
                <a:solidFill>
                  <a:srgbClr val="000000"/>
                </a:solidFill>
                <a:effectLst/>
                <a:uFillTx/>
                <a:latin typeface="Arial"/>
              </a:endParaRPr>
            </a:p>
          </p:txBody>
        </p:sp>
      </p:grpSp>
      <p:sp>
        <p:nvSpPr>
          <p:cNvPr id="106" name="Google Shape;139;p2"/>
          <p:cNvSpPr/>
          <p:nvPr/>
        </p:nvSpPr>
        <p:spPr>
          <a:xfrm>
            <a:off x="878760" y="5623200"/>
            <a:ext cx="452880" cy="549720"/>
          </a:xfrm>
          <a:custGeom>
            <a:avLst/>
            <a:gdLst>
              <a:gd name="textAreaLeft" fmla="*/ 0 w 452880"/>
              <a:gd name="textAreaRight" fmla="*/ 453240 w 452880"/>
              <a:gd name="textAreaTop" fmla="*/ 0 h 549720"/>
              <a:gd name="textAreaBottom" fmla="*/ 550080 h 549720"/>
            </a:gdLst>
            <a:ahLst/>
            <a:cxnLst/>
            <a:rect l="textAreaLeft" t="textAreaTop" r="textAreaRight" b="textAreaBottom"/>
            <a:pathLst>
              <a:path w="604520" h="733425">
                <a:moveTo>
                  <a:pt x="0" y="0"/>
                </a:moveTo>
                <a:lnTo>
                  <a:pt x="604520" y="0"/>
                </a:lnTo>
                <a:lnTo>
                  <a:pt x="604520" y="733425"/>
                </a:lnTo>
                <a:lnTo>
                  <a:pt x="0" y="733425"/>
                </a:lnTo>
                <a:lnTo>
                  <a:pt x="0" y="0"/>
                </a:lnTo>
                <a:close/>
              </a:path>
            </a:pathLst>
          </a:custGeom>
          <a:blipFill rotWithShape="0">
            <a:blip r:embed="rId3"/>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sp>
        <p:nvSpPr>
          <p:cNvPr id="107" name="Google Shape;140;p2"/>
          <p:cNvSpPr/>
          <p:nvPr/>
        </p:nvSpPr>
        <p:spPr>
          <a:xfrm>
            <a:off x="878760" y="6604920"/>
            <a:ext cx="452880" cy="549720"/>
          </a:xfrm>
          <a:custGeom>
            <a:avLst/>
            <a:gdLst>
              <a:gd name="textAreaLeft" fmla="*/ 0 w 452880"/>
              <a:gd name="textAreaRight" fmla="*/ 453240 w 452880"/>
              <a:gd name="textAreaTop" fmla="*/ 0 h 549720"/>
              <a:gd name="textAreaBottom" fmla="*/ 550080 h 549720"/>
            </a:gdLst>
            <a:ahLst/>
            <a:cxnLst/>
            <a:rect l="textAreaLeft" t="textAreaTop" r="textAreaRight" b="textAreaBottom"/>
            <a:pathLst>
              <a:path w="604520" h="733425">
                <a:moveTo>
                  <a:pt x="0" y="0"/>
                </a:moveTo>
                <a:lnTo>
                  <a:pt x="604520" y="0"/>
                </a:lnTo>
                <a:lnTo>
                  <a:pt x="604520" y="733425"/>
                </a:lnTo>
                <a:lnTo>
                  <a:pt x="0" y="733425"/>
                </a:lnTo>
                <a:lnTo>
                  <a:pt x="0" y="0"/>
                </a:lnTo>
                <a:close/>
              </a:path>
            </a:pathLst>
          </a:custGeom>
          <a:blipFill rotWithShape="0">
            <a:blip r:embed="rId4"/>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sp>
        <p:nvSpPr>
          <p:cNvPr id="108" name="Google Shape;141;p2"/>
          <p:cNvSpPr/>
          <p:nvPr/>
        </p:nvSpPr>
        <p:spPr>
          <a:xfrm>
            <a:off x="878760" y="7604640"/>
            <a:ext cx="452880" cy="549720"/>
          </a:xfrm>
          <a:custGeom>
            <a:avLst/>
            <a:gdLst>
              <a:gd name="textAreaLeft" fmla="*/ 0 w 452880"/>
              <a:gd name="textAreaRight" fmla="*/ 453240 w 452880"/>
              <a:gd name="textAreaTop" fmla="*/ 0 h 549720"/>
              <a:gd name="textAreaBottom" fmla="*/ 550080 h 549720"/>
            </a:gdLst>
            <a:ahLst/>
            <a:cxnLst/>
            <a:rect l="textAreaLeft" t="textAreaTop" r="textAreaRight" b="textAreaBottom"/>
            <a:pathLst>
              <a:path w="604520" h="733425">
                <a:moveTo>
                  <a:pt x="0" y="0"/>
                </a:moveTo>
                <a:lnTo>
                  <a:pt x="604520" y="0"/>
                </a:lnTo>
                <a:lnTo>
                  <a:pt x="604520" y="733425"/>
                </a:lnTo>
                <a:lnTo>
                  <a:pt x="0" y="733425"/>
                </a:lnTo>
                <a:lnTo>
                  <a:pt x="0" y="0"/>
                </a:lnTo>
                <a:close/>
              </a:path>
            </a:pathLst>
          </a:custGeom>
          <a:blipFill rotWithShape="0">
            <a:blip r:embed="rId5"/>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sp>
        <p:nvSpPr>
          <p:cNvPr id="109" name="Google Shape;142;p2"/>
          <p:cNvSpPr/>
          <p:nvPr/>
        </p:nvSpPr>
        <p:spPr>
          <a:xfrm>
            <a:off x="878760" y="8605440"/>
            <a:ext cx="452880" cy="549720"/>
          </a:xfrm>
          <a:custGeom>
            <a:avLst/>
            <a:gdLst>
              <a:gd name="textAreaLeft" fmla="*/ 0 w 452880"/>
              <a:gd name="textAreaRight" fmla="*/ 453240 w 452880"/>
              <a:gd name="textAreaTop" fmla="*/ 0 h 549720"/>
              <a:gd name="textAreaBottom" fmla="*/ 550080 h 549720"/>
            </a:gdLst>
            <a:ahLst/>
            <a:cxnLst/>
            <a:rect l="textAreaLeft" t="textAreaTop" r="textAreaRight" b="textAreaBottom"/>
            <a:pathLst>
              <a:path w="604520" h="733425">
                <a:moveTo>
                  <a:pt x="0" y="0"/>
                </a:moveTo>
                <a:lnTo>
                  <a:pt x="604520" y="0"/>
                </a:lnTo>
                <a:lnTo>
                  <a:pt x="604520" y="733425"/>
                </a:lnTo>
                <a:lnTo>
                  <a:pt x="0" y="733425"/>
                </a:lnTo>
                <a:lnTo>
                  <a:pt x="0" y="0"/>
                </a:lnTo>
                <a:close/>
              </a:path>
            </a:pathLst>
          </a:custGeom>
          <a:blipFill rotWithShape="0">
            <a:blip r:embed="rId6"/>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sp>
        <p:nvSpPr>
          <p:cNvPr id="110" name="Google Shape;143;p2"/>
          <p:cNvSpPr/>
          <p:nvPr/>
        </p:nvSpPr>
        <p:spPr>
          <a:xfrm>
            <a:off x="10177200" y="4699440"/>
            <a:ext cx="4613400" cy="666000"/>
          </a:xfrm>
          <a:custGeom>
            <a:avLst/>
            <a:gdLst>
              <a:gd name="textAreaLeft" fmla="*/ 0 w 4613400"/>
              <a:gd name="textAreaRight" fmla="*/ 4613760 w 4613400"/>
              <a:gd name="textAreaTop" fmla="*/ 0 h 666000"/>
              <a:gd name="textAreaBottom" fmla="*/ 666360 h 666000"/>
            </a:gdLst>
            <a:ahLst/>
            <a:cxnLst/>
            <a:rect l="textAreaLeft" t="textAreaTop" r="textAreaRight" b="textAreaBottom"/>
            <a:pathLst>
              <a:path w="6151499" h="888492">
                <a:moveTo>
                  <a:pt x="5515102" y="0"/>
                </a:moveTo>
                <a:lnTo>
                  <a:pt x="0" y="0"/>
                </a:lnTo>
                <a:lnTo>
                  <a:pt x="0" y="888492"/>
                </a:lnTo>
                <a:lnTo>
                  <a:pt x="5515102" y="888492"/>
                </a:lnTo>
                <a:lnTo>
                  <a:pt x="6151499" y="444246"/>
                </a:lnTo>
                <a:lnTo>
                  <a:pt x="5515102" y="0"/>
                </a:lnTo>
                <a:close/>
              </a:path>
            </a:pathLst>
          </a:custGeom>
          <a:solidFill>
            <a:srgbClr val="ffffff"/>
          </a:solid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grpSp>
        <p:nvGrpSpPr>
          <p:cNvPr id="111" name="Google Shape;144;p2"/>
          <p:cNvGrpSpPr/>
          <p:nvPr/>
        </p:nvGrpSpPr>
        <p:grpSpPr>
          <a:xfrm>
            <a:off x="10879200" y="4383000"/>
            <a:ext cx="4613040" cy="1002600"/>
            <a:chOff x="10879200" y="4383000"/>
            <a:chExt cx="4613040" cy="1002600"/>
          </a:xfrm>
        </p:grpSpPr>
        <p:sp>
          <p:nvSpPr>
            <p:cNvPr id="112" name="Google Shape;145;p2"/>
            <p:cNvSpPr/>
            <p:nvPr/>
          </p:nvSpPr>
          <p:spPr>
            <a:xfrm>
              <a:off x="10879200" y="4540320"/>
              <a:ext cx="4613040" cy="845280"/>
            </a:xfrm>
            <a:custGeom>
              <a:avLst/>
              <a:gdLst>
                <a:gd name="textAreaLeft" fmla="*/ 0 w 4613040"/>
                <a:gd name="textAreaRight" fmla="*/ 4613400 w 4613040"/>
                <a:gd name="textAreaTop" fmla="*/ 0 h 845280"/>
                <a:gd name="textAreaBottom" fmla="*/ 845640 h 845280"/>
              </a:gdLst>
              <a:ahLst/>
              <a:cxnLst/>
              <a:rect l="textAreaLeft" t="textAreaTop" r="textAreaRight" b="textAreaBottom"/>
              <a:pathLst>
                <a:path w="6151038" h="1127424">
                  <a:moveTo>
                    <a:pt x="0" y="0"/>
                  </a:moveTo>
                  <a:lnTo>
                    <a:pt x="6151038" y="0"/>
                  </a:lnTo>
                  <a:lnTo>
                    <a:pt x="6151038" y="1127424"/>
                  </a:lnTo>
                  <a:lnTo>
                    <a:pt x="0" y="1127424"/>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13" name="Google Shape;146;p2"/>
            <p:cNvSpPr/>
            <p:nvPr/>
          </p:nvSpPr>
          <p:spPr>
            <a:xfrm>
              <a:off x="10879200" y="4383000"/>
              <a:ext cx="4613040" cy="1002240"/>
            </a:xfrm>
            <a:prstGeom prst="rect">
              <a:avLst/>
            </a:prstGeom>
            <a:noFill/>
            <a:ln w="0">
              <a:noFill/>
            </a:ln>
          </p:spPr>
          <p:style>
            <a:lnRef idx="0"/>
            <a:fillRef idx="0"/>
            <a:effectRef idx="0"/>
            <a:fontRef idx="minor"/>
          </p:style>
          <p:txBody>
            <a:bodyPr lIns="0" rIns="0" tIns="0" bIns="0" anchor="ctr">
              <a:noAutofit/>
            </a:bodyPr>
            <a:p>
              <a:pPr algn="ctr">
                <a:lnSpc>
                  <a:spcPct val="177000"/>
                </a:lnSpc>
                <a:tabLst>
                  <a:tab algn="l" pos="0"/>
                </a:tabLst>
              </a:pPr>
              <a:r>
                <a:rPr b="0" lang="en-US" sz="2800" strike="noStrike" u="none">
                  <a:solidFill>
                    <a:srgbClr val="000000"/>
                  </a:solidFill>
                  <a:effectLst/>
                  <a:uFillTx/>
                  <a:latin typeface="Arial"/>
                  <a:ea typeface="Arial"/>
                </a:rPr>
                <a:t>Introducción a Git</a:t>
              </a:r>
              <a:endParaRPr b="0" lang="es-GT" sz="2800" strike="noStrike" u="none">
                <a:solidFill>
                  <a:srgbClr val="000000"/>
                </a:solidFill>
                <a:effectLst/>
                <a:uFillTx/>
                <a:latin typeface="Arial"/>
              </a:endParaRPr>
            </a:p>
          </p:txBody>
        </p:sp>
      </p:grpSp>
      <p:sp>
        <p:nvSpPr>
          <p:cNvPr id="114" name="Google Shape;147;p2"/>
          <p:cNvSpPr/>
          <p:nvPr/>
        </p:nvSpPr>
        <p:spPr>
          <a:xfrm>
            <a:off x="10721880" y="4740480"/>
            <a:ext cx="452880" cy="549720"/>
          </a:xfrm>
          <a:custGeom>
            <a:avLst/>
            <a:gdLst>
              <a:gd name="textAreaLeft" fmla="*/ 0 w 452880"/>
              <a:gd name="textAreaRight" fmla="*/ 453240 w 452880"/>
              <a:gd name="textAreaTop" fmla="*/ 0 h 549720"/>
              <a:gd name="textAreaBottom" fmla="*/ 550080 h 549720"/>
            </a:gdLst>
            <a:ahLst/>
            <a:cxnLst/>
            <a:rect l="textAreaLeft" t="textAreaTop" r="textAreaRight" b="textAreaBottom"/>
            <a:pathLst>
              <a:path w="604520" h="733425">
                <a:moveTo>
                  <a:pt x="0" y="0"/>
                </a:moveTo>
                <a:lnTo>
                  <a:pt x="604520" y="0"/>
                </a:lnTo>
                <a:lnTo>
                  <a:pt x="604520" y="733425"/>
                </a:lnTo>
                <a:lnTo>
                  <a:pt x="0" y="733425"/>
                </a:lnTo>
                <a:lnTo>
                  <a:pt x="0" y="0"/>
                </a:lnTo>
                <a:close/>
              </a:path>
            </a:pathLst>
          </a:custGeom>
          <a:blipFill rotWithShape="0">
            <a:blip r:embed="rId7"/>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sp>
        <p:nvSpPr>
          <p:cNvPr id="115" name="Google Shape;148;p2"/>
          <p:cNvSpPr/>
          <p:nvPr/>
        </p:nvSpPr>
        <p:spPr>
          <a:xfrm>
            <a:off x="10019880" y="5632200"/>
            <a:ext cx="4613400" cy="666000"/>
          </a:xfrm>
          <a:custGeom>
            <a:avLst/>
            <a:gdLst>
              <a:gd name="textAreaLeft" fmla="*/ 0 w 4613400"/>
              <a:gd name="textAreaRight" fmla="*/ 4613760 w 4613400"/>
              <a:gd name="textAreaTop" fmla="*/ 0 h 666000"/>
              <a:gd name="textAreaBottom" fmla="*/ 666360 h 666000"/>
            </a:gdLst>
            <a:ahLst/>
            <a:cxnLst/>
            <a:rect l="textAreaLeft" t="textAreaTop" r="textAreaRight" b="textAreaBottom"/>
            <a:pathLst>
              <a:path w="6151499" h="888492">
                <a:moveTo>
                  <a:pt x="5515102" y="0"/>
                </a:moveTo>
                <a:lnTo>
                  <a:pt x="0" y="0"/>
                </a:lnTo>
                <a:lnTo>
                  <a:pt x="0" y="888492"/>
                </a:lnTo>
                <a:lnTo>
                  <a:pt x="5515102" y="888492"/>
                </a:lnTo>
                <a:lnTo>
                  <a:pt x="6151499" y="444246"/>
                </a:lnTo>
                <a:lnTo>
                  <a:pt x="5515102" y="0"/>
                </a:lnTo>
                <a:close/>
              </a:path>
            </a:pathLst>
          </a:custGeom>
          <a:solidFill>
            <a:srgbClr val="ffffff"/>
          </a:solid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grpSp>
        <p:nvGrpSpPr>
          <p:cNvPr id="116" name="Google Shape;149;p2"/>
          <p:cNvGrpSpPr/>
          <p:nvPr/>
        </p:nvGrpSpPr>
        <p:grpSpPr>
          <a:xfrm>
            <a:off x="10638360" y="5228640"/>
            <a:ext cx="5094720" cy="1002240"/>
            <a:chOff x="10638360" y="5228640"/>
            <a:chExt cx="5094720" cy="1002240"/>
          </a:xfrm>
        </p:grpSpPr>
        <p:sp>
          <p:nvSpPr>
            <p:cNvPr id="117" name="Google Shape;150;p2"/>
            <p:cNvSpPr/>
            <p:nvPr/>
          </p:nvSpPr>
          <p:spPr>
            <a:xfrm>
              <a:off x="10638360" y="5385600"/>
              <a:ext cx="5094720" cy="845280"/>
            </a:xfrm>
            <a:custGeom>
              <a:avLst/>
              <a:gdLst>
                <a:gd name="textAreaLeft" fmla="*/ 0 w 5094720"/>
                <a:gd name="textAreaRight" fmla="*/ 5095080 w 5094720"/>
                <a:gd name="textAreaTop" fmla="*/ 0 h 845280"/>
                <a:gd name="textAreaBottom" fmla="*/ 845640 h 845280"/>
              </a:gdLst>
              <a:ahLst/>
              <a:cxnLst/>
              <a:rect l="textAreaLeft" t="textAreaTop" r="textAreaRight" b="textAreaBottom"/>
              <a:pathLst>
                <a:path w="6793669" h="1127424">
                  <a:moveTo>
                    <a:pt x="0" y="0"/>
                  </a:moveTo>
                  <a:lnTo>
                    <a:pt x="6793669" y="0"/>
                  </a:lnTo>
                  <a:lnTo>
                    <a:pt x="6793669" y="1127424"/>
                  </a:lnTo>
                  <a:lnTo>
                    <a:pt x="0" y="1127424"/>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18" name="Google Shape;151;p2"/>
            <p:cNvSpPr/>
            <p:nvPr/>
          </p:nvSpPr>
          <p:spPr>
            <a:xfrm>
              <a:off x="10638360" y="5228640"/>
              <a:ext cx="5094720" cy="1002240"/>
            </a:xfrm>
            <a:prstGeom prst="rect">
              <a:avLst/>
            </a:prstGeom>
            <a:noFill/>
            <a:ln w="0">
              <a:noFill/>
            </a:ln>
          </p:spPr>
          <p:style>
            <a:lnRef idx="0"/>
            <a:fillRef idx="0"/>
            <a:effectRef idx="0"/>
            <a:fontRef idx="minor"/>
          </p:style>
          <p:txBody>
            <a:bodyPr lIns="0" rIns="0" tIns="0" bIns="0" anchor="ctr">
              <a:noAutofit/>
            </a:bodyPr>
            <a:p>
              <a:pPr algn="ctr">
                <a:lnSpc>
                  <a:spcPct val="177000"/>
                </a:lnSpc>
                <a:tabLst>
                  <a:tab algn="l" pos="0"/>
                </a:tabLst>
              </a:pPr>
              <a:r>
                <a:rPr b="0" lang="en-US" sz="2800" strike="noStrike" u="none">
                  <a:solidFill>
                    <a:srgbClr val="000000"/>
                  </a:solidFill>
                  <a:effectLst/>
                  <a:uFillTx/>
                  <a:latin typeface="Arial"/>
                  <a:ea typeface="Arial"/>
                </a:rPr>
                <a:t>Instalación de Git</a:t>
              </a:r>
              <a:endParaRPr b="0" lang="es-GT" sz="2800" strike="noStrike" u="none">
                <a:solidFill>
                  <a:srgbClr val="000000"/>
                </a:solidFill>
                <a:effectLst/>
                <a:uFillTx/>
                <a:latin typeface="Arial"/>
              </a:endParaRPr>
            </a:p>
          </p:txBody>
        </p:sp>
      </p:grpSp>
      <p:sp>
        <p:nvSpPr>
          <p:cNvPr id="119" name="Google Shape;152;p2"/>
          <p:cNvSpPr/>
          <p:nvPr/>
        </p:nvSpPr>
        <p:spPr>
          <a:xfrm>
            <a:off x="10721880" y="5673240"/>
            <a:ext cx="452880" cy="549720"/>
          </a:xfrm>
          <a:custGeom>
            <a:avLst/>
            <a:gdLst>
              <a:gd name="textAreaLeft" fmla="*/ 0 w 452880"/>
              <a:gd name="textAreaRight" fmla="*/ 453240 w 452880"/>
              <a:gd name="textAreaTop" fmla="*/ 0 h 549720"/>
              <a:gd name="textAreaBottom" fmla="*/ 550080 h 549720"/>
            </a:gdLst>
            <a:ahLst/>
            <a:cxnLst/>
            <a:rect l="textAreaLeft" t="textAreaTop" r="textAreaRight" b="textAreaBottom"/>
            <a:pathLst>
              <a:path w="604520" h="733425">
                <a:moveTo>
                  <a:pt x="0" y="0"/>
                </a:moveTo>
                <a:lnTo>
                  <a:pt x="604520" y="0"/>
                </a:lnTo>
                <a:lnTo>
                  <a:pt x="604520" y="733425"/>
                </a:lnTo>
                <a:lnTo>
                  <a:pt x="0" y="733425"/>
                </a:lnTo>
                <a:lnTo>
                  <a:pt x="0" y="0"/>
                </a:lnTo>
                <a:close/>
              </a:path>
            </a:pathLst>
          </a:custGeom>
          <a:blipFill rotWithShape="0">
            <a:blip r:embed="rId8"/>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grpSp>
        <p:nvGrpSpPr>
          <p:cNvPr id="120" name="Google Shape;153;p2"/>
          <p:cNvGrpSpPr/>
          <p:nvPr/>
        </p:nvGrpSpPr>
        <p:grpSpPr>
          <a:xfrm>
            <a:off x="10638360" y="6268680"/>
            <a:ext cx="5094720" cy="1002240"/>
            <a:chOff x="10638360" y="6268680"/>
            <a:chExt cx="5094720" cy="1002240"/>
          </a:xfrm>
        </p:grpSpPr>
        <p:sp>
          <p:nvSpPr>
            <p:cNvPr id="121" name="Google Shape;154;p2"/>
            <p:cNvSpPr/>
            <p:nvPr/>
          </p:nvSpPr>
          <p:spPr>
            <a:xfrm>
              <a:off x="10638360" y="6425640"/>
              <a:ext cx="5094720" cy="845280"/>
            </a:xfrm>
            <a:custGeom>
              <a:avLst/>
              <a:gdLst>
                <a:gd name="textAreaLeft" fmla="*/ 0 w 5094720"/>
                <a:gd name="textAreaRight" fmla="*/ 5095080 w 5094720"/>
                <a:gd name="textAreaTop" fmla="*/ 0 h 845280"/>
                <a:gd name="textAreaBottom" fmla="*/ 845640 h 845280"/>
              </a:gdLst>
              <a:ahLst/>
              <a:cxnLst/>
              <a:rect l="textAreaLeft" t="textAreaTop" r="textAreaRight" b="textAreaBottom"/>
              <a:pathLst>
                <a:path w="6793669" h="1127424">
                  <a:moveTo>
                    <a:pt x="0" y="0"/>
                  </a:moveTo>
                  <a:lnTo>
                    <a:pt x="6793669" y="0"/>
                  </a:lnTo>
                  <a:lnTo>
                    <a:pt x="6793669" y="1127424"/>
                  </a:lnTo>
                  <a:lnTo>
                    <a:pt x="0" y="1127424"/>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22" name="Google Shape;155;p2"/>
            <p:cNvSpPr/>
            <p:nvPr/>
          </p:nvSpPr>
          <p:spPr>
            <a:xfrm>
              <a:off x="10638360" y="6268680"/>
              <a:ext cx="5094720" cy="1002240"/>
            </a:xfrm>
            <a:prstGeom prst="rect">
              <a:avLst/>
            </a:prstGeom>
            <a:noFill/>
            <a:ln w="0">
              <a:noFill/>
            </a:ln>
          </p:spPr>
          <p:style>
            <a:lnRef idx="0"/>
            <a:fillRef idx="0"/>
            <a:effectRef idx="0"/>
            <a:fontRef idx="minor"/>
          </p:style>
          <p:txBody>
            <a:bodyPr lIns="0" rIns="0" tIns="0" bIns="0" anchor="ctr">
              <a:noAutofit/>
            </a:bodyPr>
            <a:p>
              <a:pPr algn="ctr">
                <a:lnSpc>
                  <a:spcPct val="177000"/>
                </a:lnSpc>
                <a:tabLst>
                  <a:tab algn="l" pos="0"/>
                </a:tabLst>
              </a:pPr>
              <a:r>
                <a:rPr b="0" lang="en-US" sz="2800" strike="noStrike" u="none">
                  <a:solidFill>
                    <a:srgbClr val="000000"/>
                  </a:solidFill>
                  <a:effectLst/>
                  <a:uFillTx/>
                  <a:latin typeface="Arial"/>
                  <a:ea typeface="Arial"/>
                </a:rPr>
                <a:t>Crear un repositorio</a:t>
              </a:r>
              <a:endParaRPr b="0" lang="es-GT" sz="2800" strike="noStrike" u="none">
                <a:solidFill>
                  <a:srgbClr val="000000"/>
                </a:solidFill>
                <a:effectLst/>
                <a:uFillTx/>
                <a:latin typeface="Arial"/>
              </a:endParaRPr>
            </a:p>
          </p:txBody>
        </p:sp>
      </p:grpSp>
      <p:sp>
        <p:nvSpPr>
          <p:cNvPr id="123" name="Google Shape;156;p2"/>
          <p:cNvSpPr/>
          <p:nvPr/>
        </p:nvSpPr>
        <p:spPr>
          <a:xfrm>
            <a:off x="10721880" y="6713280"/>
            <a:ext cx="452880" cy="549720"/>
          </a:xfrm>
          <a:custGeom>
            <a:avLst/>
            <a:gdLst>
              <a:gd name="textAreaLeft" fmla="*/ 0 w 452880"/>
              <a:gd name="textAreaRight" fmla="*/ 453240 w 452880"/>
              <a:gd name="textAreaTop" fmla="*/ 0 h 549720"/>
              <a:gd name="textAreaBottom" fmla="*/ 550080 h 549720"/>
            </a:gdLst>
            <a:ahLst/>
            <a:cxnLst/>
            <a:rect l="textAreaLeft" t="textAreaTop" r="textAreaRight" b="textAreaBottom"/>
            <a:pathLst>
              <a:path w="604520" h="733425">
                <a:moveTo>
                  <a:pt x="0" y="0"/>
                </a:moveTo>
                <a:lnTo>
                  <a:pt x="604520" y="0"/>
                </a:lnTo>
                <a:lnTo>
                  <a:pt x="604520" y="733425"/>
                </a:lnTo>
                <a:lnTo>
                  <a:pt x="0" y="733425"/>
                </a:lnTo>
                <a:lnTo>
                  <a:pt x="0" y="0"/>
                </a:lnTo>
                <a:close/>
              </a:path>
            </a:pathLst>
          </a:custGeom>
          <a:blipFill rotWithShape="0">
            <a:blip r:embed="rId9"/>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grpSp>
        <p:nvGrpSpPr>
          <p:cNvPr id="124" name="Google Shape;157;p2"/>
          <p:cNvGrpSpPr/>
          <p:nvPr/>
        </p:nvGrpSpPr>
        <p:grpSpPr>
          <a:xfrm>
            <a:off x="10638360" y="7133040"/>
            <a:ext cx="5094720" cy="1002600"/>
            <a:chOff x="10638360" y="7133040"/>
            <a:chExt cx="5094720" cy="1002600"/>
          </a:xfrm>
        </p:grpSpPr>
        <p:sp>
          <p:nvSpPr>
            <p:cNvPr id="125" name="Google Shape;158;p2"/>
            <p:cNvSpPr/>
            <p:nvPr/>
          </p:nvSpPr>
          <p:spPr>
            <a:xfrm>
              <a:off x="10638360" y="7290360"/>
              <a:ext cx="5094720" cy="845280"/>
            </a:xfrm>
            <a:custGeom>
              <a:avLst/>
              <a:gdLst>
                <a:gd name="textAreaLeft" fmla="*/ 0 w 5094720"/>
                <a:gd name="textAreaRight" fmla="*/ 5095080 w 5094720"/>
                <a:gd name="textAreaTop" fmla="*/ 0 h 845280"/>
                <a:gd name="textAreaBottom" fmla="*/ 845640 h 845280"/>
              </a:gdLst>
              <a:ahLst/>
              <a:cxnLst/>
              <a:rect l="textAreaLeft" t="textAreaTop" r="textAreaRight" b="textAreaBottom"/>
              <a:pathLst>
                <a:path w="6793669" h="1127424">
                  <a:moveTo>
                    <a:pt x="0" y="0"/>
                  </a:moveTo>
                  <a:lnTo>
                    <a:pt x="6793669" y="0"/>
                  </a:lnTo>
                  <a:lnTo>
                    <a:pt x="6793669" y="1127424"/>
                  </a:lnTo>
                  <a:lnTo>
                    <a:pt x="0" y="1127424"/>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26" name="Google Shape;159;p2"/>
            <p:cNvSpPr/>
            <p:nvPr/>
          </p:nvSpPr>
          <p:spPr>
            <a:xfrm>
              <a:off x="10638360" y="7133040"/>
              <a:ext cx="5094720" cy="1002240"/>
            </a:xfrm>
            <a:prstGeom prst="rect">
              <a:avLst/>
            </a:prstGeom>
            <a:noFill/>
            <a:ln w="0">
              <a:noFill/>
            </a:ln>
          </p:spPr>
          <p:style>
            <a:lnRef idx="0"/>
            <a:fillRef idx="0"/>
            <a:effectRef idx="0"/>
            <a:fontRef idx="minor"/>
          </p:style>
          <p:txBody>
            <a:bodyPr lIns="0" rIns="0" tIns="0" bIns="0" anchor="ctr">
              <a:noAutofit/>
            </a:bodyPr>
            <a:p>
              <a:pPr algn="ctr">
                <a:lnSpc>
                  <a:spcPct val="177000"/>
                </a:lnSpc>
                <a:tabLst>
                  <a:tab algn="l" pos="0"/>
                </a:tabLst>
              </a:pPr>
              <a:r>
                <a:rPr b="0" lang="en-US" sz="2800" strike="noStrike" u="none">
                  <a:solidFill>
                    <a:srgbClr val="000000"/>
                  </a:solidFill>
                  <a:effectLst/>
                  <a:uFillTx/>
                  <a:latin typeface="Arial"/>
                  <a:ea typeface="Arial"/>
                </a:rPr>
                <a:t>Realizar un commit</a:t>
              </a:r>
              <a:endParaRPr b="0" lang="es-GT" sz="2800" strike="noStrike" u="none">
                <a:solidFill>
                  <a:srgbClr val="000000"/>
                </a:solidFill>
                <a:effectLst/>
                <a:uFillTx/>
                <a:latin typeface="Arial"/>
              </a:endParaRPr>
            </a:p>
          </p:txBody>
        </p:sp>
      </p:grpSp>
      <p:sp>
        <p:nvSpPr>
          <p:cNvPr id="127" name="Google Shape;160;p2"/>
          <p:cNvSpPr/>
          <p:nvPr/>
        </p:nvSpPr>
        <p:spPr>
          <a:xfrm>
            <a:off x="10721880" y="7578000"/>
            <a:ext cx="452880" cy="549720"/>
          </a:xfrm>
          <a:custGeom>
            <a:avLst/>
            <a:gdLst>
              <a:gd name="textAreaLeft" fmla="*/ 0 w 452880"/>
              <a:gd name="textAreaRight" fmla="*/ 453240 w 452880"/>
              <a:gd name="textAreaTop" fmla="*/ 0 h 549720"/>
              <a:gd name="textAreaBottom" fmla="*/ 550080 h 549720"/>
            </a:gdLst>
            <a:ahLst/>
            <a:cxnLst/>
            <a:rect l="textAreaLeft" t="textAreaTop" r="textAreaRight" b="textAreaBottom"/>
            <a:pathLst>
              <a:path w="604520" h="733425">
                <a:moveTo>
                  <a:pt x="0" y="0"/>
                </a:moveTo>
                <a:lnTo>
                  <a:pt x="604520" y="0"/>
                </a:lnTo>
                <a:lnTo>
                  <a:pt x="604520" y="733425"/>
                </a:lnTo>
                <a:lnTo>
                  <a:pt x="0" y="733425"/>
                </a:lnTo>
                <a:lnTo>
                  <a:pt x="0" y="0"/>
                </a:lnTo>
                <a:close/>
              </a:path>
            </a:pathLst>
          </a:custGeom>
          <a:blipFill rotWithShape="0">
            <a:blip r:embed="rId10"/>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grpSp>
        <p:nvGrpSpPr>
          <p:cNvPr id="128" name="Google Shape;161;p2"/>
          <p:cNvGrpSpPr/>
          <p:nvPr/>
        </p:nvGrpSpPr>
        <p:grpSpPr>
          <a:xfrm>
            <a:off x="11445840" y="8433360"/>
            <a:ext cx="6738840" cy="1002240"/>
            <a:chOff x="11445840" y="8433360"/>
            <a:chExt cx="6738840" cy="1002240"/>
          </a:xfrm>
        </p:grpSpPr>
        <p:sp>
          <p:nvSpPr>
            <p:cNvPr id="129" name="Google Shape;162;p2"/>
            <p:cNvSpPr/>
            <p:nvPr/>
          </p:nvSpPr>
          <p:spPr>
            <a:xfrm>
              <a:off x="11445840" y="8590320"/>
              <a:ext cx="6738840" cy="845280"/>
            </a:xfrm>
            <a:custGeom>
              <a:avLst/>
              <a:gdLst>
                <a:gd name="textAreaLeft" fmla="*/ 0 w 6738840"/>
                <a:gd name="textAreaRight" fmla="*/ 6739200 w 6738840"/>
                <a:gd name="textAreaTop" fmla="*/ 0 h 845280"/>
                <a:gd name="textAreaBottom" fmla="*/ 845640 h 845280"/>
              </a:gdLst>
              <a:ahLst/>
              <a:cxnLst/>
              <a:rect l="textAreaLeft" t="textAreaTop" r="textAreaRight" b="textAreaBottom"/>
              <a:pathLst>
                <a:path w="8985538" h="1127424">
                  <a:moveTo>
                    <a:pt x="0" y="0"/>
                  </a:moveTo>
                  <a:lnTo>
                    <a:pt x="8985538" y="0"/>
                  </a:lnTo>
                  <a:lnTo>
                    <a:pt x="8985538" y="1127424"/>
                  </a:lnTo>
                  <a:lnTo>
                    <a:pt x="0" y="1127424"/>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30" name="Google Shape;163;p2"/>
            <p:cNvSpPr/>
            <p:nvPr/>
          </p:nvSpPr>
          <p:spPr>
            <a:xfrm>
              <a:off x="11445840" y="8433360"/>
              <a:ext cx="6738840" cy="1002240"/>
            </a:xfrm>
            <a:prstGeom prst="rect">
              <a:avLst/>
            </a:prstGeom>
            <a:noFill/>
            <a:ln w="0">
              <a:noFill/>
            </a:ln>
          </p:spPr>
          <p:style>
            <a:lnRef idx="0"/>
            <a:fillRef idx="0"/>
            <a:effectRef idx="0"/>
            <a:fontRef idx="minor"/>
          </p:style>
          <p:txBody>
            <a:bodyPr lIns="0" rIns="0" tIns="0" bIns="0" anchor="ctr">
              <a:noAutofit/>
            </a:bodyPr>
            <a:p>
              <a:pPr algn="ctr">
                <a:lnSpc>
                  <a:spcPct val="177000"/>
                </a:lnSpc>
                <a:tabLst>
                  <a:tab algn="l" pos="0"/>
                </a:tabLst>
              </a:pPr>
              <a:r>
                <a:rPr b="0" lang="en-US" sz="2800" strike="noStrike" u="none">
                  <a:solidFill>
                    <a:srgbClr val="000000"/>
                  </a:solidFill>
                  <a:effectLst/>
                  <a:uFillTx/>
                  <a:latin typeface="Arial"/>
                  <a:ea typeface="Arial"/>
                </a:rPr>
                <a:t>Buenas prácticas en control de versiones</a:t>
              </a:r>
              <a:endParaRPr b="0" lang="es-GT" sz="2800" strike="noStrike" u="none">
                <a:solidFill>
                  <a:srgbClr val="000000"/>
                </a:solidFill>
                <a:effectLst/>
                <a:uFillTx/>
                <a:latin typeface="Arial"/>
              </a:endParaRPr>
            </a:p>
          </p:txBody>
        </p:sp>
      </p:grpSp>
      <p:sp>
        <p:nvSpPr>
          <p:cNvPr id="131" name="Google Shape;164;p2"/>
          <p:cNvSpPr/>
          <p:nvPr/>
        </p:nvSpPr>
        <p:spPr>
          <a:xfrm>
            <a:off x="10721880" y="8728200"/>
            <a:ext cx="452880" cy="549720"/>
          </a:xfrm>
          <a:custGeom>
            <a:avLst/>
            <a:gdLst>
              <a:gd name="textAreaLeft" fmla="*/ 0 w 452880"/>
              <a:gd name="textAreaRight" fmla="*/ 453240 w 452880"/>
              <a:gd name="textAreaTop" fmla="*/ 0 h 549720"/>
              <a:gd name="textAreaBottom" fmla="*/ 550080 h 549720"/>
            </a:gdLst>
            <a:ahLst/>
            <a:cxnLst/>
            <a:rect l="textAreaLeft" t="textAreaTop" r="textAreaRight" b="textAreaBottom"/>
            <a:pathLst>
              <a:path w="604520" h="733425">
                <a:moveTo>
                  <a:pt x="0" y="0"/>
                </a:moveTo>
                <a:lnTo>
                  <a:pt x="604520" y="0"/>
                </a:lnTo>
                <a:lnTo>
                  <a:pt x="604520" y="733425"/>
                </a:lnTo>
                <a:lnTo>
                  <a:pt x="0" y="733425"/>
                </a:lnTo>
                <a:lnTo>
                  <a:pt x="0" y="0"/>
                </a:lnTo>
                <a:close/>
              </a:path>
            </a:pathLst>
          </a:custGeom>
          <a:blipFill rotWithShape="0">
            <a:blip r:embed="rId11"/>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32" name="Google Shape;173;p3"/>
          <p:cNvGrpSpPr/>
          <p:nvPr/>
        </p:nvGrpSpPr>
        <p:grpSpPr>
          <a:xfrm>
            <a:off x="1406880" y="593280"/>
            <a:ext cx="13990680" cy="1256040"/>
            <a:chOff x="1406880" y="593280"/>
            <a:chExt cx="13990680" cy="1256040"/>
          </a:xfrm>
        </p:grpSpPr>
        <p:sp>
          <p:nvSpPr>
            <p:cNvPr id="133" name="Google Shape;174;p3"/>
            <p:cNvSpPr/>
            <p:nvPr/>
          </p:nvSpPr>
          <p:spPr>
            <a:xfrm>
              <a:off x="1406880" y="750600"/>
              <a:ext cx="13990680" cy="1098720"/>
            </a:xfrm>
            <a:custGeom>
              <a:avLst/>
              <a:gdLst>
                <a:gd name="textAreaLeft" fmla="*/ 0 w 13990680"/>
                <a:gd name="textAreaRight" fmla="*/ 13991040 w 13990680"/>
                <a:gd name="textAreaTop" fmla="*/ 0 h 1098720"/>
                <a:gd name="textAreaBottom" fmla="*/ 1099080 h 1098720"/>
              </a:gdLst>
              <a:ahLst/>
              <a:cxnLst/>
              <a:rect l="textAreaLeft" t="textAreaTop" r="textAreaRight" b="textAreaBottom"/>
              <a:pathLst>
                <a:path w="18654801" h="1465312">
                  <a:moveTo>
                    <a:pt x="0" y="0"/>
                  </a:moveTo>
                  <a:lnTo>
                    <a:pt x="18654801" y="0"/>
                  </a:lnTo>
                  <a:lnTo>
                    <a:pt x="186548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34" name="Google Shape;175;p3"/>
            <p:cNvSpPr/>
            <p:nvPr/>
          </p:nvSpPr>
          <p:spPr>
            <a:xfrm>
              <a:off x="1406880" y="593280"/>
              <a:ext cx="13990680" cy="1255680"/>
            </a:xfrm>
            <a:prstGeom prst="rect">
              <a:avLst/>
            </a:prstGeom>
            <a:noFill/>
            <a:ln w="0">
              <a:noFill/>
            </a:ln>
          </p:spPr>
          <p:style>
            <a:lnRef idx="0"/>
            <a:fillRef idx="0"/>
            <a:effectRef idx="0"/>
            <a:fontRef idx="minor"/>
          </p:style>
          <p:txBody>
            <a:bodyPr lIns="0" rIns="0" tIns="0" bIns="0" anchor="t">
              <a:noAutofit/>
            </a:bodyPr>
            <a:p>
              <a:pPr algn="just">
                <a:lnSpc>
                  <a:spcPct val="135000"/>
                </a:lnSpc>
                <a:tabLst>
                  <a:tab algn="l" pos="0"/>
                </a:tabLst>
              </a:pPr>
              <a:r>
                <a:rPr b="0" lang="en-US" sz="6100" strike="noStrike" u="none">
                  <a:solidFill>
                    <a:srgbClr val="131416"/>
                  </a:solidFill>
                  <a:effectLst/>
                  <a:uFillTx/>
                  <a:latin typeface="Impact"/>
                  <a:ea typeface="Impact"/>
                </a:rPr>
                <a:t>Competencias y Habilidades</a:t>
              </a:r>
              <a:endParaRPr b="0" lang="es-GT" sz="6100" strike="noStrike" u="none">
                <a:solidFill>
                  <a:srgbClr val="000000"/>
                </a:solidFill>
                <a:effectLst/>
                <a:uFillTx/>
                <a:latin typeface="Arial"/>
              </a:endParaRPr>
            </a:p>
          </p:txBody>
        </p:sp>
      </p:grpSp>
      <p:grpSp>
        <p:nvGrpSpPr>
          <p:cNvPr id="135" name="Google Shape;176;p3"/>
          <p:cNvGrpSpPr/>
          <p:nvPr/>
        </p:nvGrpSpPr>
        <p:grpSpPr>
          <a:xfrm>
            <a:off x="2202120" y="3187440"/>
            <a:ext cx="14915880" cy="5442120"/>
            <a:chOff x="2202120" y="3187440"/>
            <a:chExt cx="14915880" cy="5442120"/>
          </a:xfrm>
        </p:grpSpPr>
        <p:sp>
          <p:nvSpPr>
            <p:cNvPr id="136" name="Google Shape;177;p3"/>
            <p:cNvSpPr/>
            <p:nvPr/>
          </p:nvSpPr>
          <p:spPr>
            <a:xfrm>
              <a:off x="2202120" y="3287520"/>
              <a:ext cx="14491440" cy="4340520"/>
            </a:xfrm>
            <a:custGeom>
              <a:avLst/>
              <a:gdLst>
                <a:gd name="textAreaLeft" fmla="*/ 0 w 14491440"/>
                <a:gd name="textAreaRight" fmla="*/ 14491800 w 14491440"/>
                <a:gd name="textAreaTop" fmla="*/ 0 h 4340520"/>
                <a:gd name="textAreaBottom" fmla="*/ 4340880 h 4340520"/>
              </a:gdLst>
              <a:ahLst/>
              <a:cxnLst/>
              <a:rect l="textAreaLeft" t="textAreaTop" r="textAreaRight" b="textAreaBottom"/>
              <a:pathLst>
                <a:path w="19322400" h="5788000">
                  <a:moveTo>
                    <a:pt x="0" y="0"/>
                  </a:moveTo>
                  <a:lnTo>
                    <a:pt x="19322400" y="0"/>
                  </a:lnTo>
                  <a:lnTo>
                    <a:pt x="19322400" y="5788000"/>
                  </a:lnTo>
                  <a:lnTo>
                    <a:pt x="0" y="5788000"/>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37" name="Google Shape;178;p3"/>
            <p:cNvSpPr/>
            <p:nvPr/>
          </p:nvSpPr>
          <p:spPr>
            <a:xfrm>
              <a:off x="2202120" y="3187440"/>
              <a:ext cx="14915880" cy="5442120"/>
            </a:xfrm>
            <a:prstGeom prst="rect">
              <a:avLst/>
            </a:prstGeom>
            <a:noFill/>
            <a:ln w="0">
              <a:noFill/>
            </a:ln>
          </p:spPr>
          <p:style>
            <a:lnRef idx="0"/>
            <a:fillRef idx="0"/>
            <a:effectRef idx="0"/>
            <a:fontRef idx="minor"/>
          </p:style>
          <p:txBody>
            <a:bodyPr lIns="0" rIns="0" tIns="0" bIns="0" anchor="t">
              <a:noAutofit/>
            </a:bodyPr>
            <a:p>
              <a:pPr>
                <a:lnSpc>
                  <a:spcPct val="115000"/>
                </a:lnSpc>
                <a:spcBef>
                  <a:spcPts val="1199"/>
                </a:spcBef>
                <a:tabLst>
                  <a:tab algn="l" pos="0"/>
                </a:tabLst>
              </a:pPr>
              <a:r>
                <a:rPr b="0" lang="en-US" sz="2900" strike="noStrike" u="none">
                  <a:solidFill>
                    <a:schemeClr val="dk1"/>
                  </a:solidFill>
                  <a:effectLst/>
                  <a:uFillTx/>
                  <a:latin typeface="Open Sans"/>
                  <a:ea typeface="Open Sans"/>
                </a:rPr>
                <a:t>Al finalizar esta unidad, el estudiante será capaz de:</a:t>
              </a:r>
              <a:endParaRPr b="0" lang="es-GT" sz="2900" strike="noStrike" u="none">
                <a:solidFill>
                  <a:srgbClr val="000000"/>
                </a:solidFill>
                <a:effectLst/>
                <a:uFillTx/>
                <a:latin typeface="Arial"/>
              </a:endParaRPr>
            </a:p>
            <a:p>
              <a:pPr marL="457200" indent="-412920">
                <a:lnSpc>
                  <a:spcPct val="115000"/>
                </a:lnSpc>
                <a:spcBef>
                  <a:spcPts val="1199"/>
                </a:spcBef>
                <a:buClr>
                  <a:srgbClr val="000000"/>
                </a:buClr>
                <a:buFont typeface="Arial"/>
                <a:buChar char="●"/>
                <a:tabLst>
                  <a:tab algn="l" pos="0"/>
                </a:tabLst>
              </a:pPr>
              <a:r>
                <a:rPr b="1" lang="en-US" sz="2900" strike="noStrike" u="none">
                  <a:solidFill>
                    <a:schemeClr val="dk1"/>
                  </a:solidFill>
                  <a:effectLst/>
                  <a:uFillTx/>
                  <a:latin typeface="Open Sans"/>
                  <a:ea typeface="Open Sans"/>
                </a:rPr>
                <a:t>Comprender</a:t>
              </a:r>
              <a:r>
                <a:rPr b="0" lang="en-US" sz="2900" strike="noStrike" u="none">
                  <a:solidFill>
                    <a:schemeClr val="dk1"/>
                  </a:solidFill>
                  <a:effectLst/>
                  <a:uFillTx/>
                  <a:latin typeface="Open Sans"/>
                  <a:ea typeface="Open Sans"/>
                </a:rPr>
                <a:t> la importancia del control de versiones para la integridad y trazabilidad de los proyectos de software.</a:t>
              </a:r>
              <a:endParaRPr b="0" lang="es-GT" sz="2900" strike="noStrike" u="none">
                <a:solidFill>
                  <a:srgbClr val="000000"/>
                </a:solidFill>
                <a:effectLst/>
                <a:uFillTx/>
                <a:latin typeface="Arial"/>
              </a:endParaRPr>
            </a:p>
            <a:p>
              <a:pPr marL="457200" indent="-412920">
                <a:lnSpc>
                  <a:spcPct val="115000"/>
                </a:lnSpc>
                <a:buClr>
                  <a:srgbClr val="000000"/>
                </a:buClr>
                <a:buFont typeface="Arial"/>
                <a:buChar char="●"/>
                <a:tabLst>
                  <a:tab algn="l" pos="0"/>
                </a:tabLst>
              </a:pPr>
              <a:r>
                <a:rPr b="1" lang="en-US" sz="2900" strike="noStrike" u="none">
                  <a:solidFill>
                    <a:schemeClr val="dk1"/>
                  </a:solidFill>
                  <a:effectLst/>
                  <a:uFillTx/>
                  <a:latin typeface="Open Sans"/>
                  <a:ea typeface="Open Sans"/>
                </a:rPr>
                <a:t>Aplicar</a:t>
              </a:r>
              <a:r>
                <a:rPr b="0" lang="en-US" sz="2900" strike="noStrike" u="none">
                  <a:solidFill>
                    <a:schemeClr val="dk1"/>
                  </a:solidFill>
                  <a:effectLst/>
                  <a:uFillTx/>
                  <a:latin typeface="Open Sans"/>
                  <a:ea typeface="Open Sans"/>
                </a:rPr>
                <a:t> el flujo de trabajo básico en Git: inicializar repositorios, preparar archivos y confirmar cambios (commits).</a:t>
              </a:r>
              <a:endParaRPr b="0" lang="es-GT" sz="2900" strike="noStrike" u="none">
                <a:solidFill>
                  <a:srgbClr val="000000"/>
                </a:solidFill>
                <a:effectLst/>
                <a:uFillTx/>
                <a:latin typeface="Arial"/>
              </a:endParaRPr>
            </a:p>
            <a:p>
              <a:pPr marL="457200" indent="-412920">
                <a:lnSpc>
                  <a:spcPct val="115000"/>
                </a:lnSpc>
                <a:buClr>
                  <a:srgbClr val="000000"/>
                </a:buClr>
                <a:buFont typeface="Arial"/>
                <a:buChar char="●"/>
                <a:tabLst>
                  <a:tab algn="l" pos="0"/>
                </a:tabLst>
              </a:pPr>
              <a:r>
                <a:rPr b="1" lang="en-US" sz="2900" strike="noStrike" u="none">
                  <a:solidFill>
                    <a:schemeClr val="dk1"/>
                  </a:solidFill>
                  <a:effectLst/>
                  <a:uFillTx/>
                  <a:latin typeface="Open Sans"/>
                  <a:ea typeface="Open Sans"/>
                </a:rPr>
                <a:t>Gestionar</a:t>
              </a:r>
              <a:r>
                <a:rPr b="0" lang="en-US" sz="2900" strike="noStrike" u="none">
                  <a:solidFill>
                    <a:schemeClr val="dk1"/>
                  </a:solidFill>
                  <a:effectLst/>
                  <a:uFillTx/>
                  <a:latin typeface="Open Sans"/>
                  <a:ea typeface="Open Sans"/>
                </a:rPr>
                <a:t> ramas (branches) para desarrollar nuevas funcionalidades de manera aislada y segura.</a:t>
              </a:r>
              <a:endParaRPr b="0" lang="es-GT" sz="2900" strike="noStrike" u="none">
                <a:solidFill>
                  <a:srgbClr val="000000"/>
                </a:solidFill>
                <a:effectLst/>
                <a:uFillTx/>
                <a:latin typeface="Arial"/>
              </a:endParaRPr>
            </a:p>
            <a:p>
              <a:pPr marL="457200" indent="-412920">
                <a:lnSpc>
                  <a:spcPct val="115000"/>
                </a:lnSpc>
                <a:buClr>
                  <a:srgbClr val="000000"/>
                </a:buClr>
                <a:buFont typeface="Arial"/>
                <a:buChar char="●"/>
                <a:tabLst>
                  <a:tab algn="l" pos="0"/>
                </a:tabLst>
              </a:pPr>
              <a:r>
                <a:rPr b="1" lang="en-US" sz="2900" strike="noStrike" u="none">
                  <a:solidFill>
                    <a:schemeClr val="dk1"/>
                  </a:solidFill>
                  <a:effectLst/>
                  <a:uFillTx/>
                  <a:latin typeface="Open Sans"/>
                  <a:ea typeface="Open Sans"/>
                </a:rPr>
                <a:t>Resolver</a:t>
              </a:r>
              <a:r>
                <a:rPr b="0" lang="en-US" sz="2900" strike="noStrike" u="none">
                  <a:solidFill>
                    <a:schemeClr val="dk1"/>
                  </a:solidFill>
                  <a:effectLst/>
                  <a:uFillTx/>
                  <a:latin typeface="Open Sans"/>
                  <a:ea typeface="Open Sans"/>
                </a:rPr>
                <a:t> conflictos de fusión básicos durante la integración de código.</a:t>
              </a:r>
              <a:endParaRPr b="0" lang="es-GT" sz="2900" strike="noStrike" u="none">
                <a:solidFill>
                  <a:srgbClr val="000000"/>
                </a:solidFill>
                <a:effectLst/>
                <a:uFillTx/>
                <a:latin typeface="Arial"/>
              </a:endParaRPr>
            </a:p>
            <a:p>
              <a:pPr marL="457200" indent="-412920">
                <a:lnSpc>
                  <a:spcPct val="115000"/>
                </a:lnSpc>
                <a:buClr>
                  <a:srgbClr val="000000"/>
                </a:buClr>
                <a:buFont typeface="Arial"/>
                <a:buChar char="●"/>
                <a:tabLst>
                  <a:tab algn="l" pos="0"/>
                </a:tabLst>
              </a:pPr>
              <a:r>
                <a:rPr b="1" lang="en-US" sz="2900" strike="noStrike" u="none">
                  <a:solidFill>
                    <a:schemeClr val="dk1"/>
                  </a:solidFill>
                  <a:effectLst/>
                  <a:uFillTx/>
                  <a:latin typeface="Open Sans"/>
                  <a:ea typeface="Open Sans"/>
                </a:rPr>
                <a:t>Utilizar</a:t>
              </a:r>
              <a:r>
                <a:rPr b="0" lang="en-US" sz="2900" strike="noStrike" u="none">
                  <a:solidFill>
                    <a:schemeClr val="dk1"/>
                  </a:solidFill>
                  <a:effectLst/>
                  <a:uFillTx/>
                  <a:latin typeface="Open Sans"/>
                  <a:ea typeface="Open Sans"/>
                </a:rPr>
                <a:t> plataformas remotas como GitHub para el alojamiento y colaboración en la nube.</a:t>
              </a:r>
              <a:endParaRPr b="0" lang="es-GT" sz="2900" strike="noStrike" u="none">
                <a:solidFill>
                  <a:srgbClr val="000000"/>
                </a:solidFill>
                <a:effectLst/>
                <a:uFillTx/>
                <a:latin typeface="Arial"/>
              </a:endParaRPr>
            </a:p>
            <a:p>
              <a:pPr>
                <a:lnSpc>
                  <a:spcPct val="168000"/>
                </a:lnSpc>
                <a:spcBef>
                  <a:spcPts val="1199"/>
                </a:spcBef>
                <a:tabLst>
                  <a:tab algn="l" pos="0"/>
                </a:tabLst>
              </a:pPr>
              <a:endParaRPr b="0" lang="es-GT" sz="30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38" name="Google Shape;187;g3b056312c4a_0_19"/>
          <p:cNvGrpSpPr/>
          <p:nvPr/>
        </p:nvGrpSpPr>
        <p:grpSpPr>
          <a:xfrm>
            <a:off x="1374840" y="497160"/>
            <a:ext cx="15288480" cy="1256040"/>
            <a:chOff x="1374840" y="497160"/>
            <a:chExt cx="15288480" cy="1256040"/>
          </a:xfrm>
        </p:grpSpPr>
        <p:sp>
          <p:nvSpPr>
            <p:cNvPr id="139" name="Google Shape;188;g3b056312c4a_0_19"/>
            <p:cNvSpPr/>
            <p:nvPr/>
          </p:nvSpPr>
          <p:spPr>
            <a:xfrm>
              <a:off x="1374840" y="65448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40" name="Google Shape;189;g3b056312c4a_0_19"/>
            <p:cNvSpPr/>
            <p:nvPr/>
          </p:nvSpPr>
          <p:spPr>
            <a:xfrm>
              <a:off x="1374840" y="497160"/>
              <a:ext cx="15288480" cy="1255680"/>
            </a:xfrm>
            <a:prstGeom prst="rect">
              <a:avLst/>
            </a:prstGeom>
            <a:noFill/>
            <a:ln w="0">
              <a:noFill/>
            </a:ln>
          </p:spPr>
          <p:style>
            <a:lnRef idx="0"/>
            <a:fillRef idx="0"/>
            <a:effectRef idx="0"/>
            <a:fontRef idx="minor"/>
          </p:style>
          <p:txBody>
            <a:bodyPr lIns="0" rIns="0" tIns="0" bIns="0" anchor="t">
              <a:noAutofit/>
            </a:bodyPr>
            <a:p>
              <a:pPr algn="ctr">
                <a:lnSpc>
                  <a:spcPct val="135000"/>
                </a:lnSpc>
                <a:tabLst>
                  <a:tab algn="l" pos="0"/>
                </a:tabLst>
              </a:pPr>
              <a:r>
                <a:rPr b="0" lang="en-US" sz="6100" strike="noStrike" u="none">
                  <a:solidFill>
                    <a:srgbClr val="131416"/>
                  </a:solidFill>
                  <a:effectLst/>
                  <a:uFillTx/>
                  <a:latin typeface="Impact"/>
                  <a:ea typeface="Impact"/>
                </a:rPr>
                <a:t> Valores y Actitudes</a:t>
              </a:r>
              <a:endParaRPr b="0" lang="es-GT" sz="6100" strike="noStrike" u="none">
                <a:solidFill>
                  <a:srgbClr val="000000"/>
                </a:solidFill>
                <a:effectLst/>
                <a:uFillTx/>
                <a:latin typeface="Arial"/>
              </a:endParaRPr>
            </a:p>
          </p:txBody>
        </p:sp>
      </p:grpSp>
      <p:grpSp>
        <p:nvGrpSpPr>
          <p:cNvPr id="141" name="Google Shape;190;g3b056312c4a_0_19"/>
          <p:cNvGrpSpPr/>
          <p:nvPr/>
        </p:nvGrpSpPr>
        <p:grpSpPr>
          <a:xfrm>
            <a:off x="1374840" y="2398680"/>
            <a:ext cx="15864120" cy="4799520"/>
            <a:chOff x="1374840" y="2398680"/>
            <a:chExt cx="15864120" cy="4799520"/>
          </a:xfrm>
        </p:grpSpPr>
        <p:sp>
          <p:nvSpPr>
            <p:cNvPr id="142" name="Google Shape;191;g3b056312c4a_0_19"/>
            <p:cNvSpPr/>
            <p:nvPr/>
          </p:nvSpPr>
          <p:spPr>
            <a:xfrm>
              <a:off x="1374840" y="2634480"/>
              <a:ext cx="15864120" cy="4563720"/>
            </a:xfrm>
            <a:custGeom>
              <a:avLst/>
              <a:gdLst>
                <a:gd name="textAreaLeft" fmla="*/ 0 w 15864120"/>
                <a:gd name="textAreaRight" fmla="*/ 15864480 w 15864120"/>
                <a:gd name="textAreaTop" fmla="*/ 0 h 4563720"/>
                <a:gd name="textAreaBottom" fmla="*/ 4564080 h 4563720"/>
              </a:gdLst>
              <a:ahLst/>
              <a:cxnLst/>
              <a:rect l="textAreaLeft" t="textAreaTop" r="textAreaRight" b="textAreaBottom"/>
              <a:pathLst>
                <a:path w="21152800" h="6085264">
                  <a:moveTo>
                    <a:pt x="0" y="0"/>
                  </a:moveTo>
                  <a:lnTo>
                    <a:pt x="21152800" y="0"/>
                  </a:lnTo>
                  <a:lnTo>
                    <a:pt x="21152800" y="6085264"/>
                  </a:lnTo>
                  <a:lnTo>
                    <a:pt x="0" y="6085264"/>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43" name="Google Shape;192;g3b056312c4a_0_19"/>
            <p:cNvSpPr/>
            <p:nvPr/>
          </p:nvSpPr>
          <p:spPr>
            <a:xfrm>
              <a:off x="1374840" y="2398680"/>
              <a:ext cx="15864120" cy="4799520"/>
            </a:xfrm>
            <a:prstGeom prst="rect">
              <a:avLst/>
            </a:prstGeom>
            <a:noFill/>
            <a:ln w="0">
              <a:noFill/>
            </a:ln>
          </p:spPr>
          <p:style>
            <a:lnRef idx="0"/>
            <a:fillRef idx="0"/>
            <a:effectRef idx="0"/>
            <a:fontRef idx="minor"/>
          </p:style>
          <p:txBody>
            <a:bodyPr lIns="0" rIns="0" tIns="0" bIns="0" anchor="t">
              <a:noAutofit/>
            </a:bodyPr>
            <a:p>
              <a:pPr lvl="1" marL="914400" indent="-515880">
                <a:lnSpc>
                  <a:spcPct val="100000"/>
                </a:lnSpc>
                <a:buClr>
                  <a:srgbClr val="131416"/>
                </a:buClr>
                <a:buFont typeface="Arial"/>
                <a:buChar char="•"/>
              </a:pPr>
              <a:r>
                <a:rPr b="1" lang="en-US" sz="2600" strike="noStrike" u="none">
                  <a:solidFill>
                    <a:schemeClr val="dk1"/>
                  </a:solidFill>
                  <a:effectLst/>
                  <a:uFillTx/>
                  <a:latin typeface="Open Sans"/>
                  <a:ea typeface="Open Sans"/>
                </a:rPr>
                <a:t>Orden y Disciplina:</a:t>
              </a:r>
              <a:r>
                <a:rPr b="0" lang="en-US" sz="2600" strike="noStrike" u="none">
                  <a:solidFill>
                    <a:schemeClr val="dk1"/>
                  </a:solidFill>
                  <a:effectLst/>
                  <a:uFillTx/>
                  <a:latin typeface="Open Sans"/>
                  <a:ea typeface="Open Sans"/>
                </a:rPr>
                <a:t> Mantener un historial de cambios limpio, frecuente y con mensajes descriptivos para facilitar el seguimiento.</a:t>
              </a:r>
              <a:endParaRPr b="0" lang="es-GT" sz="2600" strike="noStrike" u="none">
                <a:solidFill>
                  <a:srgbClr val="000000"/>
                </a:solidFill>
                <a:effectLst/>
                <a:uFillTx/>
                <a:latin typeface="Arial"/>
              </a:endParaRPr>
            </a:p>
            <a:p>
              <a:pPr lvl="1" marL="914400" indent="-515880">
                <a:lnSpc>
                  <a:spcPct val="100000"/>
                </a:lnSpc>
                <a:buClr>
                  <a:srgbClr val="131416"/>
                </a:buClr>
                <a:buFont typeface="Arial"/>
                <a:buChar char="•"/>
              </a:pPr>
              <a:r>
                <a:rPr b="1" lang="en-US" sz="2600" strike="noStrike" u="none">
                  <a:solidFill>
                    <a:schemeClr val="dk1"/>
                  </a:solidFill>
                  <a:effectLst/>
                  <a:uFillTx/>
                  <a:latin typeface="Open Sans"/>
                  <a:ea typeface="Open Sans"/>
                </a:rPr>
                <a:t>Colaboración Respetuosa:</a:t>
              </a:r>
              <a:r>
                <a:rPr b="0" lang="en-US" sz="2600" strike="noStrike" u="none">
                  <a:solidFill>
                    <a:schemeClr val="dk1"/>
                  </a:solidFill>
                  <a:effectLst/>
                  <a:uFillTx/>
                  <a:latin typeface="Open Sans"/>
                  <a:ea typeface="Open Sans"/>
                </a:rPr>
                <a:t> Trabajar en equipo evitando sobrescribir el trabajo ajeno mediante el uso correcto de ramas y comunicación.</a:t>
              </a:r>
              <a:endParaRPr b="0" lang="es-GT" sz="2600" strike="noStrike" u="none">
                <a:solidFill>
                  <a:srgbClr val="000000"/>
                </a:solidFill>
                <a:effectLst/>
                <a:uFillTx/>
                <a:latin typeface="Arial"/>
              </a:endParaRPr>
            </a:p>
            <a:p>
              <a:pPr lvl="1" marL="914400" indent="-515880">
                <a:lnSpc>
                  <a:spcPct val="100000"/>
                </a:lnSpc>
                <a:buClr>
                  <a:srgbClr val="131416"/>
                </a:buClr>
                <a:buFont typeface="Arial"/>
                <a:buChar char="•"/>
              </a:pPr>
              <a:r>
                <a:rPr b="1" lang="en-US" sz="2600" strike="noStrike" u="none">
                  <a:solidFill>
                    <a:schemeClr val="dk1"/>
                  </a:solidFill>
                  <a:effectLst/>
                  <a:uFillTx/>
                  <a:latin typeface="Open Sans"/>
                  <a:ea typeface="Open Sans"/>
                </a:rPr>
                <a:t>Responsabilidad:</a:t>
              </a:r>
              <a:r>
                <a:rPr b="0" lang="en-US" sz="2600" strike="noStrike" u="none">
                  <a:solidFill>
                    <a:schemeClr val="dk1"/>
                  </a:solidFill>
                  <a:effectLst/>
                  <a:uFillTx/>
                  <a:latin typeface="Open Sans"/>
                  <a:ea typeface="Open Sans"/>
                </a:rPr>
                <a:t> Asegurar que el código funciona correctamente antes de fusionarlo a la rama principal o compartirlo en el repositorio remoto.</a:t>
              </a:r>
              <a:endParaRPr b="0" lang="es-GT" sz="2600" strike="noStrike" u="none">
                <a:solidFill>
                  <a:srgbClr val="000000"/>
                </a:solidFill>
                <a:effectLst/>
                <a:uFillTx/>
                <a:latin typeface="Arial"/>
              </a:endParaRPr>
            </a:p>
            <a:p>
              <a:pPr>
                <a:lnSpc>
                  <a:spcPct val="207000"/>
                </a:lnSpc>
                <a:tabLst>
                  <a:tab algn="l" pos="0"/>
                </a:tabLst>
              </a:pPr>
              <a:endParaRPr b="0" lang="es-GT" sz="3020" strike="noStrike" u="none">
                <a:solidFill>
                  <a:srgbClr val="000000"/>
                </a:solidFill>
                <a:effectLst/>
                <a:uFillTx/>
                <a:latin typeface="Arial"/>
              </a:endParaRPr>
            </a:p>
            <a:p>
              <a:pPr marL="401400">
                <a:lnSpc>
                  <a:spcPct val="207000"/>
                </a:lnSpc>
                <a:tabLst>
                  <a:tab algn="l" pos="0"/>
                </a:tabLst>
              </a:pPr>
              <a:endParaRPr b="0" lang="es-GT" sz="302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44" name="Google Shape;201;g3b056312c4a_0_0"/>
          <p:cNvGrpSpPr/>
          <p:nvPr/>
        </p:nvGrpSpPr>
        <p:grpSpPr>
          <a:xfrm>
            <a:off x="1406880" y="593280"/>
            <a:ext cx="13990680" cy="1256040"/>
            <a:chOff x="1406880" y="593280"/>
            <a:chExt cx="13990680" cy="1256040"/>
          </a:xfrm>
        </p:grpSpPr>
        <p:sp>
          <p:nvSpPr>
            <p:cNvPr id="145" name="Google Shape;202;g3b056312c4a_0_0"/>
            <p:cNvSpPr/>
            <p:nvPr/>
          </p:nvSpPr>
          <p:spPr>
            <a:xfrm>
              <a:off x="1406880" y="750600"/>
              <a:ext cx="13990680" cy="1098720"/>
            </a:xfrm>
            <a:custGeom>
              <a:avLst/>
              <a:gdLst>
                <a:gd name="textAreaLeft" fmla="*/ 0 w 13990680"/>
                <a:gd name="textAreaRight" fmla="*/ 13991040 w 13990680"/>
                <a:gd name="textAreaTop" fmla="*/ 0 h 1098720"/>
                <a:gd name="textAreaBottom" fmla="*/ 1099080 h 1098720"/>
              </a:gdLst>
              <a:ahLst/>
              <a:cxnLst/>
              <a:rect l="textAreaLeft" t="textAreaTop" r="textAreaRight" b="textAreaBottom"/>
              <a:pathLst>
                <a:path w="18654801" h="1465312">
                  <a:moveTo>
                    <a:pt x="0" y="0"/>
                  </a:moveTo>
                  <a:lnTo>
                    <a:pt x="18654801" y="0"/>
                  </a:lnTo>
                  <a:lnTo>
                    <a:pt x="186548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46" name="Google Shape;203;g3b056312c4a_0_0"/>
            <p:cNvSpPr/>
            <p:nvPr/>
          </p:nvSpPr>
          <p:spPr>
            <a:xfrm>
              <a:off x="1406880" y="593280"/>
              <a:ext cx="13990680" cy="1255680"/>
            </a:xfrm>
            <a:prstGeom prst="rect">
              <a:avLst/>
            </a:prstGeom>
            <a:noFill/>
            <a:ln w="0">
              <a:noFill/>
            </a:ln>
          </p:spPr>
          <p:style>
            <a:lnRef idx="0"/>
            <a:fillRef idx="0"/>
            <a:effectRef idx="0"/>
            <a:fontRef idx="minor"/>
          </p:style>
          <p:txBody>
            <a:bodyPr lIns="0" rIns="0" tIns="0" bIns="0" anchor="t">
              <a:noAutofit/>
            </a:bodyPr>
            <a:p>
              <a:pPr algn="just">
                <a:lnSpc>
                  <a:spcPct val="135000"/>
                </a:lnSpc>
                <a:tabLst>
                  <a:tab algn="l" pos="0"/>
                </a:tabLst>
              </a:pPr>
              <a:r>
                <a:rPr b="0" lang="en-US" sz="6100" strike="noStrike" u="none">
                  <a:solidFill>
                    <a:srgbClr val="131416"/>
                  </a:solidFill>
                  <a:effectLst/>
                  <a:uFillTx/>
                  <a:latin typeface="Impact"/>
                  <a:ea typeface="Impact"/>
                </a:rPr>
                <a:t>¿Qué es el control de versiones?</a:t>
              </a:r>
              <a:endParaRPr b="0" lang="es-GT" sz="6100" strike="noStrike" u="none">
                <a:solidFill>
                  <a:srgbClr val="000000"/>
                </a:solidFill>
                <a:effectLst/>
                <a:uFillTx/>
                <a:latin typeface="Arial"/>
              </a:endParaRPr>
            </a:p>
          </p:txBody>
        </p:sp>
      </p:grpSp>
      <p:grpSp>
        <p:nvGrpSpPr>
          <p:cNvPr id="147" name="Google Shape;204;g3b056312c4a_0_0"/>
          <p:cNvGrpSpPr/>
          <p:nvPr/>
        </p:nvGrpSpPr>
        <p:grpSpPr>
          <a:xfrm>
            <a:off x="2202120" y="3187440"/>
            <a:ext cx="14491440" cy="4440600"/>
            <a:chOff x="2202120" y="3187440"/>
            <a:chExt cx="14491440" cy="4440600"/>
          </a:xfrm>
        </p:grpSpPr>
        <p:sp>
          <p:nvSpPr>
            <p:cNvPr id="148" name="Google Shape;205;g3b056312c4a_0_0"/>
            <p:cNvSpPr/>
            <p:nvPr/>
          </p:nvSpPr>
          <p:spPr>
            <a:xfrm>
              <a:off x="2202120" y="3287520"/>
              <a:ext cx="14491440" cy="4340520"/>
            </a:xfrm>
            <a:custGeom>
              <a:avLst/>
              <a:gdLst>
                <a:gd name="textAreaLeft" fmla="*/ 0 w 14491440"/>
                <a:gd name="textAreaRight" fmla="*/ 14491800 w 14491440"/>
                <a:gd name="textAreaTop" fmla="*/ 0 h 4340520"/>
                <a:gd name="textAreaBottom" fmla="*/ 4340880 h 4340520"/>
              </a:gdLst>
              <a:ahLst/>
              <a:cxnLst/>
              <a:rect l="textAreaLeft" t="textAreaTop" r="textAreaRight" b="textAreaBottom"/>
              <a:pathLst>
                <a:path w="19322400" h="5788000">
                  <a:moveTo>
                    <a:pt x="0" y="0"/>
                  </a:moveTo>
                  <a:lnTo>
                    <a:pt x="19322400" y="0"/>
                  </a:lnTo>
                  <a:lnTo>
                    <a:pt x="19322400" y="5788000"/>
                  </a:lnTo>
                  <a:lnTo>
                    <a:pt x="0" y="5788000"/>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49" name="Google Shape;206;g3b056312c4a_0_0"/>
            <p:cNvSpPr/>
            <p:nvPr/>
          </p:nvSpPr>
          <p:spPr>
            <a:xfrm>
              <a:off x="2202120" y="3187440"/>
              <a:ext cx="14491440" cy="4440600"/>
            </a:xfrm>
            <a:prstGeom prst="rect">
              <a:avLst/>
            </a:prstGeom>
            <a:noFill/>
            <a:ln w="0">
              <a:noFill/>
            </a:ln>
          </p:spPr>
          <p:style>
            <a:lnRef idx="0"/>
            <a:fillRef idx="0"/>
            <a:effectRef idx="0"/>
            <a:fontRef idx="minor"/>
          </p:style>
          <p:txBody>
            <a:bodyPr lIns="0" rIns="0" tIns="0" bIns="0" anchor="t">
              <a:noAutofit/>
            </a:bodyPr>
            <a:p>
              <a:pPr lvl="1" marL="399960" indent="-200160">
                <a:lnSpc>
                  <a:spcPct val="168000"/>
                </a:lnSpc>
                <a:buClr>
                  <a:srgbClr val="131416"/>
                </a:buClr>
                <a:buFont typeface="Arial"/>
                <a:buChar char="•"/>
              </a:pPr>
              <a:r>
                <a:rPr b="0" lang="en-US" sz="3000" strike="noStrike" u="none">
                  <a:solidFill>
                    <a:srgbClr val="131416"/>
                  </a:solidFill>
                  <a:effectLst/>
                  <a:uFillTx/>
                  <a:latin typeface="Open Sans"/>
                  <a:ea typeface="Open Sans"/>
                </a:rPr>
                <a:t>El control de versiones es un sistema que registra los cambios realizados a un archivo o conjunto de archivos a lo largo del tiempo. Esto permite recuperar versiones anteriores, comparar cambios, y trabajar de forma ordenada y segura. Es una herramienta indispensable para cualquier desarrollador, ya que previene la pérdida de trabajo y facilita la colaboración.</a:t>
              </a:r>
              <a:endParaRPr b="0" lang="es-GT" sz="30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50" name="Google Shape;215;p4"/>
          <p:cNvGrpSpPr/>
          <p:nvPr/>
        </p:nvGrpSpPr>
        <p:grpSpPr>
          <a:xfrm>
            <a:off x="1374840" y="1887840"/>
            <a:ext cx="14888880" cy="6323400"/>
            <a:chOff x="1374840" y="1887840"/>
            <a:chExt cx="14888880" cy="6323400"/>
          </a:xfrm>
        </p:grpSpPr>
        <p:sp>
          <p:nvSpPr>
            <p:cNvPr id="151" name="Google Shape;216;p4"/>
            <p:cNvSpPr/>
            <p:nvPr/>
          </p:nvSpPr>
          <p:spPr>
            <a:xfrm>
              <a:off x="1374840" y="2123640"/>
              <a:ext cx="14888880" cy="6087600"/>
            </a:xfrm>
            <a:custGeom>
              <a:avLst/>
              <a:gdLst>
                <a:gd name="textAreaLeft" fmla="*/ 0 w 14888880"/>
                <a:gd name="textAreaRight" fmla="*/ 14889240 w 14888880"/>
                <a:gd name="textAreaTop" fmla="*/ 0 h 6087600"/>
                <a:gd name="textAreaBottom" fmla="*/ 6087960 h 6087600"/>
              </a:gdLst>
              <a:ahLst/>
              <a:cxnLst/>
              <a:rect l="textAreaLeft" t="textAreaTop" r="textAreaRight" b="textAreaBottom"/>
              <a:pathLst>
                <a:path w="19852401" h="8117264">
                  <a:moveTo>
                    <a:pt x="0" y="0"/>
                  </a:moveTo>
                  <a:lnTo>
                    <a:pt x="19852401" y="0"/>
                  </a:lnTo>
                  <a:lnTo>
                    <a:pt x="19852401" y="8117264"/>
                  </a:lnTo>
                  <a:lnTo>
                    <a:pt x="0" y="8117264"/>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52" name="Google Shape;217;p4"/>
            <p:cNvSpPr/>
            <p:nvPr/>
          </p:nvSpPr>
          <p:spPr>
            <a:xfrm>
              <a:off x="1374840" y="1887840"/>
              <a:ext cx="14888880" cy="6323400"/>
            </a:xfrm>
            <a:prstGeom prst="rect">
              <a:avLst/>
            </a:prstGeom>
            <a:noFill/>
            <a:ln w="0">
              <a:noFill/>
            </a:ln>
          </p:spPr>
          <p:style>
            <a:lnRef idx="0"/>
            <a:fillRef idx="0"/>
            <a:effectRef idx="0"/>
            <a:fontRef idx="minor"/>
          </p:style>
          <p:txBody>
            <a:bodyPr lIns="0" rIns="0" tIns="0" bIns="0" anchor="t">
              <a:noAutofit/>
            </a:bodyPr>
            <a:p>
              <a:pPr lvl="1" marL="653040" indent="-326520" algn="just">
                <a:lnSpc>
                  <a:spcPct val="207000"/>
                </a:lnSpc>
                <a:buClr>
                  <a:srgbClr val="131416"/>
                </a:buClr>
                <a:buFont typeface="Arial"/>
                <a:buChar char="•"/>
              </a:pPr>
              <a:r>
                <a:rPr b="0" lang="en-US" sz="3020" strike="noStrike" u="none">
                  <a:solidFill>
                    <a:srgbClr val="131416"/>
                  </a:solidFill>
                  <a:effectLst/>
                  <a:uFillTx/>
                  <a:latin typeface="Arial"/>
                  <a:ea typeface="Arial"/>
                </a:rPr>
                <a:t>Permite mantener un historial de modificaciones.</a:t>
              </a:r>
              <a:endParaRPr b="0" lang="es-GT" sz="3020" strike="noStrike" u="none">
                <a:solidFill>
                  <a:srgbClr val="000000"/>
                </a:solidFill>
                <a:effectLst/>
                <a:uFillTx/>
                <a:latin typeface="Arial"/>
              </a:endParaRPr>
            </a:p>
            <a:p>
              <a:pPr lvl="1" marL="653040" indent="-326520" algn="just">
                <a:lnSpc>
                  <a:spcPct val="207000"/>
                </a:lnSpc>
                <a:buClr>
                  <a:srgbClr val="131416"/>
                </a:buClr>
                <a:buFont typeface="Arial"/>
                <a:buChar char="•"/>
              </a:pPr>
              <a:r>
                <a:rPr b="0" lang="en-US" sz="3020" strike="noStrike" u="none">
                  <a:solidFill>
                    <a:srgbClr val="131416"/>
                  </a:solidFill>
                  <a:effectLst/>
                  <a:uFillTx/>
                  <a:latin typeface="Arial"/>
                  <a:ea typeface="Arial"/>
                </a:rPr>
                <a:t>Facilita el trabajo en equipo en proyectos grandes.</a:t>
              </a:r>
              <a:endParaRPr b="0" lang="es-GT" sz="3020" strike="noStrike" u="none">
                <a:solidFill>
                  <a:srgbClr val="000000"/>
                </a:solidFill>
                <a:effectLst/>
                <a:uFillTx/>
                <a:latin typeface="Arial"/>
              </a:endParaRPr>
            </a:p>
            <a:p>
              <a:pPr lvl="1" marL="653040" indent="-326520" algn="just">
                <a:lnSpc>
                  <a:spcPct val="207000"/>
                </a:lnSpc>
                <a:buClr>
                  <a:srgbClr val="131416"/>
                </a:buClr>
                <a:buFont typeface="Arial"/>
                <a:buChar char="•"/>
              </a:pPr>
              <a:r>
                <a:rPr b="0" lang="en-US" sz="3020" strike="noStrike" u="none">
                  <a:solidFill>
                    <a:srgbClr val="131416"/>
                  </a:solidFill>
                  <a:effectLst/>
                  <a:uFillTx/>
                  <a:latin typeface="Arial"/>
                  <a:ea typeface="Arial"/>
                </a:rPr>
                <a:t>Ayuda a detectar y corregir errores rápidamente.</a:t>
              </a:r>
              <a:endParaRPr b="0" lang="es-GT" sz="3020" strike="noStrike" u="none">
                <a:solidFill>
                  <a:srgbClr val="000000"/>
                </a:solidFill>
                <a:effectLst/>
                <a:uFillTx/>
                <a:latin typeface="Arial"/>
              </a:endParaRPr>
            </a:p>
            <a:p>
              <a:pPr lvl="1" marL="653040" indent="-326520" algn="just">
                <a:lnSpc>
                  <a:spcPct val="207000"/>
                </a:lnSpc>
                <a:buClr>
                  <a:srgbClr val="131416"/>
                </a:buClr>
                <a:buFont typeface="Arial"/>
                <a:buChar char="•"/>
              </a:pPr>
              <a:r>
                <a:rPr b="0" lang="en-US" sz="3020" strike="noStrike" u="none">
                  <a:solidFill>
                    <a:srgbClr val="131416"/>
                  </a:solidFill>
                  <a:effectLst/>
                  <a:uFillTx/>
                  <a:latin typeface="Arial"/>
                  <a:ea typeface="Arial"/>
                </a:rPr>
                <a:t>Permite revertir el código a un estado funcional anterior.</a:t>
              </a:r>
              <a:endParaRPr b="0" lang="es-GT" sz="3020" strike="noStrike" u="none">
                <a:solidFill>
                  <a:srgbClr val="000000"/>
                </a:solidFill>
                <a:effectLst/>
                <a:uFillTx/>
                <a:latin typeface="Arial"/>
              </a:endParaRPr>
            </a:p>
            <a:p>
              <a:pPr algn="just">
                <a:lnSpc>
                  <a:spcPct val="207000"/>
                </a:lnSpc>
                <a:tabLst>
                  <a:tab algn="l" pos="0"/>
                </a:tabLst>
              </a:pPr>
              <a:r>
                <a:rPr b="0" lang="en-US" sz="3020" strike="noStrike" u="none">
                  <a:solidFill>
                    <a:srgbClr val="131416"/>
                  </a:solidFill>
                  <a:effectLst/>
                  <a:uFillTx/>
                  <a:latin typeface="Arial"/>
                  <a:ea typeface="Arial"/>
                </a:rPr>
                <a:t>Ejemplo cotidiano: guardar copias de seguridad de un documento con nombres como "proyecto_final_v1", "proyecto_final_definitivo", etc. El control de versiones automatiza y mejora este proceso.</a:t>
              </a:r>
              <a:endParaRPr b="0" lang="es-GT" sz="3020" strike="noStrike" u="none">
                <a:solidFill>
                  <a:srgbClr val="000000"/>
                </a:solidFill>
                <a:effectLst/>
                <a:uFillTx/>
                <a:latin typeface="Arial"/>
              </a:endParaRPr>
            </a:p>
            <a:p>
              <a:pPr algn="just">
                <a:lnSpc>
                  <a:spcPct val="207000"/>
                </a:lnSpc>
                <a:tabLst>
                  <a:tab algn="l" pos="0"/>
                </a:tabLst>
              </a:pPr>
              <a:endParaRPr b="0" lang="es-GT" sz="3020" strike="noStrike" u="none">
                <a:solidFill>
                  <a:srgbClr val="000000"/>
                </a:solidFill>
                <a:effectLst/>
                <a:uFillTx/>
                <a:latin typeface="Arial"/>
              </a:endParaRPr>
            </a:p>
          </p:txBody>
        </p:sp>
      </p:grpSp>
      <p:grpSp>
        <p:nvGrpSpPr>
          <p:cNvPr id="153" name="Google Shape;218;p4"/>
          <p:cNvGrpSpPr/>
          <p:nvPr/>
        </p:nvGrpSpPr>
        <p:grpSpPr>
          <a:xfrm>
            <a:off x="1374840" y="497160"/>
            <a:ext cx="13990680" cy="1256040"/>
            <a:chOff x="1374840" y="497160"/>
            <a:chExt cx="13990680" cy="1256040"/>
          </a:xfrm>
        </p:grpSpPr>
        <p:sp>
          <p:nvSpPr>
            <p:cNvPr id="154" name="Google Shape;219;p4"/>
            <p:cNvSpPr/>
            <p:nvPr/>
          </p:nvSpPr>
          <p:spPr>
            <a:xfrm>
              <a:off x="1374840" y="654480"/>
              <a:ext cx="13990680" cy="1098720"/>
            </a:xfrm>
            <a:custGeom>
              <a:avLst/>
              <a:gdLst>
                <a:gd name="textAreaLeft" fmla="*/ 0 w 13990680"/>
                <a:gd name="textAreaRight" fmla="*/ 13991040 w 13990680"/>
                <a:gd name="textAreaTop" fmla="*/ 0 h 1098720"/>
                <a:gd name="textAreaBottom" fmla="*/ 1099080 h 1098720"/>
              </a:gdLst>
              <a:ahLst/>
              <a:cxnLst/>
              <a:rect l="textAreaLeft" t="textAreaTop" r="textAreaRight" b="textAreaBottom"/>
              <a:pathLst>
                <a:path w="18654801" h="1465312">
                  <a:moveTo>
                    <a:pt x="0" y="0"/>
                  </a:moveTo>
                  <a:lnTo>
                    <a:pt x="18654801" y="0"/>
                  </a:lnTo>
                  <a:lnTo>
                    <a:pt x="186548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55" name="Google Shape;220;p4"/>
            <p:cNvSpPr/>
            <p:nvPr/>
          </p:nvSpPr>
          <p:spPr>
            <a:xfrm>
              <a:off x="1374840" y="497160"/>
              <a:ext cx="13990680" cy="1255680"/>
            </a:xfrm>
            <a:prstGeom prst="rect">
              <a:avLst/>
            </a:prstGeom>
            <a:noFill/>
            <a:ln w="0">
              <a:noFill/>
            </a:ln>
          </p:spPr>
          <p:style>
            <a:lnRef idx="0"/>
            <a:fillRef idx="0"/>
            <a:effectRef idx="0"/>
            <a:fontRef idx="minor"/>
          </p:style>
          <p:txBody>
            <a:bodyPr lIns="0" rIns="0" tIns="0" bIns="0" anchor="t">
              <a:noAutofit/>
            </a:bodyPr>
            <a:p>
              <a:pPr algn="just">
                <a:lnSpc>
                  <a:spcPct val="135000"/>
                </a:lnSpc>
                <a:tabLst>
                  <a:tab algn="l" pos="0"/>
                </a:tabLst>
              </a:pPr>
              <a:r>
                <a:rPr b="0" lang="en-US" sz="6100" strike="noStrike" u="none">
                  <a:solidFill>
                    <a:srgbClr val="131416"/>
                  </a:solidFill>
                  <a:effectLst/>
                  <a:uFillTx/>
                  <a:latin typeface="Impact"/>
                  <a:ea typeface="Impact"/>
                </a:rPr>
                <a:t>¿Por qué es importante el versionamiento?</a:t>
              </a:r>
              <a:endParaRPr b="0" lang="es-GT" sz="61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56" name="Google Shape;229;p5"/>
          <p:cNvGrpSpPr/>
          <p:nvPr/>
        </p:nvGrpSpPr>
        <p:grpSpPr>
          <a:xfrm>
            <a:off x="1392480" y="1888200"/>
            <a:ext cx="15502320" cy="3259440"/>
            <a:chOff x="1392480" y="1888200"/>
            <a:chExt cx="15502320" cy="3259440"/>
          </a:xfrm>
        </p:grpSpPr>
        <p:sp>
          <p:nvSpPr>
            <p:cNvPr id="157" name="Google Shape;230;p5"/>
            <p:cNvSpPr/>
            <p:nvPr/>
          </p:nvSpPr>
          <p:spPr>
            <a:xfrm>
              <a:off x="1392480" y="1973880"/>
              <a:ext cx="15502320" cy="3173760"/>
            </a:xfrm>
            <a:custGeom>
              <a:avLst/>
              <a:gdLst>
                <a:gd name="textAreaLeft" fmla="*/ 0 w 15502320"/>
                <a:gd name="textAreaRight" fmla="*/ 15502680 w 15502320"/>
                <a:gd name="textAreaTop" fmla="*/ 0 h 3173760"/>
                <a:gd name="textAreaBottom" fmla="*/ 3174120 h 3173760"/>
              </a:gdLst>
              <a:ahLst/>
              <a:cxnLst/>
              <a:rect l="textAreaLeft" t="textAreaTop" r="textAreaRight" b="textAreaBottom"/>
              <a:pathLst>
                <a:path w="20670400" h="4231979">
                  <a:moveTo>
                    <a:pt x="0" y="0"/>
                  </a:moveTo>
                  <a:lnTo>
                    <a:pt x="20670400" y="0"/>
                  </a:lnTo>
                  <a:lnTo>
                    <a:pt x="20670400" y="4231979"/>
                  </a:lnTo>
                  <a:lnTo>
                    <a:pt x="0" y="4231979"/>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58" name="Google Shape;231;p5"/>
            <p:cNvSpPr/>
            <p:nvPr/>
          </p:nvSpPr>
          <p:spPr>
            <a:xfrm>
              <a:off x="1392480" y="1888200"/>
              <a:ext cx="15502320" cy="3259440"/>
            </a:xfrm>
            <a:prstGeom prst="rect">
              <a:avLst/>
            </a:prstGeom>
            <a:noFill/>
            <a:ln w="0">
              <a:noFill/>
            </a:ln>
          </p:spPr>
          <p:style>
            <a:lnRef idx="0"/>
            <a:fillRef idx="0"/>
            <a:effectRef idx="0"/>
            <a:fontRef idx="minor"/>
          </p:style>
          <p:txBody>
            <a:bodyPr lIns="0" rIns="0" tIns="0" bIns="0" anchor="t">
              <a:noAutofit/>
            </a:bodyPr>
            <a:p>
              <a:pPr lvl="1" marL="653040" indent="-326520" algn="just">
                <a:lnSpc>
                  <a:spcPct val="138000"/>
                </a:lnSpc>
                <a:buClr>
                  <a:srgbClr val="131416"/>
                </a:buClr>
                <a:buFont typeface="Arial"/>
                <a:buAutoNum type="arabicPeriod"/>
              </a:pPr>
              <a:r>
                <a:rPr b="0" lang="en-US" sz="3020" strike="noStrike" u="none">
                  <a:solidFill>
                    <a:srgbClr val="131416"/>
                  </a:solidFill>
                  <a:effectLst/>
                  <a:uFillTx/>
                  <a:latin typeface="Arial"/>
                  <a:ea typeface="Arial"/>
                </a:rPr>
                <a:t>Centralizado (CVCS): Un único servidor contiene todas las versiones. Ej: Subversion (SVN).</a:t>
              </a:r>
              <a:endParaRPr b="0" lang="es-GT" sz="3020" strike="noStrike" u="none">
                <a:solidFill>
                  <a:srgbClr val="000000"/>
                </a:solidFill>
                <a:effectLst/>
                <a:uFillTx/>
                <a:latin typeface="Arial"/>
              </a:endParaRPr>
            </a:p>
            <a:p>
              <a:pPr lvl="1" marL="653040" indent="-326520" algn="just">
                <a:lnSpc>
                  <a:spcPct val="138000"/>
                </a:lnSpc>
                <a:buClr>
                  <a:srgbClr val="131416"/>
                </a:buClr>
                <a:buFont typeface="Arial"/>
                <a:buAutoNum type="arabicPeriod"/>
              </a:pPr>
              <a:r>
                <a:rPr b="0" lang="en-US" sz="3020" strike="noStrike" u="none">
                  <a:solidFill>
                    <a:srgbClr val="131416"/>
                  </a:solidFill>
                  <a:effectLst/>
                  <a:uFillTx/>
                  <a:latin typeface="Arial"/>
                  <a:ea typeface="Arial"/>
                </a:rPr>
                <a:t>Distribuido (DVCS): Cada desarrollador tiene una copia completa del repositorio. Ej: Git.</a:t>
              </a:r>
              <a:endParaRPr b="0" lang="es-GT" sz="3020" strike="noStrike" u="none">
                <a:solidFill>
                  <a:srgbClr val="000000"/>
                </a:solidFill>
                <a:effectLst/>
                <a:uFillTx/>
                <a:latin typeface="Arial"/>
              </a:endParaRPr>
            </a:p>
            <a:p>
              <a:pPr algn="just">
                <a:lnSpc>
                  <a:spcPct val="138000"/>
                </a:lnSpc>
                <a:tabLst>
                  <a:tab algn="l" pos="0"/>
                </a:tabLst>
              </a:pPr>
              <a:r>
                <a:rPr b="0" lang="en-US" sz="3020" strike="noStrike" u="none">
                  <a:solidFill>
                    <a:srgbClr val="131416"/>
                  </a:solidFill>
                  <a:effectLst/>
                  <a:uFillTx/>
                  <a:latin typeface="Arial"/>
                  <a:ea typeface="Arial"/>
                </a:rPr>
                <a:t>Git ha ganado popularidad por su flexibilidad y capacidad de trabajo offline.</a:t>
              </a:r>
              <a:endParaRPr b="0" lang="es-GT" sz="3020" strike="noStrike" u="none">
                <a:solidFill>
                  <a:srgbClr val="000000"/>
                </a:solidFill>
                <a:effectLst/>
                <a:uFillTx/>
                <a:latin typeface="Arial"/>
              </a:endParaRPr>
            </a:p>
            <a:p>
              <a:pPr algn="just">
                <a:lnSpc>
                  <a:spcPct val="138000"/>
                </a:lnSpc>
                <a:tabLst>
                  <a:tab algn="l" pos="0"/>
                </a:tabLst>
              </a:pPr>
              <a:endParaRPr b="0" lang="es-GT" sz="3020" strike="noStrike" u="none">
                <a:solidFill>
                  <a:srgbClr val="000000"/>
                </a:solidFill>
                <a:effectLst/>
                <a:uFillTx/>
                <a:latin typeface="Arial"/>
              </a:endParaRPr>
            </a:p>
          </p:txBody>
        </p:sp>
      </p:grpSp>
      <p:grpSp>
        <p:nvGrpSpPr>
          <p:cNvPr id="159" name="Google Shape;232;p5"/>
          <p:cNvGrpSpPr/>
          <p:nvPr/>
        </p:nvGrpSpPr>
        <p:grpSpPr>
          <a:xfrm>
            <a:off x="1374840" y="497160"/>
            <a:ext cx="15288480" cy="1256040"/>
            <a:chOff x="1374840" y="497160"/>
            <a:chExt cx="15288480" cy="1256040"/>
          </a:xfrm>
        </p:grpSpPr>
        <p:sp>
          <p:nvSpPr>
            <p:cNvPr id="160" name="Google Shape;233;p5"/>
            <p:cNvSpPr/>
            <p:nvPr/>
          </p:nvSpPr>
          <p:spPr>
            <a:xfrm>
              <a:off x="1374840" y="65448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61" name="Google Shape;234;p5"/>
            <p:cNvSpPr/>
            <p:nvPr/>
          </p:nvSpPr>
          <p:spPr>
            <a:xfrm>
              <a:off x="1374840" y="497160"/>
              <a:ext cx="15288480" cy="1255680"/>
            </a:xfrm>
            <a:prstGeom prst="rect">
              <a:avLst/>
            </a:prstGeom>
            <a:noFill/>
            <a:ln w="0">
              <a:noFill/>
            </a:ln>
          </p:spPr>
          <p:style>
            <a:lnRef idx="0"/>
            <a:fillRef idx="0"/>
            <a:effectRef idx="0"/>
            <a:fontRef idx="minor"/>
          </p:style>
          <p:txBody>
            <a:bodyPr lIns="0" rIns="0" tIns="0" bIns="0" anchor="t">
              <a:noAutofit/>
            </a:bodyPr>
            <a:p>
              <a:pPr algn="just">
                <a:lnSpc>
                  <a:spcPct val="135000"/>
                </a:lnSpc>
                <a:tabLst>
                  <a:tab algn="l" pos="0"/>
                </a:tabLst>
              </a:pPr>
              <a:r>
                <a:rPr b="0" lang="en-US" sz="6100" strike="noStrike" u="none">
                  <a:solidFill>
                    <a:srgbClr val="131416"/>
                  </a:solidFill>
                  <a:effectLst/>
                  <a:uFillTx/>
                  <a:latin typeface="Impact"/>
                  <a:ea typeface="Impact"/>
                </a:rPr>
                <a:t>Tipos de control de versiones</a:t>
              </a:r>
              <a:endParaRPr b="0" lang="es-GT" sz="6100" strike="noStrike" u="none">
                <a:solidFill>
                  <a:srgbClr val="000000"/>
                </a:solidFill>
                <a:effectLst/>
                <a:uFillTx/>
                <a:latin typeface="Arial"/>
              </a:endParaRPr>
            </a:p>
          </p:txBody>
        </p:sp>
      </p:grpSp>
      <p:sp>
        <p:nvSpPr>
          <p:cNvPr id="162" name="Google Shape;235;p5"/>
          <p:cNvSpPr/>
          <p:nvPr/>
        </p:nvSpPr>
        <p:spPr>
          <a:xfrm>
            <a:off x="4368240" y="5148000"/>
            <a:ext cx="9551160" cy="3990960"/>
          </a:xfrm>
          <a:custGeom>
            <a:avLst/>
            <a:gdLst>
              <a:gd name="textAreaLeft" fmla="*/ 0 w 9551160"/>
              <a:gd name="textAreaRight" fmla="*/ 9551520 w 9551160"/>
              <a:gd name="textAreaTop" fmla="*/ 0 h 3990960"/>
              <a:gd name="textAreaBottom" fmla="*/ 3991320 h 3990960"/>
            </a:gdLst>
            <a:ahLst/>
            <a:cxnLst/>
            <a:rect l="textAreaLeft" t="textAreaTop" r="textAreaRight" b="textAreaBottom"/>
            <a:pathLst>
              <a:path w="9551641" h="3991320">
                <a:moveTo>
                  <a:pt x="0" y="0"/>
                </a:moveTo>
                <a:lnTo>
                  <a:pt x="9551642" y="0"/>
                </a:lnTo>
                <a:lnTo>
                  <a:pt x="9551642" y="3991320"/>
                </a:lnTo>
                <a:lnTo>
                  <a:pt x="0" y="3991320"/>
                </a:lnTo>
                <a:lnTo>
                  <a:pt x="0" y="0"/>
                </a:lnTo>
                <a:close/>
              </a:path>
            </a:pathLst>
          </a:custGeom>
          <a:blipFill rotWithShape="0">
            <a:blip r:embed="rId1"/>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63" name="Google Shape;244;p6"/>
          <p:cNvGrpSpPr/>
          <p:nvPr/>
        </p:nvGrpSpPr>
        <p:grpSpPr>
          <a:xfrm>
            <a:off x="1392480" y="3732840"/>
            <a:ext cx="15502320" cy="2735640"/>
            <a:chOff x="1392480" y="3732840"/>
            <a:chExt cx="15502320" cy="2735640"/>
          </a:xfrm>
        </p:grpSpPr>
        <p:sp>
          <p:nvSpPr>
            <p:cNvPr id="164" name="Google Shape;245;p6"/>
            <p:cNvSpPr/>
            <p:nvPr/>
          </p:nvSpPr>
          <p:spPr>
            <a:xfrm>
              <a:off x="1392480" y="3818520"/>
              <a:ext cx="15502320" cy="2649600"/>
            </a:xfrm>
            <a:custGeom>
              <a:avLst/>
              <a:gdLst>
                <a:gd name="textAreaLeft" fmla="*/ 0 w 15502320"/>
                <a:gd name="textAreaRight" fmla="*/ 15502680 w 15502320"/>
                <a:gd name="textAreaTop" fmla="*/ 0 h 2649600"/>
                <a:gd name="textAreaBottom" fmla="*/ 2649960 h 2649600"/>
              </a:gdLst>
              <a:ahLst/>
              <a:cxnLst/>
              <a:rect l="textAreaLeft" t="textAreaTop" r="textAreaRight" b="textAreaBottom"/>
              <a:pathLst>
                <a:path w="20670400" h="3533479">
                  <a:moveTo>
                    <a:pt x="0" y="0"/>
                  </a:moveTo>
                  <a:lnTo>
                    <a:pt x="20670400" y="0"/>
                  </a:lnTo>
                  <a:lnTo>
                    <a:pt x="20670400" y="3533479"/>
                  </a:lnTo>
                  <a:lnTo>
                    <a:pt x="0" y="3533479"/>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65" name="Google Shape;246;p6"/>
            <p:cNvSpPr/>
            <p:nvPr/>
          </p:nvSpPr>
          <p:spPr>
            <a:xfrm>
              <a:off x="1392480" y="3732840"/>
              <a:ext cx="15502320" cy="2735640"/>
            </a:xfrm>
            <a:prstGeom prst="rect">
              <a:avLst/>
            </a:prstGeom>
            <a:noFill/>
            <a:ln w="0">
              <a:noFill/>
            </a:ln>
          </p:spPr>
          <p:style>
            <a:lnRef idx="0"/>
            <a:fillRef idx="0"/>
            <a:effectRef idx="0"/>
            <a:fontRef idx="minor"/>
          </p:style>
          <p:txBody>
            <a:bodyPr lIns="0" rIns="0" tIns="0" bIns="0" anchor="t">
              <a:noAutofit/>
            </a:bodyPr>
            <a:p>
              <a:pPr lvl="1" marL="653040" indent="-326520" algn="just">
                <a:lnSpc>
                  <a:spcPct val="138000"/>
                </a:lnSpc>
                <a:buClr>
                  <a:srgbClr val="131416"/>
                </a:buClr>
                <a:buFont typeface="Arial"/>
                <a:buChar char="•"/>
              </a:pPr>
              <a:r>
                <a:rPr b="0" lang="en-US" sz="3020" strike="noStrike" u="none">
                  <a:solidFill>
                    <a:srgbClr val="131416"/>
                  </a:solidFill>
                  <a:effectLst/>
                  <a:uFillTx/>
                  <a:latin typeface="Arial"/>
                  <a:ea typeface="Arial"/>
                </a:rPr>
                <a:t>Historial detallado de todos los cambios.</a:t>
              </a:r>
              <a:endParaRPr b="0" lang="es-GT" sz="3020" strike="noStrike" u="none">
                <a:solidFill>
                  <a:srgbClr val="000000"/>
                </a:solidFill>
                <a:effectLst/>
                <a:uFillTx/>
                <a:latin typeface="Arial"/>
              </a:endParaRPr>
            </a:p>
            <a:p>
              <a:pPr lvl="1" marL="653040" indent="-326520" algn="just">
                <a:lnSpc>
                  <a:spcPct val="138000"/>
                </a:lnSpc>
                <a:buClr>
                  <a:srgbClr val="131416"/>
                </a:buClr>
                <a:buFont typeface="Arial"/>
                <a:buChar char="•"/>
              </a:pPr>
              <a:r>
                <a:rPr b="0" lang="en-US" sz="3020" strike="noStrike" u="none">
                  <a:solidFill>
                    <a:srgbClr val="131416"/>
                  </a:solidFill>
                  <a:effectLst/>
                  <a:uFillTx/>
                  <a:latin typeface="Arial"/>
                  <a:ea typeface="Arial"/>
                </a:rPr>
                <a:t>Posibilidad de experimentar en ramas sin afectar el proyecto principal.</a:t>
              </a:r>
              <a:endParaRPr b="0" lang="es-GT" sz="3020" strike="noStrike" u="none">
                <a:solidFill>
                  <a:srgbClr val="000000"/>
                </a:solidFill>
                <a:effectLst/>
                <a:uFillTx/>
                <a:latin typeface="Arial"/>
              </a:endParaRPr>
            </a:p>
            <a:p>
              <a:pPr lvl="1" marL="653040" indent="-326520" algn="just">
                <a:lnSpc>
                  <a:spcPct val="138000"/>
                </a:lnSpc>
                <a:buClr>
                  <a:srgbClr val="131416"/>
                </a:buClr>
                <a:buFont typeface="Arial"/>
                <a:buChar char="•"/>
              </a:pPr>
              <a:r>
                <a:rPr b="0" lang="en-US" sz="3020" strike="noStrike" u="none">
                  <a:solidFill>
                    <a:srgbClr val="131416"/>
                  </a:solidFill>
                  <a:effectLst/>
                  <a:uFillTx/>
                  <a:latin typeface="Arial"/>
                  <a:ea typeface="Arial"/>
                </a:rPr>
                <a:t>Comparación entre versiones.</a:t>
              </a:r>
              <a:endParaRPr b="0" lang="es-GT" sz="3020" strike="noStrike" u="none">
                <a:solidFill>
                  <a:srgbClr val="000000"/>
                </a:solidFill>
                <a:effectLst/>
                <a:uFillTx/>
                <a:latin typeface="Arial"/>
              </a:endParaRPr>
            </a:p>
            <a:p>
              <a:pPr lvl="1" marL="653040" indent="-326520" algn="just">
                <a:lnSpc>
                  <a:spcPct val="138000"/>
                </a:lnSpc>
                <a:buClr>
                  <a:srgbClr val="131416"/>
                </a:buClr>
                <a:buFont typeface="Arial"/>
                <a:buChar char="•"/>
              </a:pPr>
              <a:r>
                <a:rPr b="0" lang="en-US" sz="3020" strike="noStrike" u="none">
                  <a:solidFill>
                    <a:srgbClr val="131416"/>
                  </a:solidFill>
                  <a:effectLst/>
                  <a:uFillTx/>
                  <a:latin typeface="Arial"/>
                  <a:ea typeface="Arial"/>
                </a:rPr>
                <a:t>Trabajo colaborativo sin sobrescribir el trabajo de otros.</a:t>
              </a:r>
              <a:endParaRPr b="0" lang="es-GT" sz="3020" strike="noStrike" u="none">
                <a:solidFill>
                  <a:srgbClr val="000000"/>
                </a:solidFill>
                <a:effectLst/>
                <a:uFillTx/>
                <a:latin typeface="Arial"/>
              </a:endParaRPr>
            </a:p>
            <a:p>
              <a:pPr algn="just">
                <a:lnSpc>
                  <a:spcPct val="138000"/>
                </a:lnSpc>
                <a:tabLst>
                  <a:tab algn="l" pos="0"/>
                </a:tabLst>
              </a:pPr>
              <a:endParaRPr b="0" lang="es-GT" sz="3020" strike="noStrike" u="none">
                <a:solidFill>
                  <a:srgbClr val="000000"/>
                </a:solidFill>
                <a:effectLst/>
                <a:uFillTx/>
                <a:latin typeface="Arial"/>
              </a:endParaRPr>
            </a:p>
          </p:txBody>
        </p:sp>
      </p:grpSp>
      <p:grpSp>
        <p:nvGrpSpPr>
          <p:cNvPr id="166" name="Google Shape;247;p6"/>
          <p:cNvGrpSpPr/>
          <p:nvPr/>
        </p:nvGrpSpPr>
        <p:grpSpPr>
          <a:xfrm>
            <a:off x="1499400" y="1850400"/>
            <a:ext cx="15288480" cy="1255680"/>
            <a:chOff x="1499400" y="1850400"/>
            <a:chExt cx="15288480" cy="1255680"/>
          </a:xfrm>
        </p:grpSpPr>
        <p:sp>
          <p:nvSpPr>
            <p:cNvPr id="167" name="Google Shape;248;p6"/>
            <p:cNvSpPr/>
            <p:nvPr/>
          </p:nvSpPr>
          <p:spPr>
            <a:xfrm>
              <a:off x="1499400" y="200736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68" name="Google Shape;249;p6"/>
            <p:cNvSpPr/>
            <p:nvPr/>
          </p:nvSpPr>
          <p:spPr>
            <a:xfrm>
              <a:off x="1499400" y="1850400"/>
              <a:ext cx="15288480" cy="1255680"/>
            </a:xfrm>
            <a:prstGeom prst="rect">
              <a:avLst/>
            </a:prstGeom>
            <a:noFill/>
            <a:ln w="0">
              <a:noFill/>
            </a:ln>
          </p:spPr>
          <p:style>
            <a:lnRef idx="0"/>
            <a:fillRef idx="0"/>
            <a:effectRef idx="0"/>
            <a:fontRef idx="minor"/>
          </p:style>
          <p:txBody>
            <a:bodyPr lIns="0" rIns="0" tIns="0" bIns="0" anchor="t">
              <a:noAutofit/>
            </a:bodyPr>
            <a:p>
              <a:pPr algn="ctr">
                <a:lnSpc>
                  <a:spcPct val="135000"/>
                </a:lnSpc>
                <a:tabLst>
                  <a:tab algn="l" pos="0"/>
                </a:tabLst>
              </a:pPr>
              <a:r>
                <a:rPr b="0" lang="en-US" sz="6100" strike="noStrike" u="none">
                  <a:solidFill>
                    <a:srgbClr val="131416"/>
                  </a:solidFill>
                  <a:effectLst/>
                  <a:uFillTx/>
                  <a:latin typeface="Impact"/>
                  <a:ea typeface="Impact"/>
                </a:rPr>
                <a:t>Ventajas del control de versiones</a:t>
              </a:r>
              <a:endParaRPr b="0" lang="es-GT" sz="61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69" name="Google Shape;258;p7"/>
          <p:cNvGrpSpPr/>
          <p:nvPr/>
        </p:nvGrpSpPr>
        <p:grpSpPr>
          <a:xfrm>
            <a:off x="1374840" y="3754080"/>
            <a:ext cx="7939800" cy="4307040"/>
            <a:chOff x="1374840" y="3754080"/>
            <a:chExt cx="7939800" cy="4307040"/>
          </a:xfrm>
        </p:grpSpPr>
        <p:sp>
          <p:nvSpPr>
            <p:cNvPr id="170" name="Google Shape;259;p7"/>
            <p:cNvSpPr/>
            <p:nvPr/>
          </p:nvSpPr>
          <p:spPr>
            <a:xfrm>
              <a:off x="1374840" y="3839760"/>
              <a:ext cx="7939800" cy="4221360"/>
            </a:xfrm>
            <a:custGeom>
              <a:avLst/>
              <a:gdLst>
                <a:gd name="textAreaLeft" fmla="*/ 0 w 7939800"/>
                <a:gd name="textAreaRight" fmla="*/ 7940160 w 7939800"/>
                <a:gd name="textAreaTop" fmla="*/ 0 h 4221360"/>
                <a:gd name="textAreaBottom" fmla="*/ 4221720 h 4221360"/>
              </a:gdLst>
              <a:ahLst/>
              <a:cxnLst/>
              <a:rect l="textAreaLeft" t="textAreaTop" r="textAreaRight" b="textAreaBottom"/>
              <a:pathLst>
                <a:path w="10586849" h="5628979">
                  <a:moveTo>
                    <a:pt x="0" y="0"/>
                  </a:moveTo>
                  <a:lnTo>
                    <a:pt x="10586849" y="0"/>
                  </a:lnTo>
                  <a:lnTo>
                    <a:pt x="10586849" y="5628979"/>
                  </a:lnTo>
                  <a:lnTo>
                    <a:pt x="0" y="5628979"/>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71" name="Google Shape;260;p7"/>
            <p:cNvSpPr/>
            <p:nvPr/>
          </p:nvSpPr>
          <p:spPr>
            <a:xfrm>
              <a:off x="1374840" y="3754080"/>
              <a:ext cx="7939800" cy="4307040"/>
            </a:xfrm>
            <a:prstGeom prst="rect">
              <a:avLst/>
            </a:prstGeom>
            <a:noFill/>
            <a:ln w="0">
              <a:noFill/>
            </a:ln>
          </p:spPr>
          <p:style>
            <a:lnRef idx="0"/>
            <a:fillRef idx="0"/>
            <a:effectRef idx="0"/>
            <a:fontRef idx="minor"/>
          </p:style>
          <p:txBody>
            <a:bodyPr lIns="0" rIns="0" tIns="0" bIns="0" anchor="t">
              <a:noAutofit/>
            </a:bodyPr>
            <a:p>
              <a:pPr lvl="1" marL="653040" indent="-326520" algn="just">
                <a:lnSpc>
                  <a:spcPct val="138000"/>
                </a:lnSpc>
                <a:buClr>
                  <a:srgbClr val="131416"/>
                </a:buClr>
                <a:buFont typeface="Arial"/>
                <a:buChar char="•"/>
              </a:pPr>
              <a:r>
                <a:rPr b="0" lang="en-US" sz="3020" strike="noStrike" u="none">
                  <a:solidFill>
                    <a:srgbClr val="131416"/>
                  </a:solidFill>
                  <a:effectLst/>
                  <a:uFillTx/>
                  <a:latin typeface="Arial"/>
                  <a:ea typeface="Arial"/>
                </a:rPr>
                <a:t>Git: El más usado actualmente.</a:t>
              </a:r>
              <a:endParaRPr b="0" lang="es-GT" sz="3020" strike="noStrike" u="none">
                <a:solidFill>
                  <a:srgbClr val="000000"/>
                </a:solidFill>
                <a:effectLst/>
                <a:uFillTx/>
                <a:latin typeface="Arial"/>
              </a:endParaRPr>
            </a:p>
            <a:p>
              <a:pPr lvl="1" marL="653040" indent="-326520" algn="just">
                <a:lnSpc>
                  <a:spcPct val="138000"/>
                </a:lnSpc>
                <a:buClr>
                  <a:srgbClr val="131416"/>
                </a:buClr>
                <a:buFont typeface="Arial"/>
                <a:buChar char="•"/>
              </a:pPr>
              <a:r>
                <a:rPr b="0" lang="en-US" sz="3020" strike="noStrike" u="none">
                  <a:solidFill>
                    <a:srgbClr val="131416"/>
                  </a:solidFill>
                  <a:effectLst/>
                  <a:uFillTx/>
                  <a:latin typeface="Arial"/>
                  <a:ea typeface="Arial"/>
                </a:rPr>
                <a:t>Mercurial: Similar a Git, pero con una curva de aprendizaje más suave.</a:t>
              </a:r>
              <a:endParaRPr b="0" lang="es-GT" sz="3020" strike="noStrike" u="none">
                <a:solidFill>
                  <a:srgbClr val="000000"/>
                </a:solidFill>
                <a:effectLst/>
                <a:uFillTx/>
                <a:latin typeface="Arial"/>
              </a:endParaRPr>
            </a:p>
            <a:p>
              <a:pPr lvl="1" marL="653040" indent="-326520" algn="just">
                <a:lnSpc>
                  <a:spcPct val="138000"/>
                </a:lnSpc>
                <a:buClr>
                  <a:srgbClr val="131416"/>
                </a:buClr>
                <a:buFont typeface="Arial"/>
                <a:buChar char="•"/>
              </a:pPr>
              <a:r>
                <a:rPr b="0" lang="en-US" sz="3020" strike="noStrike" u="none">
                  <a:solidFill>
                    <a:srgbClr val="131416"/>
                  </a:solidFill>
                  <a:effectLst/>
                  <a:uFillTx/>
                  <a:latin typeface="Arial"/>
                  <a:ea typeface="Arial"/>
                </a:rPr>
                <a:t>Subversion (SVN): Antiguo estándar, aún usado en algunos entornos corporativos.</a:t>
              </a:r>
              <a:endParaRPr b="0" lang="es-GT" sz="3020" strike="noStrike" u="none">
                <a:solidFill>
                  <a:srgbClr val="000000"/>
                </a:solidFill>
                <a:effectLst/>
                <a:uFillTx/>
                <a:latin typeface="Arial"/>
              </a:endParaRPr>
            </a:p>
            <a:p>
              <a:pPr lvl="1" marL="653040" indent="-326520" algn="just">
                <a:lnSpc>
                  <a:spcPct val="138000"/>
                </a:lnSpc>
                <a:buClr>
                  <a:srgbClr val="131416"/>
                </a:buClr>
                <a:buFont typeface="Arial"/>
                <a:buChar char="•"/>
              </a:pPr>
              <a:r>
                <a:rPr b="0" lang="en-US" sz="3020" strike="noStrike" u="none">
                  <a:solidFill>
                    <a:srgbClr val="131416"/>
                  </a:solidFill>
                  <a:effectLst/>
                  <a:uFillTx/>
                  <a:latin typeface="Arial"/>
                  <a:ea typeface="Arial"/>
                </a:rPr>
                <a:t>GitHub / GitLab / Bitbucket: Servicios para alojar repositorios Git y colaborar en línea.</a:t>
              </a:r>
              <a:endParaRPr b="0" lang="es-GT" sz="3020" strike="noStrike" u="none">
                <a:solidFill>
                  <a:srgbClr val="000000"/>
                </a:solidFill>
                <a:effectLst/>
                <a:uFillTx/>
                <a:latin typeface="Arial"/>
              </a:endParaRPr>
            </a:p>
            <a:p>
              <a:pPr algn="just">
                <a:lnSpc>
                  <a:spcPct val="138000"/>
                </a:lnSpc>
                <a:tabLst>
                  <a:tab algn="l" pos="0"/>
                </a:tabLst>
              </a:pPr>
              <a:endParaRPr b="0" lang="es-GT" sz="3020" strike="noStrike" u="none">
                <a:solidFill>
                  <a:srgbClr val="000000"/>
                </a:solidFill>
                <a:effectLst/>
                <a:uFillTx/>
                <a:latin typeface="Arial"/>
              </a:endParaRPr>
            </a:p>
          </p:txBody>
        </p:sp>
      </p:grpSp>
      <p:grpSp>
        <p:nvGrpSpPr>
          <p:cNvPr id="172" name="Google Shape;261;p7"/>
          <p:cNvGrpSpPr/>
          <p:nvPr/>
        </p:nvGrpSpPr>
        <p:grpSpPr>
          <a:xfrm>
            <a:off x="1374840" y="497160"/>
            <a:ext cx="15288480" cy="1256040"/>
            <a:chOff x="1374840" y="497160"/>
            <a:chExt cx="15288480" cy="1256040"/>
          </a:xfrm>
        </p:grpSpPr>
        <p:sp>
          <p:nvSpPr>
            <p:cNvPr id="173" name="Google Shape;262;p7"/>
            <p:cNvSpPr/>
            <p:nvPr/>
          </p:nvSpPr>
          <p:spPr>
            <a:xfrm>
              <a:off x="1374840" y="65448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74" name="Google Shape;263;p7"/>
            <p:cNvSpPr/>
            <p:nvPr/>
          </p:nvSpPr>
          <p:spPr>
            <a:xfrm>
              <a:off x="1374840" y="497160"/>
              <a:ext cx="15288480" cy="1255680"/>
            </a:xfrm>
            <a:prstGeom prst="rect">
              <a:avLst/>
            </a:prstGeom>
            <a:noFill/>
            <a:ln w="0">
              <a:noFill/>
            </a:ln>
          </p:spPr>
          <p:style>
            <a:lnRef idx="0"/>
            <a:fillRef idx="0"/>
            <a:effectRef idx="0"/>
            <a:fontRef idx="minor"/>
          </p:style>
          <p:txBody>
            <a:bodyPr lIns="0" rIns="0" tIns="0" bIns="0" anchor="t">
              <a:noAutofit/>
            </a:bodyPr>
            <a:p>
              <a:pPr algn="just">
                <a:lnSpc>
                  <a:spcPct val="135000"/>
                </a:lnSpc>
                <a:tabLst>
                  <a:tab algn="l" pos="0"/>
                </a:tabLst>
              </a:pPr>
              <a:r>
                <a:rPr b="0" lang="en-US" sz="6100" strike="noStrike" u="none">
                  <a:solidFill>
                    <a:srgbClr val="131416"/>
                  </a:solidFill>
                  <a:effectLst/>
                  <a:uFillTx/>
                  <a:latin typeface="Impact"/>
                  <a:ea typeface="Impact"/>
                </a:rPr>
                <a:t>Herramientas populares de control de versiones</a:t>
              </a:r>
              <a:endParaRPr b="0" lang="es-GT" sz="6100" strike="noStrike" u="none">
                <a:solidFill>
                  <a:srgbClr val="000000"/>
                </a:solidFill>
                <a:effectLst/>
                <a:uFillTx/>
                <a:latin typeface="Arial"/>
              </a:endParaRPr>
            </a:p>
          </p:txBody>
        </p:sp>
      </p:grpSp>
      <p:sp>
        <p:nvSpPr>
          <p:cNvPr id="175" name="Google Shape;264;p7"/>
          <p:cNvSpPr/>
          <p:nvPr/>
        </p:nvSpPr>
        <p:spPr>
          <a:xfrm>
            <a:off x="9636840" y="3514320"/>
            <a:ext cx="8092440" cy="4872240"/>
          </a:xfrm>
          <a:custGeom>
            <a:avLst/>
            <a:gdLst>
              <a:gd name="textAreaLeft" fmla="*/ 0 w 8092440"/>
              <a:gd name="textAreaRight" fmla="*/ 8092800 w 8092440"/>
              <a:gd name="textAreaTop" fmla="*/ 0 h 4872240"/>
              <a:gd name="textAreaBottom" fmla="*/ 4872600 h 4872240"/>
            </a:gdLst>
            <a:ahLst/>
            <a:cxnLst/>
            <a:rect l="textAreaLeft" t="textAreaTop" r="textAreaRight" b="textAreaBottom"/>
            <a:pathLst>
              <a:path w="8092969" h="4872583">
                <a:moveTo>
                  <a:pt x="0" y="0"/>
                </a:moveTo>
                <a:lnTo>
                  <a:pt x="8092969" y="0"/>
                </a:lnTo>
                <a:lnTo>
                  <a:pt x="8092969" y="4872584"/>
                </a:lnTo>
                <a:lnTo>
                  <a:pt x="0" y="4872584"/>
                </a:lnTo>
                <a:lnTo>
                  <a:pt x="0" y="0"/>
                </a:lnTo>
                <a:close/>
              </a:path>
            </a:pathLst>
          </a:custGeom>
          <a:blipFill rotWithShape="0">
            <a:blip r:embed="rId1"/>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76" name="Google Shape;273;p8"/>
          <p:cNvGrpSpPr/>
          <p:nvPr/>
        </p:nvGrpSpPr>
        <p:grpSpPr>
          <a:xfrm>
            <a:off x="1421640" y="2118240"/>
            <a:ext cx="6300720" cy="6388560"/>
            <a:chOff x="1421640" y="2118240"/>
            <a:chExt cx="6300720" cy="6388560"/>
          </a:xfrm>
        </p:grpSpPr>
        <p:sp>
          <p:nvSpPr>
            <p:cNvPr id="177" name="Google Shape;274;p8"/>
            <p:cNvSpPr/>
            <p:nvPr/>
          </p:nvSpPr>
          <p:spPr>
            <a:xfrm>
              <a:off x="1421640" y="2203920"/>
              <a:ext cx="6300720" cy="6302880"/>
            </a:xfrm>
            <a:custGeom>
              <a:avLst/>
              <a:gdLst>
                <a:gd name="textAreaLeft" fmla="*/ 0 w 6300720"/>
                <a:gd name="textAreaRight" fmla="*/ 6301080 w 6300720"/>
                <a:gd name="textAreaTop" fmla="*/ 0 h 6302880"/>
                <a:gd name="textAreaBottom" fmla="*/ 6303240 h 6302880"/>
              </a:gdLst>
              <a:ahLst/>
              <a:cxnLst/>
              <a:rect l="textAreaLeft" t="textAreaTop" r="textAreaRight" b="textAreaBottom"/>
              <a:pathLst>
                <a:path w="8401200" h="8404400">
                  <a:moveTo>
                    <a:pt x="0" y="0"/>
                  </a:moveTo>
                  <a:lnTo>
                    <a:pt x="8401200" y="0"/>
                  </a:lnTo>
                  <a:lnTo>
                    <a:pt x="8401200" y="8404400"/>
                  </a:lnTo>
                  <a:lnTo>
                    <a:pt x="0" y="8404400"/>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78" name="Google Shape;275;p8"/>
            <p:cNvSpPr/>
            <p:nvPr/>
          </p:nvSpPr>
          <p:spPr>
            <a:xfrm>
              <a:off x="1421640" y="2118240"/>
              <a:ext cx="6300720" cy="6388560"/>
            </a:xfrm>
            <a:prstGeom prst="rect">
              <a:avLst/>
            </a:prstGeom>
            <a:noFill/>
            <a:ln w="0">
              <a:noFill/>
            </a:ln>
          </p:spPr>
          <p:style>
            <a:lnRef idx="0"/>
            <a:fillRef idx="0"/>
            <a:effectRef idx="0"/>
            <a:fontRef idx="minor"/>
          </p:style>
          <p:txBody>
            <a:bodyPr lIns="0" rIns="0" tIns="0" bIns="0" anchor="t">
              <a:noAutofit/>
            </a:bodyPr>
            <a:p>
              <a:pPr algn="just">
                <a:lnSpc>
                  <a:spcPct val="138000"/>
                </a:lnSpc>
                <a:tabLst>
                  <a:tab algn="l" pos="0"/>
                </a:tabLst>
              </a:pPr>
              <a:r>
                <a:rPr b="0" lang="en-US" sz="3000" strike="noStrike" u="none">
                  <a:solidFill>
                    <a:srgbClr val="131416"/>
                  </a:solidFill>
                  <a:effectLst/>
                  <a:uFillTx/>
                  <a:latin typeface="Arial"/>
                  <a:ea typeface="Arial"/>
                </a:rPr>
                <a:t>Git es un sistema de control de versiones distribuido, creado por Linus Torvalds en 2005. Es rápido, eficiente y diseñado para coordinar el trabajo entre desarrolladores.</a:t>
              </a:r>
              <a:endParaRPr b="0" lang="es-GT" sz="3000" strike="noStrike" u="none">
                <a:solidFill>
                  <a:srgbClr val="000000"/>
                </a:solidFill>
                <a:effectLst/>
                <a:uFillTx/>
                <a:latin typeface="Arial"/>
              </a:endParaRPr>
            </a:p>
            <a:p>
              <a:pPr algn="just">
                <a:lnSpc>
                  <a:spcPct val="138000"/>
                </a:lnSpc>
                <a:tabLst>
                  <a:tab algn="l" pos="0"/>
                </a:tabLst>
              </a:pPr>
              <a:r>
                <a:rPr b="0" lang="en-US" sz="3000" strike="noStrike" u="none">
                  <a:solidFill>
                    <a:srgbClr val="131416"/>
                  </a:solidFill>
                  <a:effectLst/>
                  <a:uFillTx/>
                  <a:latin typeface="Arial"/>
                  <a:ea typeface="Arial"/>
                </a:rPr>
                <a:t>Git no se limita a programadores: escritores, diseñadores y científicos también lo usan para gestionar cambios en sus proyectos.</a:t>
              </a:r>
              <a:endParaRPr b="0" lang="es-GT" sz="3000" strike="noStrike" u="none">
                <a:solidFill>
                  <a:srgbClr val="000000"/>
                </a:solidFill>
                <a:effectLst/>
                <a:uFillTx/>
                <a:latin typeface="Arial"/>
              </a:endParaRPr>
            </a:p>
            <a:p>
              <a:pPr algn="just">
                <a:lnSpc>
                  <a:spcPct val="138000"/>
                </a:lnSpc>
                <a:tabLst>
                  <a:tab algn="l" pos="0"/>
                </a:tabLst>
              </a:pPr>
              <a:endParaRPr b="0" lang="es-GT" sz="3000" strike="noStrike" u="none">
                <a:solidFill>
                  <a:srgbClr val="000000"/>
                </a:solidFill>
                <a:effectLst/>
                <a:uFillTx/>
                <a:latin typeface="Arial"/>
              </a:endParaRPr>
            </a:p>
          </p:txBody>
        </p:sp>
      </p:grpSp>
      <p:grpSp>
        <p:nvGrpSpPr>
          <p:cNvPr id="179" name="Google Shape;276;p8"/>
          <p:cNvGrpSpPr/>
          <p:nvPr/>
        </p:nvGrpSpPr>
        <p:grpSpPr>
          <a:xfrm>
            <a:off x="1680480" y="475560"/>
            <a:ext cx="15288480" cy="1255680"/>
            <a:chOff x="1680480" y="475560"/>
            <a:chExt cx="15288480" cy="1255680"/>
          </a:xfrm>
        </p:grpSpPr>
        <p:sp>
          <p:nvSpPr>
            <p:cNvPr id="180" name="Google Shape;277;p8"/>
            <p:cNvSpPr/>
            <p:nvPr/>
          </p:nvSpPr>
          <p:spPr>
            <a:xfrm>
              <a:off x="1680480" y="63252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81" name="Google Shape;278;p8"/>
            <p:cNvSpPr/>
            <p:nvPr/>
          </p:nvSpPr>
          <p:spPr>
            <a:xfrm>
              <a:off x="1680480" y="475560"/>
              <a:ext cx="15288480" cy="1255680"/>
            </a:xfrm>
            <a:prstGeom prst="rect">
              <a:avLst/>
            </a:prstGeom>
            <a:noFill/>
            <a:ln w="0">
              <a:noFill/>
            </a:ln>
          </p:spPr>
          <p:style>
            <a:lnRef idx="0"/>
            <a:fillRef idx="0"/>
            <a:effectRef idx="0"/>
            <a:fontRef idx="minor"/>
          </p:style>
          <p:txBody>
            <a:bodyPr lIns="0" rIns="0" tIns="0" bIns="0" anchor="t">
              <a:noAutofit/>
            </a:bodyPr>
            <a:p>
              <a:pPr algn="just">
                <a:lnSpc>
                  <a:spcPct val="135000"/>
                </a:lnSpc>
                <a:tabLst>
                  <a:tab algn="l" pos="0"/>
                </a:tabLst>
              </a:pPr>
              <a:r>
                <a:rPr b="0" lang="en-US" sz="6100" strike="noStrike" u="none">
                  <a:solidFill>
                    <a:srgbClr val="131416"/>
                  </a:solidFill>
                  <a:effectLst/>
                  <a:uFillTx/>
                  <a:latin typeface="Impact"/>
                  <a:ea typeface="Impact"/>
                </a:rPr>
                <a:t>Introducción a Git</a:t>
              </a:r>
              <a:endParaRPr b="0" lang="es-GT" sz="6100" strike="noStrike" u="none">
                <a:solidFill>
                  <a:srgbClr val="000000"/>
                </a:solidFill>
                <a:effectLst/>
                <a:uFillTx/>
                <a:latin typeface="Arial"/>
              </a:endParaRPr>
            </a:p>
          </p:txBody>
        </p:sp>
      </p:grpSp>
      <p:sp>
        <p:nvSpPr>
          <p:cNvPr id="182" name="Google Shape;279;p8"/>
          <p:cNvSpPr/>
          <p:nvPr/>
        </p:nvSpPr>
        <p:spPr>
          <a:xfrm>
            <a:off x="8425440" y="3429000"/>
            <a:ext cx="9576720" cy="4520160"/>
          </a:xfrm>
          <a:custGeom>
            <a:avLst/>
            <a:gdLst>
              <a:gd name="textAreaLeft" fmla="*/ 0 w 9576720"/>
              <a:gd name="textAreaRight" fmla="*/ 9577080 w 9576720"/>
              <a:gd name="textAreaTop" fmla="*/ 0 h 4520160"/>
              <a:gd name="textAreaBottom" fmla="*/ 4520520 h 4520160"/>
            </a:gdLst>
            <a:ahLst/>
            <a:cxnLst/>
            <a:rect l="textAreaLeft" t="textAreaTop" r="textAreaRight" b="textAreaBottom"/>
            <a:pathLst>
              <a:path w="9577211" h="4520504">
                <a:moveTo>
                  <a:pt x="0" y="0"/>
                </a:moveTo>
                <a:lnTo>
                  <a:pt x="9577212" y="0"/>
                </a:lnTo>
                <a:lnTo>
                  <a:pt x="9577212" y="4520504"/>
                </a:lnTo>
                <a:lnTo>
                  <a:pt x="0" y="4520504"/>
                </a:lnTo>
                <a:lnTo>
                  <a:pt x="0" y="0"/>
                </a:lnTo>
                <a:close/>
              </a:path>
            </a:pathLst>
          </a:custGeom>
          <a:blipFill rotWithShape="0">
            <a:blip r:embed="rId1"/>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83" name="Google Shape;288;p9"/>
          <p:cNvGrpSpPr/>
          <p:nvPr/>
        </p:nvGrpSpPr>
        <p:grpSpPr>
          <a:xfrm>
            <a:off x="1421640" y="2111040"/>
            <a:ext cx="15975360" cy="3439800"/>
            <a:chOff x="1421640" y="2111040"/>
            <a:chExt cx="15975360" cy="3439800"/>
          </a:xfrm>
        </p:grpSpPr>
        <p:sp>
          <p:nvSpPr>
            <p:cNvPr id="184" name="Google Shape;289;p9"/>
            <p:cNvSpPr/>
            <p:nvPr/>
          </p:nvSpPr>
          <p:spPr>
            <a:xfrm>
              <a:off x="1421640" y="2203920"/>
              <a:ext cx="15975360" cy="3346920"/>
            </a:xfrm>
            <a:custGeom>
              <a:avLst/>
              <a:gdLst>
                <a:gd name="textAreaLeft" fmla="*/ 0 w 15975360"/>
                <a:gd name="textAreaRight" fmla="*/ 15975720 w 15975360"/>
                <a:gd name="textAreaTop" fmla="*/ 0 h 3346920"/>
                <a:gd name="textAreaBottom" fmla="*/ 3347280 h 3346920"/>
              </a:gdLst>
              <a:ahLst/>
              <a:cxnLst/>
              <a:rect l="textAreaLeft" t="textAreaTop" r="textAreaRight" b="textAreaBottom"/>
              <a:pathLst>
                <a:path w="21300801" h="4462949">
                  <a:moveTo>
                    <a:pt x="0" y="0"/>
                  </a:moveTo>
                  <a:lnTo>
                    <a:pt x="21300801" y="0"/>
                  </a:lnTo>
                  <a:lnTo>
                    <a:pt x="21300801" y="4462949"/>
                  </a:lnTo>
                  <a:lnTo>
                    <a:pt x="0" y="4462949"/>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85" name="Google Shape;290;p9"/>
            <p:cNvSpPr/>
            <p:nvPr/>
          </p:nvSpPr>
          <p:spPr>
            <a:xfrm>
              <a:off x="1421640" y="2111040"/>
              <a:ext cx="15975360" cy="3439800"/>
            </a:xfrm>
            <a:prstGeom prst="rect">
              <a:avLst/>
            </a:prstGeom>
            <a:noFill/>
            <a:ln w="0">
              <a:noFill/>
            </a:ln>
          </p:spPr>
          <p:style>
            <a:lnRef idx="0"/>
            <a:fillRef idx="0"/>
            <a:effectRef idx="0"/>
            <a:fontRef idx="minor"/>
          </p:style>
          <p:txBody>
            <a:bodyPr lIns="0" rIns="0" tIns="0" bIns="0" anchor="t">
              <a:noAutofit/>
            </a:bodyPr>
            <a:p>
              <a:pPr lvl="1" marL="690840" indent="-345600" algn="just">
                <a:lnSpc>
                  <a:spcPct val="138000"/>
                </a:lnSpc>
                <a:buClr>
                  <a:srgbClr val="131416"/>
                </a:buClr>
                <a:buFont typeface="Arial"/>
                <a:buChar char="•"/>
              </a:pPr>
              <a:r>
                <a:rPr b="0" lang="en-US" sz="3200" strike="noStrike" u="none">
                  <a:solidFill>
                    <a:srgbClr val="131416"/>
                  </a:solidFill>
                  <a:effectLst/>
                  <a:uFillTx/>
                  <a:latin typeface="Arial"/>
                  <a:ea typeface="Arial"/>
                </a:rPr>
                <a:t>Windows: Descargar desde </a:t>
              </a:r>
              <a:r>
                <a:rPr b="0" lang="en-US" sz="3200" strike="noStrike" u="sng">
                  <a:solidFill>
                    <a:srgbClr val="131416"/>
                  </a:solidFill>
                  <a:effectLst/>
                  <a:uFillTx/>
                  <a:latin typeface="Arial"/>
                  <a:ea typeface="Arial"/>
                  <a:hlinkClick r:id="rId1"/>
                </a:rPr>
                <a:t>git-scm.com</a:t>
              </a:r>
              <a:r>
                <a:rPr b="0" lang="en-US" sz="3200" strike="noStrike" u="none">
                  <a:solidFill>
                    <a:srgbClr val="131416"/>
                  </a:solidFill>
                  <a:effectLst/>
                  <a:uFillTx/>
                  <a:latin typeface="Arial"/>
                  <a:ea typeface="Arial"/>
                </a:rPr>
                <a:t>.</a:t>
              </a:r>
              <a:endParaRPr b="0" lang="es-GT" sz="3200" strike="noStrike" u="none">
                <a:solidFill>
                  <a:srgbClr val="000000"/>
                </a:solidFill>
                <a:effectLst/>
                <a:uFillTx/>
                <a:latin typeface="Arial"/>
              </a:endParaRPr>
            </a:p>
            <a:p>
              <a:pPr lvl="1" marL="690840" indent="-345600" algn="just">
                <a:lnSpc>
                  <a:spcPct val="138000"/>
                </a:lnSpc>
                <a:buClr>
                  <a:srgbClr val="131416"/>
                </a:buClr>
                <a:buFont typeface="Arial"/>
                <a:buChar char="•"/>
              </a:pPr>
              <a:r>
                <a:rPr b="0" lang="en-US" sz="3200" strike="noStrike" u="none">
                  <a:solidFill>
                    <a:srgbClr val="131416"/>
                  </a:solidFill>
                  <a:effectLst/>
                  <a:uFillTx/>
                  <a:latin typeface="Arial"/>
                  <a:ea typeface="Arial"/>
                </a:rPr>
                <a:t>Linux: sudo apt install git</a:t>
              </a:r>
              <a:endParaRPr b="0" lang="es-GT" sz="3200" strike="noStrike" u="none">
                <a:solidFill>
                  <a:srgbClr val="000000"/>
                </a:solidFill>
                <a:effectLst/>
                <a:uFillTx/>
                <a:latin typeface="Arial"/>
              </a:endParaRPr>
            </a:p>
            <a:p>
              <a:pPr lvl="1" marL="690840" indent="-345600" algn="just">
                <a:lnSpc>
                  <a:spcPct val="138000"/>
                </a:lnSpc>
                <a:buClr>
                  <a:srgbClr val="131416"/>
                </a:buClr>
                <a:buFont typeface="Arial"/>
                <a:buChar char="•"/>
              </a:pPr>
              <a:r>
                <a:rPr b="0" lang="en-US" sz="3200" strike="noStrike" u="none">
                  <a:solidFill>
                    <a:srgbClr val="131416"/>
                  </a:solidFill>
                  <a:effectLst/>
                  <a:uFillTx/>
                  <a:latin typeface="Arial"/>
                  <a:ea typeface="Arial"/>
                </a:rPr>
                <a:t>Mac: brew install git</a:t>
              </a:r>
              <a:endParaRPr b="0" lang="es-GT" sz="3200" strike="noStrike" u="none">
                <a:solidFill>
                  <a:srgbClr val="000000"/>
                </a:solidFill>
                <a:effectLst/>
                <a:uFillTx/>
                <a:latin typeface="Arial"/>
              </a:endParaRPr>
            </a:p>
            <a:p>
              <a:pPr lvl="1" marL="690840" indent="-345600" algn="just">
                <a:lnSpc>
                  <a:spcPct val="138000"/>
                </a:lnSpc>
                <a:buClr>
                  <a:srgbClr val="131416"/>
                </a:buClr>
                <a:buFont typeface="Arial"/>
                <a:buChar char="•"/>
              </a:pPr>
              <a:r>
                <a:rPr b="0" lang="en-US" sz="3200" strike="noStrike" u="none">
                  <a:solidFill>
                    <a:srgbClr val="131416"/>
                  </a:solidFill>
                  <a:effectLst/>
                  <a:uFillTx/>
                  <a:latin typeface="Arial"/>
                  <a:ea typeface="Arial"/>
                </a:rPr>
                <a:t>Verificar instalación: git --version</a:t>
              </a:r>
              <a:endParaRPr b="0" lang="es-GT" sz="3200" strike="noStrike" u="none">
                <a:solidFill>
                  <a:srgbClr val="000000"/>
                </a:solidFill>
                <a:effectLst/>
                <a:uFillTx/>
                <a:latin typeface="Arial"/>
              </a:endParaRPr>
            </a:p>
            <a:p>
              <a:pPr algn="just">
                <a:lnSpc>
                  <a:spcPct val="138000"/>
                </a:lnSpc>
                <a:tabLst>
                  <a:tab algn="l" pos="0"/>
                </a:tabLst>
              </a:pPr>
              <a:r>
                <a:rPr b="0" lang="en-US" sz="3200" strike="noStrike" u="none">
                  <a:solidFill>
                    <a:srgbClr val="131416"/>
                  </a:solidFill>
                  <a:effectLst/>
                  <a:uFillTx/>
                  <a:latin typeface="Arial"/>
                  <a:ea typeface="Arial"/>
                </a:rPr>
                <a:t> </a:t>
              </a:r>
              <a:endParaRPr b="0" lang="es-GT" sz="3200" strike="noStrike" u="none">
                <a:solidFill>
                  <a:srgbClr val="000000"/>
                </a:solidFill>
                <a:effectLst/>
                <a:uFillTx/>
                <a:latin typeface="Arial"/>
              </a:endParaRPr>
            </a:p>
            <a:p>
              <a:pPr algn="just">
                <a:lnSpc>
                  <a:spcPct val="138000"/>
                </a:lnSpc>
                <a:tabLst>
                  <a:tab algn="l" pos="0"/>
                </a:tabLst>
              </a:pPr>
              <a:endParaRPr b="0" lang="es-GT" sz="3200" strike="noStrike" u="none">
                <a:solidFill>
                  <a:srgbClr val="000000"/>
                </a:solidFill>
                <a:effectLst/>
                <a:uFillTx/>
                <a:latin typeface="Arial"/>
              </a:endParaRPr>
            </a:p>
          </p:txBody>
        </p:sp>
      </p:grpSp>
      <p:grpSp>
        <p:nvGrpSpPr>
          <p:cNvPr id="186" name="Google Shape;291;p9"/>
          <p:cNvGrpSpPr/>
          <p:nvPr/>
        </p:nvGrpSpPr>
        <p:grpSpPr>
          <a:xfrm>
            <a:off x="1374840" y="497160"/>
            <a:ext cx="15288480" cy="1256040"/>
            <a:chOff x="1374840" y="497160"/>
            <a:chExt cx="15288480" cy="1256040"/>
          </a:xfrm>
        </p:grpSpPr>
        <p:sp>
          <p:nvSpPr>
            <p:cNvPr id="187" name="Google Shape;292;p9"/>
            <p:cNvSpPr/>
            <p:nvPr/>
          </p:nvSpPr>
          <p:spPr>
            <a:xfrm>
              <a:off x="1374840" y="65448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88" name="Google Shape;293;p9"/>
            <p:cNvSpPr/>
            <p:nvPr/>
          </p:nvSpPr>
          <p:spPr>
            <a:xfrm>
              <a:off x="1374840" y="497160"/>
              <a:ext cx="15288480" cy="1255680"/>
            </a:xfrm>
            <a:prstGeom prst="rect">
              <a:avLst/>
            </a:prstGeom>
            <a:noFill/>
            <a:ln w="0">
              <a:noFill/>
            </a:ln>
          </p:spPr>
          <p:style>
            <a:lnRef idx="0"/>
            <a:fillRef idx="0"/>
            <a:effectRef idx="0"/>
            <a:fontRef idx="minor"/>
          </p:style>
          <p:txBody>
            <a:bodyPr lIns="0" rIns="0" tIns="0" bIns="0" anchor="t">
              <a:noAutofit/>
            </a:bodyPr>
            <a:p>
              <a:pPr algn="just">
                <a:lnSpc>
                  <a:spcPct val="135000"/>
                </a:lnSpc>
                <a:tabLst>
                  <a:tab algn="l" pos="0"/>
                </a:tabLst>
              </a:pPr>
              <a:r>
                <a:rPr b="0" lang="en-US" sz="6100" strike="noStrike" u="none">
                  <a:solidFill>
                    <a:srgbClr val="131416"/>
                  </a:solidFill>
                  <a:effectLst/>
                  <a:uFillTx/>
                  <a:latin typeface="Impact"/>
                  <a:ea typeface="Impact"/>
                </a:rPr>
                <a:t>Instalación de Git</a:t>
              </a:r>
              <a:endParaRPr b="0" lang="es-GT" sz="61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89" name="Google Shape;302;p10"/>
          <p:cNvGrpSpPr/>
          <p:nvPr/>
        </p:nvGrpSpPr>
        <p:grpSpPr>
          <a:xfrm>
            <a:off x="1374840" y="764640"/>
            <a:ext cx="15288480" cy="1255680"/>
            <a:chOff x="1374840" y="764640"/>
            <a:chExt cx="15288480" cy="1255680"/>
          </a:xfrm>
        </p:grpSpPr>
        <p:sp>
          <p:nvSpPr>
            <p:cNvPr id="190" name="Google Shape;303;p10"/>
            <p:cNvSpPr/>
            <p:nvPr/>
          </p:nvSpPr>
          <p:spPr>
            <a:xfrm>
              <a:off x="1374840" y="92160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91" name="Google Shape;304;p10"/>
            <p:cNvSpPr/>
            <p:nvPr/>
          </p:nvSpPr>
          <p:spPr>
            <a:xfrm>
              <a:off x="1374840" y="764640"/>
              <a:ext cx="15288480" cy="1255680"/>
            </a:xfrm>
            <a:prstGeom prst="rect">
              <a:avLst/>
            </a:prstGeom>
            <a:noFill/>
            <a:ln w="0">
              <a:noFill/>
            </a:ln>
          </p:spPr>
          <p:style>
            <a:lnRef idx="0"/>
            <a:fillRef idx="0"/>
            <a:effectRef idx="0"/>
            <a:fontRef idx="minor"/>
          </p:style>
          <p:txBody>
            <a:bodyPr lIns="0" rIns="0" tIns="0" bIns="0" anchor="t">
              <a:noAutofit/>
            </a:bodyPr>
            <a:p>
              <a:pPr algn="just">
                <a:lnSpc>
                  <a:spcPct val="135000"/>
                </a:lnSpc>
                <a:tabLst>
                  <a:tab algn="l" pos="0"/>
                </a:tabLst>
              </a:pPr>
              <a:r>
                <a:rPr b="0" lang="en-US" sz="6100" strike="noStrike" u="none">
                  <a:solidFill>
                    <a:srgbClr val="131416"/>
                  </a:solidFill>
                  <a:effectLst/>
                  <a:uFillTx/>
                  <a:latin typeface="Impact"/>
                  <a:ea typeface="Impact"/>
                </a:rPr>
                <a:t>¿Qué es un repositorio?</a:t>
              </a:r>
              <a:endParaRPr b="0" lang="es-GT" sz="6100" strike="noStrike" u="none">
                <a:solidFill>
                  <a:srgbClr val="000000"/>
                </a:solidFill>
                <a:effectLst/>
                <a:uFillTx/>
                <a:latin typeface="Arial"/>
              </a:endParaRPr>
            </a:p>
          </p:txBody>
        </p:sp>
      </p:grpSp>
      <p:grpSp>
        <p:nvGrpSpPr>
          <p:cNvPr id="192" name="Google Shape;305;p10"/>
          <p:cNvGrpSpPr/>
          <p:nvPr/>
        </p:nvGrpSpPr>
        <p:grpSpPr>
          <a:xfrm>
            <a:off x="1543680" y="2378880"/>
            <a:ext cx="15200640" cy="3484800"/>
            <a:chOff x="1543680" y="2378880"/>
            <a:chExt cx="15200640" cy="3484800"/>
          </a:xfrm>
        </p:grpSpPr>
        <p:sp>
          <p:nvSpPr>
            <p:cNvPr id="193" name="Google Shape;306;p10"/>
            <p:cNvSpPr/>
            <p:nvPr/>
          </p:nvSpPr>
          <p:spPr>
            <a:xfrm>
              <a:off x="1543680" y="2464560"/>
              <a:ext cx="15200640" cy="3399120"/>
            </a:xfrm>
            <a:custGeom>
              <a:avLst/>
              <a:gdLst>
                <a:gd name="textAreaLeft" fmla="*/ 0 w 15200640"/>
                <a:gd name="textAreaRight" fmla="*/ 15201000 w 15200640"/>
                <a:gd name="textAreaTop" fmla="*/ 0 h 3399120"/>
                <a:gd name="textAreaBottom" fmla="*/ 3399480 h 3399120"/>
              </a:gdLst>
              <a:ahLst/>
              <a:cxnLst/>
              <a:rect l="textAreaLeft" t="textAreaTop" r="textAreaRight" b="textAreaBottom"/>
              <a:pathLst>
                <a:path w="20268000" h="4532408">
                  <a:moveTo>
                    <a:pt x="0" y="0"/>
                  </a:moveTo>
                  <a:lnTo>
                    <a:pt x="20268000" y="0"/>
                  </a:lnTo>
                  <a:lnTo>
                    <a:pt x="20268000" y="4532408"/>
                  </a:lnTo>
                  <a:lnTo>
                    <a:pt x="0" y="4532408"/>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94" name="Google Shape;307;p10"/>
            <p:cNvSpPr/>
            <p:nvPr/>
          </p:nvSpPr>
          <p:spPr>
            <a:xfrm>
              <a:off x="1543680" y="2378880"/>
              <a:ext cx="15200640" cy="3484800"/>
            </a:xfrm>
            <a:prstGeom prst="rect">
              <a:avLst/>
            </a:prstGeom>
            <a:noFill/>
            <a:ln w="0">
              <a:noFill/>
            </a:ln>
          </p:spPr>
          <p:style>
            <a:lnRef idx="0"/>
            <a:fillRef idx="0"/>
            <a:effectRef idx="0"/>
            <a:fontRef idx="minor"/>
          </p:style>
          <p:txBody>
            <a:bodyPr lIns="0" rIns="0" tIns="0" bIns="0" anchor="t">
              <a:noAutofit/>
            </a:bodyPr>
            <a:p>
              <a:pPr>
                <a:lnSpc>
                  <a:spcPct val="138000"/>
                </a:lnSpc>
                <a:tabLst>
                  <a:tab algn="l" pos="0"/>
                </a:tabLst>
              </a:pPr>
              <a:r>
                <a:rPr b="0" lang="en-US" sz="3200" strike="noStrike" u="none">
                  <a:solidFill>
                    <a:srgbClr val="000000"/>
                  </a:solidFill>
                  <a:effectLst/>
                  <a:uFillTx/>
                  <a:latin typeface="Calibri"/>
                  <a:ea typeface="Calibri"/>
                </a:rPr>
                <a:t>Un repositorio es un espacio donde se almacena toda la información del proyecto y su historial de cambios. Existen dos tipos:</a:t>
              </a:r>
              <a:endParaRPr b="0" lang="es-GT" sz="3200" strike="noStrike" u="none">
                <a:solidFill>
                  <a:srgbClr val="000000"/>
                </a:solidFill>
                <a:effectLst/>
                <a:uFillTx/>
                <a:latin typeface="Arial"/>
              </a:endParaRPr>
            </a:p>
            <a:p>
              <a:pPr lvl="1" marL="690840" indent="-345600">
                <a:lnSpc>
                  <a:spcPct val="138000"/>
                </a:lnSpc>
                <a:buClr>
                  <a:srgbClr val="000000"/>
                </a:buClr>
                <a:buFont typeface="Arial"/>
                <a:buChar char="•"/>
                <a:tabLst>
                  <a:tab algn="l" pos="0"/>
                </a:tabLst>
              </a:pPr>
              <a:r>
                <a:rPr b="0" lang="en-US" sz="3200" strike="noStrike" u="none">
                  <a:solidFill>
                    <a:srgbClr val="000000"/>
                  </a:solidFill>
                  <a:effectLst/>
                  <a:uFillTx/>
                  <a:latin typeface="Calibri"/>
                  <a:ea typeface="Calibri"/>
                </a:rPr>
                <a:t>Repositorio local: Se encuentra en el equipo del desarrollador.</a:t>
              </a:r>
              <a:endParaRPr b="0" lang="es-GT" sz="3200" strike="noStrike" u="none">
                <a:solidFill>
                  <a:srgbClr val="000000"/>
                </a:solidFill>
                <a:effectLst/>
                <a:uFillTx/>
                <a:latin typeface="Arial"/>
              </a:endParaRPr>
            </a:p>
            <a:p>
              <a:pPr lvl="1" marL="690840" indent="-345600">
                <a:lnSpc>
                  <a:spcPct val="138000"/>
                </a:lnSpc>
                <a:buClr>
                  <a:srgbClr val="000000"/>
                </a:buClr>
                <a:buFont typeface="Arial"/>
                <a:buChar char="•"/>
                <a:tabLst>
                  <a:tab algn="l" pos="0"/>
                </a:tabLst>
              </a:pPr>
              <a:r>
                <a:rPr b="0" lang="en-US" sz="3200" strike="noStrike" u="none">
                  <a:solidFill>
                    <a:srgbClr val="000000"/>
                  </a:solidFill>
                  <a:effectLst/>
                  <a:uFillTx/>
                  <a:latin typeface="Calibri"/>
                  <a:ea typeface="Calibri"/>
                </a:rPr>
                <a:t>Repositorio remoto: Está alojado en servicios en línea como GitHub, GitLab o Bitbucket.</a:t>
              </a:r>
              <a:endParaRPr b="0" lang="es-GT" sz="3200" strike="noStrike" u="none">
                <a:solidFill>
                  <a:srgbClr val="000000"/>
                </a:solidFill>
                <a:effectLst/>
                <a:uFillTx/>
                <a:latin typeface="Arial"/>
              </a:endParaRPr>
            </a:p>
            <a:p>
              <a:pPr>
                <a:lnSpc>
                  <a:spcPct val="138000"/>
                </a:lnSpc>
                <a:tabLst>
                  <a:tab algn="l" pos="0"/>
                </a:tabLst>
              </a:pPr>
              <a:r>
                <a:rPr b="0" lang="en-US" sz="3200" strike="noStrike" u="none">
                  <a:solidFill>
                    <a:srgbClr val="000000"/>
                  </a:solidFill>
                  <a:effectLst/>
                  <a:uFillTx/>
                  <a:latin typeface="Calibri"/>
                  <a:ea typeface="Calibri"/>
                </a:rPr>
                <a:t>La conexión entre ambos permite trabajar de forma flexible y colaborativa.</a:t>
              </a:r>
              <a:endParaRPr b="0" lang="es-GT" sz="3200" strike="noStrike" u="none">
                <a:solidFill>
                  <a:srgbClr val="000000"/>
                </a:solidFill>
                <a:effectLst/>
                <a:uFillTx/>
                <a:latin typeface="Arial"/>
              </a:endParaRPr>
            </a:p>
            <a:p>
              <a:pPr>
                <a:lnSpc>
                  <a:spcPct val="138000"/>
                </a:lnSpc>
                <a:tabLst>
                  <a:tab algn="l" pos="0"/>
                </a:tabLst>
              </a:pPr>
              <a:endParaRPr b="0" lang="es-GT" sz="32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95" name="Google Shape;316;p11"/>
          <p:cNvGrpSpPr/>
          <p:nvPr/>
        </p:nvGrpSpPr>
        <p:grpSpPr>
          <a:xfrm>
            <a:off x="1374840" y="764640"/>
            <a:ext cx="15288480" cy="1255680"/>
            <a:chOff x="1374840" y="764640"/>
            <a:chExt cx="15288480" cy="1255680"/>
          </a:xfrm>
        </p:grpSpPr>
        <p:sp>
          <p:nvSpPr>
            <p:cNvPr id="196" name="Google Shape;317;p11"/>
            <p:cNvSpPr/>
            <p:nvPr/>
          </p:nvSpPr>
          <p:spPr>
            <a:xfrm>
              <a:off x="1374840" y="92160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197" name="Google Shape;318;p11"/>
            <p:cNvSpPr/>
            <p:nvPr/>
          </p:nvSpPr>
          <p:spPr>
            <a:xfrm>
              <a:off x="1374840" y="764640"/>
              <a:ext cx="15288480" cy="1255680"/>
            </a:xfrm>
            <a:prstGeom prst="rect">
              <a:avLst/>
            </a:prstGeom>
            <a:noFill/>
            <a:ln w="0">
              <a:noFill/>
            </a:ln>
          </p:spPr>
          <p:style>
            <a:lnRef idx="0"/>
            <a:fillRef idx="0"/>
            <a:effectRef idx="0"/>
            <a:fontRef idx="minor"/>
          </p:style>
          <p:txBody>
            <a:bodyPr lIns="0" rIns="0" tIns="0" bIns="0" anchor="t">
              <a:noAutofit/>
            </a:bodyPr>
            <a:p>
              <a:pPr algn="just">
                <a:lnSpc>
                  <a:spcPct val="135000"/>
                </a:lnSpc>
                <a:tabLst>
                  <a:tab algn="l" pos="0"/>
                </a:tabLst>
              </a:pPr>
              <a:r>
                <a:rPr b="0" lang="en-US" sz="6100" strike="noStrike" u="none">
                  <a:solidFill>
                    <a:srgbClr val="131416"/>
                  </a:solidFill>
                  <a:effectLst/>
                  <a:uFillTx/>
                  <a:latin typeface="Impact"/>
                  <a:ea typeface="Impact"/>
                </a:rPr>
                <a:t>Ciclo de trabajo básico en Git</a:t>
              </a:r>
              <a:endParaRPr b="0" lang="es-GT" sz="6100" strike="noStrike" u="none">
                <a:solidFill>
                  <a:srgbClr val="000000"/>
                </a:solidFill>
                <a:effectLst/>
                <a:uFillTx/>
                <a:latin typeface="Arial"/>
              </a:endParaRPr>
            </a:p>
          </p:txBody>
        </p:sp>
      </p:grpSp>
      <p:grpSp>
        <p:nvGrpSpPr>
          <p:cNvPr id="198" name="Google Shape;319;p11"/>
          <p:cNvGrpSpPr/>
          <p:nvPr/>
        </p:nvGrpSpPr>
        <p:grpSpPr>
          <a:xfrm>
            <a:off x="1543680" y="3081960"/>
            <a:ext cx="15200640" cy="4037040"/>
            <a:chOff x="1543680" y="3081960"/>
            <a:chExt cx="15200640" cy="4037040"/>
          </a:xfrm>
        </p:grpSpPr>
        <p:sp>
          <p:nvSpPr>
            <p:cNvPr id="199" name="Google Shape;320;p11"/>
            <p:cNvSpPr/>
            <p:nvPr/>
          </p:nvSpPr>
          <p:spPr>
            <a:xfrm>
              <a:off x="1543680" y="3167640"/>
              <a:ext cx="15200640" cy="3951360"/>
            </a:xfrm>
            <a:custGeom>
              <a:avLst/>
              <a:gdLst>
                <a:gd name="textAreaLeft" fmla="*/ 0 w 15200640"/>
                <a:gd name="textAreaRight" fmla="*/ 15201000 w 15200640"/>
                <a:gd name="textAreaTop" fmla="*/ 0 h 3951360"/>
                <a:gd name="textAreaBottom" fmla="*/ 3951720 h 3951360"/>
              </a:gdLst>
              <a:ahLst/>
              <a:cxnLst/>
              <a:rect l="textAreaLeft" t="textAreaTop" r="textAreaRight" b="textAreaBottom"/>
              <a:pathLst>
                <a:path w="20268000" h="5269007">
                  <a:moveTo>
                    <a:pt x="0" y="0"/>
                  </a:moveTo>
                  <a:lnTo>
                    <a:pt x="20268000" y="0"/>
                  </a:lnTo>
                  <a:lnTo>
                    <a:pt x="20268000" y="5269007"/>
                  </a:lnTo>
                  <a:lnTo>
                    <a:pt x="0" y="5269007"/>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00" name="Google Shape;321;p11"/>
            <p:cNvSpPr/>
            <p:nvPr/>
          </p:nvSpPr>
          <p:spPr>
            <a:xfrm>
              <a:off x="1543680" y="3081960"/>
              <a:ext cx="15200640" cy="4037040"/>
            </a:xfrm>
            <a:prstGeom prst="rect">
              <a:avLst/>
            </a:prstGeom>
            <a:noFill/>
            <a:ln w="0">
              <a:noFill/>
            </a:ln>
          </p:spPr>
          <p:style>
            <a:lnRef idx="0"/>
            <a:fillRef idx="0"/>
            <a:effectRef idx="0"/>
            <a:fontRef idx="minor"/>
          </p:style>
          <p:txBody>
            <a:bodyPr lIns="0" rIns="0" tIns="0" bIns="0" anchor="t">
              <a:noAutofit/>
            </a:bodyPr>
            <a:p>
              <a:pPr>
                <a:lnSpc>
                  <a:spcPct val="138000"/>
                </a:lnSpc>
                <a:tabLst>
                  <a:tab algn="l" pos="0"/>
                </a:tabLst>
              </a:pPr>
              <a:r>
                <a:rPr b="0" lang="en-US" sz="3200" strike="noStrike" u="none">
                  <a:solidFill>
                    <a:srgbClr val="000000"/>
                  </a:solidFill>
                  <a:effectLst/>
                  <a:uFillTx/>
                  <a:latin typeface="Calibri"/>
                  <a:ea typeface="Calibri"/>
                </a:rPr>
                <a:t>Git organiza el trabajo en varias etapas:</a:t>
              </a:r>
              <a:endParaRPr b="0" lang="es-GT" sz="3200" strike="noStrike" u="none">
                <a:solidFill>
                  <a:srgbClr val="000000"/>
                </a:solidFill>
                <a:effectLst/>
                <a:uFillTx/>
                <a:latin typeface="Arial"/>
              </a:endParaRPr>
            </a:p>
            <a:p>
              <a:pPr lvl="1" marL="690840" indent="-345600">
                <a:lnSpc>
                  <a:spcPct val="138000"/>
                </a:lnSpc>
                <a:buClr>
                  <a:srgbClr val="000000"/>
                </a:buClr>
                <a:buFont typeface="Arial"/>
                <a:buChar char="•"/>
                <a:tabLst>
                  <a:tab algn="l" pos="0"/>
                </a:tabLst>
              </a:pPr>
              <a:r>
                <a:rPr b="0" lang="en-US" sz="3200" strike="noStrike" u="none">
                  <a:solidFill>
                    <a:srgbClr val="000000"/>
                  </a:solidFill>
                  <a:effectLst/>
                  <a:uFillTx/>
                  <a:latin typeface="Calibri"/>
                  <a:ea typeface="Calibri"/>
                </a:rPr>
                <a:t>Se crean o modifican archivos dentro del proyecto.</a:t>
              </a:r>
              <a:endParaRPr b="0" lang="es-GT" sz="3200" strike="noStrike" u="none">
                <a:solidFill>
                  <a:srgbClr val="000000"/>
                </a:solidFill>
                <a:effectLst/>
                <a:uFillTx/>
                <a:latin typeface="Arial"/>
              </a:endParaRPr>
            </a:p>
            <a:p>
              <a:pPr lvl="1" marL="690840" indent="-345600">
                <a:lnSpc>
                  <a:spcPct val="138000"/>
                </a:lnSpc>
                <a:buClr>
                  <a:srgbClr val="000000"/>
                </a:buClr>
                <a:buFont typeface="Arial"/>
                <a:buChar char="•"/>
                <a:tabLst>
                  <a:tab algn="l" pos="0"/>
                </a:tabLst>
              </a:pPr>
              <a:r>
                <a:rPr b="0" lang="en-US" sz="3200" strike="noStrike" u="none">
                  <a:solidFill>
                    <a:srgbClr val="000000"/>
                  </a:solidFill>
                  <a:effectLst/>
                  <a:uFillTx/>
                  <a:latin typeface="Calibri"/>
                  <a:ea typeface="Calibri"/>
                </a:rPr>
                <a:t>Se seleccionan los archivos que se desean guardar mediante una acción llamada “preparación”.</a:t>
              </a:r>
              <a:endParaRPr b="0" lang="es-GT" sz="3200" strike="noStrike" u="none">
                <a:solidFill>
                  <a:srgbClr val="000000"/>
                </a:solidFill>
                <a:effectLst/>
                <a:uFillTx/>
                <a:latin typeface="Arial"/>
              </a:endParaRPr>
            </a:p>
            <a:p>
              <a:pPr lvl="1" marL="690840" indent="-345600">
                <a:lnSpc>
                  <a:spcPct val="138000"/>
                </a:lnSpc>
                <a:buClr>
                  <a:srgbClr val="000000"/>
                </a:buClr>
                <a:buFont typeface="Arial"/>
                <a:buChar char="•"/>
                <a:tabLst>
                  <a:tab algn="l" pos="0"/>
                </a:tabLst>
              </a:pPr>
              <a:r>
                <a:rPr b="0" lang="en-US" sz="3200" strike="noStrike" u="none">
                  <a:solidFill>
                    <a:srgbClr val="000000"/>
                  </a:solidFill>
                  <a:effectLst/>
                  <a:uFillTx/>
                  <a:latin typeface="Calibri"/>
                  <a:ea typeface="Calibri"/>
                </a:rPr>
                <a:t>Finalmente, se registra el cambio en el historial con un mensaje descriptivo.</a:t>
              </a:r>
              <a:endParaRPr b="0" lang="es-GT" sz="3200" strike="noStrike" u="none">
                <a:solidFill>
                  <a:srgbClr val="000000"/>
                </a:solidFill>
                <a:effectLst/>
                <a:uFillTx/>
                <a:latin typeface="Arial"/>
              </a:endParaRPr>
            </a:p>
            <a:p>
              <a:pPr>
                <a:lnSpc>
                  <a:spcPct val="138000"/>
                </a:lnSpc>
                <a:tabLst>
                  <a:tab algn="l" pos="0"/>
                </a:tabLst>
              </a:pPr>
              <a:r>
                <a:rPr b="0" lang="en-US" sz="3200" strike="noStrike" u="none">
                  <a:solidFill>
                    <a:srgbClr val="000000"/>
                  </a:solidFill>
                  <a:effectLst/>
                  <a:uFillTx/>
                  <a:latin typeface="Calibri"/>
                  <a:ea typeface="Calibri"/>
                </a:rPr>
                <a:t>Este ciclo ayuda a mantener un control detallado sobre cada avance realizado.</a:t>
              </a:r>
              <a:endParaRPr b="0" lang="es-GT" sz="3200" strike="noStrike" u="none">
                <a:solidFill>
                  <a:srgbClr val="000000"/>
                </a:solidFill>
                <a:effectLst/>
                <a:uFillTx/>
                <a:latin typeface="Arial"/>
              </a:endParaRPr>
            </a:p>
            <a:p>
              <a:pPr>
                <a:lnSpc>
                  <a:spcPct val="138000"/>
                </a:lnSpc>
                <a:tabLst>
                  <a:tab algn="l" pos="0"/>
                </a:tabLst>
              </a:pPr>
              <a:endParaRPr b="0" lang="es-GT" sz="32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01" name="Google Shape;330;p12"/>
          <p:cNvGrpSpPr/>
          <p:nvPr/>
        </p:nvGrpSpPr>
        <p:grpSpPr>
          <a:xfrm>
            <a:off x="1374840" y="764640"/>
            <a:ext cx="15288480" cy="1255680"/>
            <a:chOff x="1374840" y="764640"/>
            <a:chExt cx="15288480" cy="1255680"/>
          </a:xfrm>
        </p:grpSpPr>
        <p:sp>
          <p:nvSpPr>
            <p:cNvPr id="202" name="Google Shape;331;p12"/>
            <p:cNvSpPr/>
            <p:nvPr/>
          </p:nvSpPr>
          <p:spPr>
            <a:xfrm>
              <a:off x="1374840" y="92160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03" name="Google Shape;332;p12"/>
            <p:cNvSpPr/>
            <p:nvPr/>
          </p:nvSpPr>
          <p:spPr>
            <a:xfrm>
              <a:off x="1374840" y="764640"/>
              <a:ext cx="15288480" cy="1255680"/>
            </a:xfrm>
            <a:prstGeom prst="rect">
              <a:avLst/>
            </a:prstGeom>
            <a:noFill/>
            <a:ln w="0">
              <a:noFill/>
            </a:ln>
          </p:spPr>
          <p:style>
            <a:lnRef idx="0"/>
            <a:fillRef idx="0"/>
            <a:effectRef idx="0"/>
            <a:fontRef idx="minor"/>
          </p:style>
          <p:txBody>
            <a:bodyPr lIns="0" rIns="0" tIns="0" bIns="0" anchor="t">
              <a:noAutofit/>
            </a:bodyPr>
            <a:p>
              <a:pPr algn="ctr">
                <a:lnSpc>
                  <a:spcPct val="135000"/>
                </a:lnSpc>
                <a:tabLst>
                  <a:tab algn="l" pos="0"/>
                </a:tabLst>
              </a:pPr>
              <a:r>
                <a:rPr b="0" lang="en-US" sz="6100" strike="noStrike" u="none">
                  <a:solidFill>
                    <a:srgbClr val="131416"/>
                  </a:solidFill>
                  <a:effectLst/>
                  <a:uFillTx/>
                  <a:latin typeface="Impact"/>
                  <a:ea typeface="Impact"/>
                </a:rPr>
                <a:t>Estados de los archivos</a:t>
              </a:r>
              <a:endParaRPr b="0" lang="es-GT" sz="6100" strike="noStrike" u="none">
                <a:solidFill>
                  <a:srgbClr val="000000"/>
                </a:solidFill>
                <a:effectLst/>
                <a:uFillTx/>
                <a:latin typeface="Arial"/>
              </a:endParaRPr>
            </a:p>
          </p:txBody>
        </p:sp>
      </p:grpSp>
      <p:grpSp>
        <p:nvGrpSpPr>
          <p:cNvPr id="204" name="Google Shape;333;p12"/>
          <p:cNvGrpSpPr/>
          <p:nvPr/>
        </p:nvGrpSpPr>
        <p:grpSpPr>
          <a:xfrm>
            <a:off x="1543680" y="2378880"/>
            <a:ext cx="15200640" cy="4037040"/>
            <a:chOff x="1543680" y="2378880"/>
            <a:chExt cx="15200640" cy="4037040"/>
          </a:xfrm>
        </p:grpSpPr>
        <p:sp>
          <p:nvSpPr>
            <p:cNvPr id="205" name="Google Shape;334;p12"/>
            <p:cNvSpPr/>
            <p:nvPr/>
          </p:nvSpPr>
          <p:spPr>
            <a:xfrm>
              <a:off x="1543680" y="2464560"/>
              <a:ext cx="15200640" cy="3951360"/>
            </a:xfrm>
            <a:custGeom>
              <a:avLst/>
              <a:gdLst>
                <a:gd name="textAreaLeft" fmla="*/ 0 w 15200640"/>
                <a:gd name="textAreaRight" fmla="*/ 15201000 w 15200640"/>
                <a:gd name="textAreaTop" fmla="*/ 0 h 3951360"/>
                <a:gd name="textAreaBottom" fmla="*/ 3951720 h 3951360"/>
              </a:gdLst>
              <a:ahLst/>
              <a:cxnLst/>
              <a:rect l="textAreaLeft" t="textAreaTop" r="textAreaRight" b="textAreaBottom"/>
              <a:pathLst>
                <a:path w="20268000" h="5269008">
                  <a:moveTo>
                    <a:pt x="0" y="0"/>
                  </a:moveTo>
                  <a:lnTo>
                    <a:pt x="20268000" y="0"/>
                  </a:lnTo>
                  <a:lnTo>
                    <a:pt x="20268000" y="5269008"/>
                  </a:lnTo>
                  <a:lnTo>
                    <a:pt x="0" y="5269008"/>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06" name="Google Shape;335;p12"/>
            <p:cNvSpPr/>
            <p:nvPr/>
          </p:nvSpPr>
          <p:spPr>
            <a:xfrm>
              <a:off x="1543680" y="2378880"/>
              <a:ext cx="15200640" cy="4037040"/>
            </a:xfrm>
            <a:prstGeom prst="rect">
              <a:avLst/>
            </a:prstGeom>
            <a:noFill/>
            <a:ln w="0">
              <a:noFill/>
            </a:ln>
          </p:spPr>
          <p:style>
            <a:lnRef idx="0"/>
            <a:fillRef idx="0"/>
            <a:effectRef idx="0"/>
            <a:fontRef idx="minor"/>
          </p:style>
          <p:txBody>
            <a:bodyPr lIns="0" rIns="0" tIns="0" bIns="0" anchor="t">
              <a:noAutofit/>
            </a:bodyPr>
            <a:p>
              <a:pPr>
                <a:lnSpc>
                  <a:spcPct val="138000"/>
                </a:lnSpc>
                <a:tabLst>
                  <a:tab algn="l" pos="0"/>
                </a:tabLst>
              </a:pPr>
              <a:r>
                <a:rPr b="0" lang="en-US" sz="3200" strike="noStrike" u="none">
                  <a:solidFill>
                    <a:srgbClr val="000000"/>
                  </a:solidFill>
                  <a:effectLst/>
                  <a:uFillTx/>
                  <a:latin typeface="Calibri"/>
                  <a:ea typeface="Calibri"/>
                </a:rPr>
                <a:t>En Git, los archivos pueden tener diferentes estados:</a:t>
              </a:r>
              <a:endParaRPr b="0" lang="es-GT" sz="3200" strike="noStrike" u="none">
                <a:solidFill>
                  <a:srgbClr val="000000"/>
                </a:solidFill>
                <a:effectLst/>
                <a:uFillTx/>
                <a:latin typeface="Arial"/>
              </a:endParaRPr>
            </a:p>
            <a:p>
              <a:pPr lvl="1" marL="690840" indent="-345600">
                <a:lnSpc>
                  <a:spcPct val="138000"/>
                </a:lnSpc>
                <a:buClr>
                  <a:srgbClr val="000000"/>
                </a:buClr>
                <a:buFont typeface="Arial"/>
                <a:buChar char="•"/>
                <a:tabLst>
                  <a:tab algn="l" pos="0"/>
                </a:tabLst>
              </a:pPr>
              <a:r>
                <a:rPr b="0" lang="en-US" sz="3200" strike="noStrike" u="none">
                  <a:solidFill>
                    <a:srgbClr val="000000"/>
                  </a:solidFill>
                  <a:effectLst/>
                  <a:uFillTx/>
                  <a:latin typeface="Calibri"/>
                  <a:ea typeface="Calibri"/>
                </a:rPr>
                <a:t>No rastreados: Archivos nuevos que aún no están siendo seguidos por el sistema.</a:t>
              </a:r>
              <a:endParaRPr b="0" lang="es-GT" sz="3200" strike="noStrike" u="none">
                <a:solidFill>
                  <a:srgbClr val="000000"/>
                </a:solidFill>
                <a:effectLst/>
                <a:uFillTx/>
                <a:latin typeface="Arial"/>
              </a:endParaRPr>
            </a:p>
            <a:p>
              <a:pPr lvl="1" marL="690840" indent="-345600">
                <a:lnSpc>
                  <a:spcPct val="138000"/>
                </a:lnSpc>
                <a:buClr>
                  <a:srgbClr val="000000"/>
                </a:buClr>
                <a:buFont typeface="Arial"/>
                <a:buChar char="•"/>
                <a:tabLst>
                  <a:tab algn="l" pos="0"/>
                </a:tabLst>
              </a:pPr>
              <a:r>
                <a:rPr b="0" lang="en-US" sz="3200" strike="noStrike" u="none">
                  <a:solidFill>
                    <a:srgbClr val="000000"/>
                  </a:solidFill>
                  <a:effectLst/>
                  <a:uFillTx/>
                  <a:latin typeface="Calibri"/>
                  <a:ea typeface="Calibri"/>
                </a:rPr>
                <a:t>Preparados (staged): Listos para ser registrados en el historial.</a:t>
              </a:r>
              <a:endParaRPr b="0" lang="es-GT" sz="3200" strike="noStrike" u="none">
                <a:solidFill>
                  <a:srgbClr val="000000"/>
                </a:solidFill>
                <a:effectLst/>
                <a:uFillTx/>
                <a:latin typeface="Arial"/>
              </a:endParaRPr>
            </a:p>
            <a:p>
              <a:pPr lvl="1" marL="690840" indent="-345600">
                <a:lnSpc>
                  <a:spcPct val="138000"/>
                </a:lnSpc>
                <a:buClr>
                  <a:srgbClr val="000000"/>
                </a:buClr>
                <a:buFont typeface="Arial"/>
                <a:buChar char="•"/>
                <a:tabLst>
                  <a:tab algn="l" pos="0"/>
                </a:tabLst>
              </a:pPr>
              <a:r>
                <a:rPr b="0" lang="en-US" sz="3200" strike="noStrike" u="none">
                  <a:solidFill>
                    <a:srgbClr val="000000"/>
                  </a:solidFill>
                  <a:effectLst/>
                  <a:uFillTx/>
                  <a:latin typeface="Calibri"/>
                  <a:ea typeface="Calibri"/>
                </a:rPr>
                <a:t>Confirmados (committed): Guardados de forma permanente en el historial del proyecto.</a:t>
              </a:r>
              <a:endParaRPr b="0" lang="es-GT" sz="3200" strike="noStrike" u="none">
                <a:solidFill>
                  <a:srgbClr val="000000"/>
                </a:solidFill>
                <a:effectLst/>
                <a:uFillTx/>
                <a:latin typeface="Arial"/>
              </a:endParaRPr>
            </a:p>
            <a:p>
              <a:pPr>
                <a:lnSpc>
                  <a:spcPct val="138000"/>
                </a:lnSpc>
                <a:tabLst>
                  <a:tab algn="l" pos="0"/>
                </a:tabLst>
              </a:pPr>
              <a:r>
                <a:rPr b="0" lang="en-US" sz="3200" strike="noStrike" u="none">
                  <a:solidFill>
                    <a:srgbClr val="000000"/>
                  </a:solidFill>
                  <a:effectLst/>
                  <a:uFillTx/>
                  <a:latin typeface="Calibri"/>
                  <a:ea typeface="Calibri"/>
                </a:rPr>
                <a:t>Comprender estos estados es esencial para manipular correctamente los cambios.</a:t>
              </a:r>
              <a:endParaRPr b="0" lang="es-GT" sz="3200" strike="noStrike" u="none">
                <a:solidFill>
                  <a:srgbClr val="000000"/>
                </a:solidFill>
                <a:effectLst/>
                <a:uFillTx/>
                <a:latin typeface="Arial"/>
              </a:endParaRPr>
            </a:p>
            <a:p>
              <a:pPr>
                <a:lnSpc>
                  <a:spcPct val="138000"/>
                </a:lnSpc>
                <a:tabLst>
                  <a:tab algn="l" pos="0"/>
                </a:tabLst>
              </a:pPr>
              <a:endParaRPr b="0" lang="es-GT" sz="32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07" name="Google Shape;344;p13"/>
          <p:cNvGrpSpPr/>
          <p:nvPr/>
        </p:nvGrpSpPr>
        <p:grpSpPr>
          <a:xfrm>
            <a:off x="1374840" y="764640"/>
            <a:ext cx="15288480" cy="1255680"/>
            <a:chOff x="1374840" y="764640"/>
            <a:chExt cx="15288480" cy="1255680"/>
          </a:xfrm>
        </p:grpSpPr>
        <p:sp>
          <p:nvSpPr>
            <p:cNvPr id="208" name="Google Shape;345;p13"/>
            <p:cNvSpPr/>
            <p:nvPr/>
          </p:nvSpPr>
          <p:spPr>
            <a:xfrm>
              <a:off x="1374840" y="92160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09" name="Google Shape;346;p13"/>
            <p:cNvSpPr/>
            <p:nvPr/>
          </p:nvSpPr>
          <p:spPr>
            <a:xfrm>
              <a:off x="1374840" y="764640"/>
              <a:ext cx="15288480" cy="1255680"/>
            </a:xfrm>
            <a:prstGeom prst="rect">
              <a:avLst/>
            </a:prstGeom>
            <a:noFill/>
            <a:ln w="0">
              <a:noFill/>
            </a:ln>
          </p:spPr>
          <p:style>
            <a:lnRef idx="0"/>
            <a:fillRef idx="0"/>
            <a:effectRef idx="0"/>
            <a:fontRef idx="minor"/>
          </p:style>
          <p:txBody>
            <a:bodyPr lIns="0" rIns="0" tIns="0" bIns="0" anchor="t">
              <a:noAutofit/>
            </a:bodyPr>
            <a:p>
              <a:pPr algn="just">
                <a:lnSpc>
                  <a:spcPct val="135000"/>
                </a:lnSpc>
                <a:tabLst>
                  <a:tab algn="l" pos="0"/>
                </a:tabLst>
              </a:pPr>
              <a:r>
                <a:rPr b="0" lang="en-US" sz="6100" strike="noStrike" u="none">
                  <a:solidFill>
                    <a:srgbClr val="131416"/>
                  </a:solidFill>
                  <a:effectLst/>
                  <a:uFillTx/>
                  <a:latin typeface="Impact"/>
                  <a:ea typeface="Impact"/>
                </a:rPr>
                <a:t>El archivo .gitignore</a:t>
              </a:r>
              <a:endParaRPr b="0" lang="es-GT" sz="6100" strike="noStrike" u="none">
                <a:solidFill>
                  <a:srgbClr val="000000"/>
                </a:solidFill>
                <a:effectLst/>
                <a:uFillTx/>
                <a:latin typeface="Arial"/>
              </a:endParaRPr>
            </a:p>
          </p:txBody>
        </p:sp>
      </p:grpSp>
      <p:grpSp>
        <p:nvGrpSpPr>
          <p:cNvPr id="210" name="Google Shape;347;p13"/>
          <p:cNvGrpSpPr/>
          <p:nvPr/>
        </p:nvGrpSpPr>
        <p:grpSpPr>
          <a:xfrm>
            <a:off x="1543680" y="2378880"/>
            <a:ext cx="15200640" cy="2932200"/>
            <a:chOff x="1543680" y="2378880"/>
            <a:chExt cx="15200640" cy="2932200"/>
          </a:xfrm>
        </p:grpSpPr>
        <p:sp>
          <p:nvSpPr>
            <p:cNvPr id="211" name="Google Shape;348;p13"/>
            <p:cNvSpPr/>
            <p:nvPr/>
          </p:nvSpPr>
          <p:spPr>
            <a:xfrm>
              <a:off x="1543680" y="2464560"/>
              <a:ext cx="15200640" cy="2846520"/>
            </a:xfrm>
            <a:custGeom>
              <a:avLst/>
              <a:gdLst>
                <a:gd name="textAreaLeft" fmla="*/ 0 w 15200640"/>
                <a:gd name="textAreaRight" fmla="*/ 15201000 w 15200640"/>
                <a:gd name="textAreaTop" fmla="*/ 0 h 2846520"/>
                <a:gd name="textAreaBottom" fmla="*/ 2846880 h 2846520"/>
              </a:gdLst>
              <a:ahLst/>
              <a:cxnLst/>
              <a:rect l="textAreaLeft" t="textAreaTop" r="textAreaRight" b="textAreaBottom"/>
              <a:pathLst>
                <a:path w="20268000" h="3795808">
                  <a:moveTo>
                    <a:pt x="0" y="0"/>
                  </a:moveTo>
                  <a:lnTo>
                    <a:pt x="20268000" y="0"/>
                  </a:lnTo>
                  <a:lnTo>
                    <a:pt x="20268000" y="3795808"/>
                  </a:lnTo>
                  <a:lnTo>
                    <a:pt x="0" y="3795808"/>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12" name="Google Shape;349;p13"/>
            <p:cNvSpPr/>
            <p:nvPr/>
          </p:nvSpPr>
          <p:spPr>
            <a:xfrm>
              <a:off x="1543680" y="2378880"/>
              <a:ext cx="15200640" cy="2932200"/>
            </a:xfrm>
            <a:prstGeom prst="rect">
              <a:avLst/>
            </a:prstGeom>
            <a:noFill/>
            <a:ln w="0">
              <a:noFill/>
            </a:ln>
          </p:spPr>
          <p:style>
            <a:lnRef idx="0"/>
            <a:fillRef idx="0"/>
            <a:effectRef idx="0"/>
            <a:fontRef idx="minor"/>
          </p:style>
          <p:txBody>
            <a:bodyPr lIns="0" rIns="0" tIns="0" bIns="0" anchor="t">
              <a:noAutofit/>
            </a:bodyPr>
            <a:p>
              <a:pPr>
                <a:lnSpc>
                  <a:spcPct val="138000"/>
                </a:lnSpc>
                <a:tabLst>
                  <a:tab algn="l" pos="0"/>
                </a:tabLst>
              </a:pPr>
              <a:r>
                <a:rPr b="0" lang="en-US" sz="3200" strike="noStrike" u="none">
                  <a:solidFill>
                    <a:srgbClr val="000000"/>
                  </a:solidFill>
                  <a:effectLst/>
                  <a:uFillTx/>
                  <a:latin typeface="Calibri"/>
                  <a:ea typeface="Calibri"/>
                </a:rPr>
                <a:t>En un proyecto pueden generarse archivos que no necesitan ser almacenados ni compartidos, como archivos temporales o carpetas de dependencias. El archivo .gitignore permite especificar qué elementos deben ser ignorados por el control de versiones.</a:t>
              </a:r>
              <a:endParaRPr b="0" lang="es-GT" sz="3200" strike="noStrike" u="none">
                <a:solidFill>
                  <a:srgbClr val="000000"/>
                </a:solidFill>
                <a:effectLst/>
                <a:uFillTx/>
                <a:latin typeface="Arial"/>
              </a:endParaRPr>
            </a:p>
            <a:p>
              <a:pPr>
                <a:lnSpc>
                  <a:spcPct val="138000"/>
                </a:lnSpc>
                <a:tabLst>
                  <a:tab algn="l" pos="0"/>
                </a:tabLst>
              </a:pPr>
              <a:r>
                <a:rPr b="0" lang="en-US" sz="3200" strike="noStrike" u="none">
                  <a:solidFill>
                    <a:srgbClr val="000000"/>
                  </a:solidFill>
                  <a:effectLst/>
                  <a:uFillTx/>
                  <a:latin typeface="Calibri"/>
                  <a:ea typeface="Calibri"/>
                </a:rPr>
                <a:t>Esto evita subir información innecesaria o sensible al repositorio.</a:t>
              </a:r>
              <a:endParaRPr b="0" lang="es-GT" sz="3200" strike="noStrike" u="none">
                <a:solidFill>
                  <a:srgbClr val="000000"/>
                </a:solidFill>
                <a:effectLst/>
                <a:uFillTx/>
                <a:latin typeface="Arial"/>
              </a:endParaRPr>
            </a:p>
            <a:p>
              <a:pPr>
                <a:lnSpc>
                  <a:spcPct val="138000"/>
                </a:lnSpc>
                <a:tabLst>
                  <a:tab algn="l" pos="0"/>
                </a:tabLst>
              </a:pPr>
              <a:endParaRPr b="0" lang="es-GT" sz="32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13" name="Google Shape;358;p14"/>
          <p:cNvGrpSpPr/>
          <p:nvPr/>
        </p:nvGrpSpPr>
        <p:grpSpPr>
          <a:xfrm>
            <a:off x="1543680" y="2343240"/>
            <a:ext cx="15200640" cy="5094000"/>
            <a:chOff x="1543680" y="2343240"/>
            <a:chExt cx="15200640" cy="5094000"/>
          </a:xfrm>
        </p:grpSpPr>
        <p:sp>
          <p:nvSpPr>
            <p:cNvPr id="214" name="Google Shape;359;p14"/>
            <p:cNvSpPr/>
            <p:nvPr/>
          </p:nvSpPr>
          <p:spPr>
            <a:xfrm>
              <a:off x="1543680" y="2464560"/>
              <a:ext cx="15200640" cy="4972680"/>
            </a:xfrm>
            <a:custGeom>
              <a:avLst/>
              <a:gdLst>
                <a:gd name="textAreaLeft" fmla="*/ 0 w 15200640"/>
                <a:gd name="textAreaRight" fmla="*/ 15201000 w 15200640"/>
                <a:gd name="textAreaTop" fmla="*/ 0 h 4972680"/>
                <a:gd name="textAreaBottom" fmla="*/ 4973040 h 4972680"/>
              </a:gdLst>
              <a:ahLst/>
              <a:cxnLst/>
              <a:rect l="textAreaLeft" t="textAreaTop" r="textAreaRight" b="textAreaBottom"/>
              <a:pathLst>
                <a:path w="20268000" h="6630710">
                  <a:moveTo>
                    <a:pt x="0" y="0"/>
                  </a:moveTo>
                  <a:lnTo>
                    <a:pt x="20268000" y="0"/>
                  </a:lnTo>
                  <a:lnTo>
                    <a:pt x="20268000" y="6630710"/>
                  </a:lnTo>
                  <a:lnTo>
                    <a:pt x="0" y="6630710"/>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15" name="Google Shape;360;p14"/>
            <p:cNvSpPr/>
            <p:nvPr/>
          </p:nvSpPr>
          <p:spPr>
            <a:xfrm>
              <a:off x="1543680" y="2343240"/>
              <a:ext cx="15200640" cy="5094000"/>
            </a:xfrm>
            <a:prstGeom prst="rect">
              <a:avLst/>
            </a:prstGeom>
            <a:noFill/>
            <a:ln w="0">
              <a:noFill/>
            </a:ln>
          </p:spPr>
          <p:style>
            <a:lnRef idx="0"/>
            <a:fillRef idx="0"/>
            <a:effectRef idx="0"/>
            <a:fontRef idx="minor"/>
          </p:style>
          <p:txBody>
            <a:bodyPr lIns="0" rIns="0" tIns="0" bIns="0" anchor="t">
              <a:noAutofit/>
            </a:bodyPr>
            <a:p>
              <a:pPr lvl="1" marL="456840" indent="-253800">
                <a:lnSpc>
                  <a:spcPct val="138000"/>
                </a:lnSpc>
                <a:buClr>
                  <a:srgbClr val="000000"/>
                </a:buClr>
                <a:buFont typeface="Arial"/>
                <a:buChar char="•"/>
              </a:pPr>
              <a:r>
                <a:rPr b="0" lang="en-US" sz="4000" strike="noStrike" u="none">
                  <a:solidFill>
                    <a:srgbClr val="000000"/>
                  </a:solidFill>
                  <a:effectLst/>
                  <a:uFillTx/>
                  <a:latin typeface="Calibri"/>
                  <a:ea typeface="Calibri"/>
                </a:rPr>
                <a:t>Cada vez que se registra un cambio, Git guarda información como:</a:t>
              </a:r>
              <a:endParaRPr b="0" lang="es-GT" sz="4000" strike="noStrike" u="none">
                <a:solidFill>
                  <a:srgbClr val="000000"/>
                </a:solidFill>
                <a:effectLst/>
                <a:uFillTx/>
                <a:latin typeface="Arial"/>
              </a:endParaRPr>
            </a:p>
            <a:p>
              <a:pPr lvl="1" marL="456840" indent="-253800">
                <a:lnSpc>
                  <a:spcPct val="138000"/>
                </a:lnSpc>
                <a:buClr>
                  <a:srgbClr val="000000"/>
                </a:buClr>
                <a:buFont typeface="Arial"/>
                <a:buChar char="•"/>
              </a:pPr>
              <a:r>
                <a:rPr b="0" lang="en-US" sz="4000" strike="noStrike" u="none">
                  <a:solidFill>
                    <a:srgbClr val="000000"/>
                  </a:solidFill>
                  <a:effectLst/>
                  <a:uFillTx/>
                  <a:latin typeface="Calibri"/>
                  <a:ea typeface="Calibri"/>
                </a:rPr>
                <a:t>El autor del cambio.</a:t>
              </a:r>
              <a:endParaRPr b="0" lang="es-GT" sz="4000" strike="noStrike" u="none">
                <a:solidFill>
                  <a:srgbClr val="000000"/>
                </a:solidFill>
                <a:effectLst/>
                <a:uFillTx/>
                <a:latin typeface="Arial"/>
              </a:endParaRPr>
            </a:p>
            <a:p>
              <a:pPr lvl="1" marL="456840" indent="-253800">
                <a:lnSpc>
                  <a:spcPct val="138000"/>
                </a:lnSpc>
                <a:buClr>
                  <a:srgbClr val="000000"/>
                </a:buClr>
                <a:buFont typeface="Arial"/>
                <a:buChar char="•"/>
              </a:pPr>
              <a:r>
                <a:rPr b="0" lang="en-US" sz="4000" strike="noStrike" u="none">
                  <a:solidFill>
                    <a:srgbClr val="000000"/>
                  </a:solidFill>
                  <a:effectLst/>
                  <a:uFillTx/>
                  <a:latin typeface="Calibri"/>
                  <a:ea typeface="Calibri"/>
                </a:rPr>
                <a:t>La fecha y hora.</a:t>
              </a:r>
              <a:endParaRPr b="0" lang="es-GT" sz="4000" strike="noStrike" u="none">
                <a:solidFill>
                  <a:srgbClr val="000000"/>
                </a:solidFill>
                <a:effectLst/>
                <a:uFillTx/>
                <a:latin typeface="Arial"/>
              </a:endParaRPr>
            </a:p>
            <a:p>
              <a:pPr lvl="1" marL="457200" indent="-254160">
                <a:lnSpc>
                  <a:spcPct val="138000"/>
                </a:lnSpc>
                <a:buClr>
                  <a:srgbClr val="000000"/>
                </a:buClr>
                <a:buFont typeface="Arial"/>
                <a:buChar char="•"/>
              </a:pPr>
              <a:r>
                <a:rPr b="0" lang="en-US" sz="4000" strike="noStrike" u="none">
                  <a:solidFill>
                    <a:srgbClr val="000000"/>
                  </a:solidFill>
                  <a:effectLst/>
                  <a:uFillTx/>
                  <a:latin typeface="Calibri"/>
                  <a:ea typeface="Calibri"/>
                </a:rPr>
                <a:t>Un mensaje que explica el motivo del cambio.</a:t>
              </a:r>
              <a:endParaRPr b="0" lang="es-GT" sz="4000" strike="noStrike" u="none">
                <a:solidFill>
                  <a:srgbClr val="000000"/>
                </a:solidFill>
                <a:effectLst/>
                <a:uFillTx/>
                <a:latin typeface="Arial"/>
              </a:endParaRPr>
            </a:p>
            <a:p>
              <a:pPr lvl="1" marL="457200" indent="-254160">
                <a:lnSpc>
                  <a:spcPct val="138000"/>
                </a:lnSpc>
                <a:buClr>
                  <a:srgbClr val="000000"/>
                </a:buClr>
                <a:buFont typeface="Arial"/>
                <a:buChar char="•"/>
              </a:pPr>
              <a:r>
                <a:rPr b="0" lang="en-US" sz="4000" strike="noStrike" u="none">
                  <a:solidFill>
                    <a:srgbClr val="000000"/>
                  </a:solidFill>
                  <a:effectLst/>
                  <a:uFillTx/>
                  <a:latin typeface="Calibri"/>
                  <a:ea typeface="Calibri"/>
                </a:rPr>
                <a:t>Este historial es muy valioso, ya que permite revisar qué se hizo, cuándo y por qué. Es como un diario de desarrollo.</a:t>
              </a:r>
              <a:endParaRPr b="0" lang="es-GT" sz="4000" strike="noStrike" u="none">
                <a:solidFill>
                  <a:srgbClr val="000000"/>
                </a:solidFill>
                <a:effectLst/>
                <a:uFillTx/>
                <a:latin typeface="Arial"/>
              </a:endParaRPr>
            </a:p>
            <a:p>
              <a:pPr>
                <a:lnSpc>
                  <a:spcPct val="137000"/>
                </a:lnSpc>
                <a:tabLst>
                  <a:tab algn="l" pos="0"/>
                </a:tabLst>
              </a:pPr>
              <a:endParaRPr b="0" lang="es-GT" sz="4000" strike="noStrike" u="none">
                <a:solidFill>
                  <a:srgbClr val="000000"/>
                </a:solidFill>
                <a:effectLst/>
                <a:uFillTx/>
                <a:latin typeface="Arial"/>
              </a:endParaRPr>
            </a:p>
          </p:txBody>
        </p:sp>
      </p:grpSp>
      <p:grpSp>
        <p:nvGrpSpPr>
          <p:cNvPr id="216" name="Google Shape;361;p14"/>
          <p:cNvGrpSpPr/>
          <p:nvPr/>
        </p:nvGrpSpPr>
        <p:grpSpPr>
          <a:xfrm>
            <a:off x="1374840" y="764640"/>
            <a:ext cx="15288480" cy="1255680"/>
            <a:chOff x="1374840" y="764640"/>
            <a:chExt cx="15288480" cy="1255680"/>
          </a:xfrm>
        </p:grpSpPr>
        <p:sp>
          <p:nvSpPr>
            <p:cNvPr id="217" name="Google Shape;362;p14"/>
            <p:cNvSpPr/>
            <p:nvPr/>
          </p:nvSpPr>
          <p:spPr>
            <a:xfrm>
              <a:off x="1374840" y="92160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18" name="Google Shape;363;p14"/>
            <p:cNvSpPr/>
            <p:nvPr/>
          </p:nvSpPr>
          <p:spPr>
            <a:xfrm>
              <a:off x="1374840" y="764640"/>
              <a:ext cx="15288480" cy="1255680"/>
            </a:xfrm>
            <a:prstGeom prst="rect">
              <a:avLst/>
            </a:prstGeom>
            <a:noFill/>
            <a:ln w="0">
              <a:noFill/>
            </a:ln>
          </p:spPr>
          <p:style>
            <a:lnRef idx="0"/>
            <a:fillRef idx="0"/>
            <a:effectRef idx="0"/>
            <a:fontRef idx="minor"/>
          </p:style>
          <p:txBody>
            <a:bodyPr lIns="0" rIns="0" tIns="0" bIns="0" anchor="t">
              <a:noAutofit/>
            </a:bodyPr>
            <a:p>
              <a:pPr algn="just">
                <a:lnSpc>
                  <a:spcPct val="135000"/>
                </a:lnSpc>
                <a:tabLst>
                  <a:tab algn="l" pos="0"/>
                </a:tabLst>
              </a:pPr>
              <a:r>
                <a:rPr b="0" lang="en-US" sz="6100" strike="noStrike" u="none">
                  <a:solidFill>
                    <a:srgbClr val="131416"/>
                  </a:solidFill>
                  <a:effectLst/>
                  <a:uFillTx/>
                  <a:latin typeface="Impact"/>
                  <a:ea typeface="Impact"/>
                </a:rPr>
                <a:t>¿Qué es el historial de cambios?</a:t>
              </a:r>
              <a:endParaRPr b="0" lang="es-GT" sz="6100" strike="noStrike" u="none">
                <a:solidFill>
                  <a:srgbClr val="000000"/>
                </a:solidFill>
                <a:effectLst/>
                <a:uFillTx/>
                <a:latin typeface="Arial"/>
              </a:endParaRPr>
            </a:p>
          </p:txBody>
        </p:sp>
      </p:grpSp>
      <p:sp>
        <p:nvSpPr>
          <p:cNvPr id="219" name="Google Shape;364;p14"/>
          <p:cNvSpPr/>
          <p:nvPr/>
        </p:nvSpPr>
        <p:spPr>
          <a:xfrm>
            <a:off x="7503480" y="6859440"/>
            <a:ext cx="3031560" cy="3037680"/>
          </a:xfrm>
          <a:custGeom>
            <a:avLst/>
            <a:gdLst>
              <a:gd name="textAreaLeft" fmla="*/ 0 w 3031560"/>
              <a:gd name="textAreaRight" fmla="*/ 3031920 w 3031560"/>
              <a:gd name="textAreaTop" fmla="*/ 0 h 3037680"/>
              <a:gd name="textAreaBottom" fmla="*/ 3038040 h 3037680"/>
            </a:gdLst>
            <a:ahLst/>
            <a:cxnLst/>
            <a:rect l="textAreaLeft" t="textAreaTop" r="textAreaRight" b="textAreaBottom"/>
            <a:pathLst>
              <a:path w="3031907" h="3038021">
                <a:moveTo>
                  <a:pt x="0" y="0"/>
                </a:moveTo>
                <a:lnTo>
                  <a:pt x="3031906" y="0"/>
                </a:lnTo>
                <a:lnTo>
                  <a:pt x="3031906" y="3038021"/>
                </a:lnTo>
                <a:lnTo>
                  <a:pt x="0" y="3038021"/>
                </a:lnTo>
                <a:lnTo>
                  <a:pt x="0" y="0"/>
                </a:lnTo>
                <a:close/>
              </a:path>
            </a:pathLst>
          </a:custGeom>
          <a:blipFill rotWithShape="0">
            <a:blip r:embed="rId1"/>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20" name="Google Shape;373;p15"/>
          <p:cNvGrpSpPr/>
          <p:nvPr/>
        </p:nvGrpSpPr>
        <p:grpSpPr>
          <a:xfrm>
            <a:off x="1374840" y="764640"/>
            <a:ext cx="15288480" cy="1255680"/>
            <a:chOff x="1374840" y="764640"/>
            <a:chExt cx="15288480" cy="1255680"/>
          </a:xfrm>
        </p:grpSpPr>
        <p:sp>
          <p:nvSpPr>
            <p:cNvPr id="221" name="Google Shape;374;p15"/>
            <p:cNvSpPr/>
            <p:nvPr/>
          </p:nvSpPr>
          <p:spPr>
            <a:xfrm>
              <a:off x="1374840" y="92160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22" name="Google Shape;375;p15"/>
            <p:cNvSpPr/>
            <p:nvPr/>
          </p:nvSpPr>
          <p:spPr>
            <a:xfrm>
              <a:off x="1374840" y="764640"/>
              <a:ext cx="15288480" cy="1255680"/>
            </a:xfrm>
            <a:prstGeom prst="rect">
              <a:avLst/>
            </a:prstGeom>
            <a:noFill/>
            <a:ln w="0">
              <a:noFill/>
            </a:ln>
          </p:spPr>
          <p:style>
            <a:lnRef idx="0"/>
            <a:fillRef idx="0"/>
            <a:effectRef idx="0"/>
            <a:fontRef idx="minor"/>
          </p:style>
          <p:txBody>
            <a:bodyPr lIns="0" rIns="0" tIns="0" bIns="0" anchor="t">
              <a:noAutofit/>
            </a:bodyPr>
            <a:p>
              <a:pPr algn="just">
                <a:lnSpc>
                  <a:spcPct val="135000"/>
                </a:lnSpc>
                <a:tabLst>
                  <a:tab algn="l" pos="0"/>
                </a:tabLst>
              </a:pPr>
              <a:r>
                <a:rPr b="0" lang="en-US" sz="6100" strike="noStrike" u="none">
                  <a:solidFill>
                    <a:srgbClr val="131416"/>
                  </a:solidFill>
                  <a:effectLst/>
                  <a:uFillTx/>
                  <a:latin typeface="Impact"/>
                  <a:ea typeface="Impact"/>
                </a:rPr>
                <a:t>Revertir cambios</a:t>
              </a:r>
              <a:endParaRPr b="0" lang="es-GT" sz="6100" strike="noStrike" u="none">
                <a:solidFill>
                  <a:srgbClr val="000000"/>
                </a:solidFill>
                <a:effectLst/>
                <a:uFillTx/>
                <a:latin typeface="Arial"/>
              </a:endParaRPr>
            </a:p>
          </p:txBody>
        </p:sp>
      </p:grpSp>
      <p:sp>
        <p:nvSpPr>
          <p:cNvPr id="223" name="Google Shape;376;p15"/>
          <p:cNvSpPr/>
          <p:nvPr/>
        </p:nvSpPr>
        <p:spPr>
          <a:xfrm>
            <a:off x="10319400" y="2484720"/>
            <a:ext cx="6457680" cy="6457680"/>
          </a:xfrm>
          <a:custGeom>
            <a:avLst/>
            <a:gdLst>
              <a:gd name="textAreaLeft" fmla="*/ 0 w 6457680"/>
              <a:gd name="textAreaRight" fmla="*/ 6458040 w 6457680"/>
              <a:gd name="textAreaTop" fmla="*/ 0 h 6457680"/>
              <a:gd name="textAreaBottom" fmla="*/ 6458040 h 6457680"/>
            </a:gdLst>
            <a:ahLst/>
            <a:cxnLst/>
            <a:rect l="textAreaLeft" t="textAreaTop" r="textAreaRight" b="textAreaBottom"/>
            <a:pathLst>
              <a:path w="6457950" h="6457950">
                <a:moveTo>
                  <a:pt x="0" y="0"/>
                </a:moveTo>
                <a:lnTo>
                  <a:pt x="6457950" y="0"/>
                </a:lnTo>
                <a:lnTo>
                  <a:pt x="6457950" y="6457950"/>
                </a:lnTo>
                <a:lnTo>
                  <a:pt x="0" y="6457950"/>
                </a:lnTo>
                <a:lnTo>
                  <a:pt x="0" y="0"/>
                </a:lnTo>
                <a:close/>
              </a:path>
            </a:pathLst>
          </a:custGeom>
          <a:blipFill rotWithShape="0">
            <a:blip r:embed="rId1"/>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grpSp>
        <p:nvGrpSpPr>
          <p:cNvPr id="224" name="Google Shape;377;p15"/>
          <p:cNvGrpSpPr/>
          <p:nvPr/>
        </p:nvGrpSpPr>
        <p:grpSpPr>
          <a:xfrm>
            <a:off x="1604520" y="3433320"/>
            <a:ext cx="7911720" cy="4367520"/>
            <a:chOff x="1604520" y="3433320"/>
            <a:chExt cx="7911720" cy="4367520"/>
          </a:xfrm>
        </p:grpSpPr>
        <p:sp>
          <p:nvSpPr>
            <p:cNvPr id="225" name="Google Shape;378;p15"/>
            <p:cNvSpPr/>
            <p:nvPr/>
          </p:nvSpPr>
          <p:spPr>
            <a:xfrm>
              <a:off x="1604520" y="3476160"/>
              <a:ext cx="7911720" cy="4324680"/>
            </a:xfrm>
            <a:custGeom>
              <a:avLst/>
              <a:gdLst>
                <a:gd name="textAreaLeft" fmla="*/ 0 w 7911720"/>
                <a:gd name="textAreaRight" fmla="*/ 7912080 w 7911720"/>
                <a:gd name="textAreaTop" fmla="*/ 0 h 4324680"/>
                <a:gd name="textAreaBottom" fmla="*/ 4325040 h 4324680"/>
              </a:gdLst>
              <a:ahLst/>
              <a:cxnLst/>
              <a:rect l="textAreaLeft" t="textAreaTop" r="textAreaRight" b="textAreaBottom"/>
              <a:pathLst>
                <a:path w="10549200" h="5766800">
                  <a:moveTo>
                    <a:pt x="0" y="0"/>
                  </a:moveTo>
                  <a:lnTo>
                    <a:pt x="10549200" y="0"/>
                  </a:lnTo>
                  <a:lnTo>
                    <a:pt x="10549200" y="5766800"/>
                  </a:lnTo>
                  <a:lnTo>
                    <a:pt x="0" y="5766800"/>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26" name="Google Shape;379;p15"/>
            <p:cNvSpPr/>
            <p:nvPr/>
          </p:nvSpPr>
          <p:spPr>
            <a:xfrm>
              <a:off x="1604520" y="3433320"/>
              <a:ext cx="7911720" cy="4367520"/>
            </a:xfrm>
            <a:prstGeom prst="rect">
              <a:avLst/>
            </a:prstGeom>
            <a:noFill/>
            <a:ln w="0">
              <a:noFill/>
            </a:ln>
          </p:spPr>
          <p:style>
            <a:lnRef idx="0"/>
            <a:fillRef idx="0"/>
            <a:effectRef idx="0"/>
            <a:fontRef idx="minor"/>
          </p:style>
          <p:txBody>
            <a:bodyPr lIns="0" rIns="0" tIns="0" bIns="0" anchor="t">
              <a:noAutofit/>
            </a:bodyPr>
            <a:p>
              <a:pPr algn="just">
                <a:lnSpc>
                  <a:spcPct val="120000"/>
                </a:lnSpc>
                <a:tabLst>
                  <a:tab algn="l" pos="0"/>
                </a:tabLst>
              </a:pPr>
              <a:r>
                <a:rPr b="0" lang="en-US" sz="3200" strike="noStrike" u="none">
                  <a:solidFill>
                    <a:srgbClr val="000000"/>
                  </a:solidFill>
                  <a:effectLst/>
                  <a:uFillTx/>
                  <a:latin typeface="Calibri"/>
                  <a:ea typeface="Calibri"/>
                </a:rPr>
                <a:t>En cualquier momento, es posible volver atrás si algo sale mal. Git permite deshacer cambios recientes o incluso recuperar versiones anteriores del proyecto. Esto da mucha seguridad al programar, ya que se puede experimentar sin miedo a perder el progreso.</a:t>
              </a:r>
              <a:endParaRPr b="0" lang="es-GT" sz="32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27" name="Google Shape;388;p16"/>
          <p:cNvGrpSpPr/>
          <p:nvPr/>
        </p:nvGrpSpPr>
        <p:grpSpPr>
          <a:xfrm>
            <a:off x="1374840" y="764640"/>
            <a:ext cx="15288480" cy="1255680"/>
            <a:chOff x="1374840" y="764640"/>
            <a:chExt cx="15288480" cy="1255680"/>
          </a:xfrm>
        </p:grpSpPr>
        <p:sp>
          <p:nvSpPr>
            <p:cNvPr id="228" name="Google Shape;389;p16"/>
            <p:cNvSpPr/>
            <p:nvPr/>
          </p:nvSpPr>
          <p:spPr>
            <a:xfrm>
              <a:off x="1374840" y="92160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29" name="Google Shape;390;p16"/>
            <p:cNvSpPr/>
            <p:nvPr/>
          </p:nvSpPr>
          <p:spPr>
            <a:xfrm>
              <a:off x="1374840" y="764640"/>
              <a:ext cx="15288480" cy="1255680"/>
            </a:xfrm>
            <a:prstGeom prst="rect">
              <a:avLst/>
            </a:prstGeom>
            <a:noFill/>
            <a:ln w="0">
              <a:noFill/>
            </a:ln>
          </p:spPr>
          <p:style>
            <a:lnRef idx="0"/>
            <a:fillRef idx="0"/>
            <a:effectRef idx="0"/>
            <a:fontRef idx="minor"/>
          </p:style>
          <p:txBody>
            <a:bodyPr lIns="0" rIns="0" tIns="0" bIns="0" anchor="t">
              <a:noAutofit/>
            </a:bodyPr>
            <a:p>
              <a:pPr algn="just">
                <a:lnSpc>
                  <a:spcPct val="135000"/>
                </a:lnSpc>
                <a:tabLst>
                  <a:tab algn="l" pos="0"/>
                </a:tabLst>
              </a:pPr>
              <a:r>
                <a:rPr b="0" lang="en-US" sz="6100" strike="noStrike" u="none">
                  <a:solidFill>
                    <a:srgbClr val="131416"/>
                  </a:solidFill>
                  <a:effectLst/>
                  <a:uFillTx/>
                  <a:latin typeface="Impact"/>
                  <a:ea typeface="Impact"/>
                </a:rPr>
                <a:t>Uso de ramas (branches)</a:t>
              </a:r>
              <a:endParaRPr b="0" lang="es-GT" sz="6100" strike="noStrike" u="none">
                <a:solidFill>
                  <a:srgbClr val="000000"/>
                </a:solidFill>
                <a:effectLst/>
                <a:uFillTx/>
                <a:latin typeface="Arial"/>
              </a:endParaRPr>
            </a:p>
          </p:txBody>
        </p:sp>
      </p:grpSp>
      <p:grpSp>
        <p:nvGrpSpPr>
          <p:cNvPr id="230" name="Google Shape;391;p16"/>
          <p:cNvGrpSpPr/>
          <p:nvPr/>
        </p:nvGrpSpPr>
        <p:grpSpPr>
          <a:xfrm>
            <a:off x="1604520" y="3418920"/>
            <a:ext cx="15059160" cy="2935080"/>
            <a:chOff x="1604520" y="3418920"/>
            <a:chExt cx="15059160" cy="2935080"/>
          </a:xfrm>
        </p:grpSpPr>
        <p:sp>
          <p:nvSpPr>
            <p:cNvPr id="231" name="Google Shape;392;p16"/>
            <p:cNvSpPr/>
            <p:nvPr/>
          </p:nvSpPr>
          <p:spPr>
            <a:xfrm>
              <a:off x="1604520" y="3476160"/>
              <a:ext cx="15059160" cy="2877840"/>
            </a:xfrm>
            <a:custGeom>
              <a:avLst/>
              <a:gdLst>
                <a:gd name="textAreaLeft" fmla="*/ 0 w 15059160"/>
                <a:gd name="textAreaRight" fmla="*/ 15059520 w 15059160"/>
                <a:gd name="textAreaTop" fmla="*/ 0 h 2877840"/>
                <a:gd name="textAreaBottom" fmla="*/ 2878200 h 2877840"/>
              </a:gdLst>
              <a:ahLst/>
              <a:cxnLst/>
              <a:rect l="textAreaLeft" t="textAreaTop" r="textAreaRight" b="textAreaBottom"/>
              <a:pathLst>
                <a:path w="20079201" h="3837600">
                  <a:moveTo>
                    <a:pt x="0" y="0"/>
                  </a:moveTo>
                  <a:lnTo>
                    <a:pt x="20079201" y="0"/>
                  </a:lnTo>
                  <a:lnTo>
                    <a:pt x="20079201" y="3837600"/>
                  </a:lnTo>
                  <a:lnTo>
                    <a:pt x="0" y="3837600"/>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32" name="Google Shape;393;p16"/>
            <p:cNvSpPr/>
            <p:nvPr/>
          </p:nvSpPr>
          <p:spPr>
            <a:xfrm>
              <a:off x="1604520" y="3418920"/>
              <a:ext cx="15059160" cy="2935080"/>
            </a:xfrm>
            <a:prstGeom prst="rect">
              <a:avLst/>
            </a:prstGeom>
            <a:noFill/>
            <a:ln w="0">
              <a:noFill/>
            </a:ln>
          </p:spPr>
          <p:style>
            <a:lnRef idx="0"/>
            <a:fillRef idx="0"/>
            <a:effectRef idx="0"/>
            <a:fontRef idx="minor"/>
          </p:style>
          <p:txBody>
            <a:bodyPr lIns="0" rIns="0" tIns="0" bIns="0" anchor="t">
              <a:noAutofit/>
            </a:bodyPr>
            <a:p>
              <a:pPr algn="just">
                <a:lnSpc>
                  <a:spcPct val="120000"/>
                </a:lnSpc>
                <a:tabLst>
                  <a:tab algn="l" pos="0"/>
                </a:tabLst>
              </a:pPr>
              <a:r>
                <a:rPr b="0" lang="en-US" sz="3500" strike="noStrike" u="none">
                  <a:solidFill>
                    <a:srgbClr val="000000"/>
                  </a:solidFill>
                  <a:effectLst/>
                  <a:uFillTx/>
                  <a:latin typeface="Calibri"/>
                  <a:ea typeface="Calibri"/>
                </a:rPr>
                <a:t>Una rama es como una línea paralela de trabajo donde se puede desarrollar una nueva funcionalidad sin afectar el resto del proyecto. Esto permite trabajar en diferentes ideas o soluciones de forma independiente. Luego, cuando se haya terminado, se puede unir con la rama principal.</a:t>
              </a:r>
              <a:endParaRPr b="0" lang="es-GT" sz="3500" strike="noStrike" u="none">
                <a:solidFill>
                  <a:srgbClr val="000000"/>
                </a:solidFill>
                <a:effectLst/>
                <a:uFillTx/>
                <a:latin typeface="Arial"/>
              </a:endParaRPr>
            </a:p>
          </p:txBody>
        </p:sp>
      </p:grpSp>
      <p:sp>
        <p:nvSpPr>
          <p:cNvPr id="233" name="Google Shape;394;p16"/>
          <p:cNvSpPr/>
          <p:nvPr/>
        </p:nvSpPr>
        <p:spPr>
          <a:xfrm>
            <a:off x="5683680" y="6088320"/>
            <a:ext cx="6920280" cy="3546360"/>
          </a:xfrm>
          <a:custGeom>
            <a:avLst/>
            <a:gdLst>
              <a:gd name="textAreaLeft" fmla="*/ 0 w 6920280"/>
              <a:gd name="textAreaRight" fmla="*/ 6920640 w 6920280"/>
              <a:gd name="textAreaTop" fmla="*/ 0 h 3546360"/>
              <a:gd name="textAreaBottom" fmla="*/ 3546720 h 3546360"/>
            </a:gdLst>
            <a:ahLst/>
            <a:cxnLst/>
            <a:rect l="textAreaLeft" t="textAreaTop" r="textAreaRight" b="textAreaBottom"/>
            <a:pathLst>
              <a:path w="6920702" h="3546860">
                <a:moveTo>
                  <a:pt x="0" y="0"/>
                </a:moveTo>
                <a:lnTo>
                  <a:pt x="6920702" y="0"/>
                </a:lnTo>
                <a:lnTo>
                  <a:pt x="6920702" y="3546860"/>
                </a:lnTo>
                <a:lnTo>
                  <a:pt x="0" y="3546860"/>
                </a:lnTo>
                <a:lnTo>
                  <a:pt x="0" y="0"/>
                </a:lnTo>
                <a:close/>
              </a:path>
            </a:pathLst>
          </a:custGeom>
          <a:blipFill rotWithShape="0">
            <a:blip r:embed="rId1"/>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34" name="Google Shape;403;p17"/>
          <p:cNvGrpSpPr/>
          <p:nvPr/>
        </p:nvGrpSpPr>
        <p:grpSpPr>
          <a:xfrm>
            <a:off x="1374840" y="764640"/>
            <a:ext cx="15288480" cy="1255680"/>
            <a:chOff x="1374840" y="764640"/>
            <a:chExt cx="15288480" cy="1255680"/>
          </a:xfrm>
        </p:grpSpPr>
        <p:sp>
          <p:nvSpPr>
            <p:cNvPr id="235" name="Google Shape;404;p17"/>
            <p:cNvSpPr/>
            <p:nvPr/>
          </p:nvSpPr>
          <p:spPr>
            <a:xfrm>
              <a:off x="1374840" y="92160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36" name="Google Shape;405;p17"/>
            <p:cNvSpPr/>
            <p:nvPr/>
          </p:nvSpPr>
          <p:spPr>
            <a:xfrm>
              <a:off x="1374840" y="764640"/>
              <a:ext cx="15288480" cy="1255680"/>
            </a:xfrm>
            <a:prstGeom prst="rect">
              <a:avLst/>
            </a:prstGeom>
            <a:noFill/>
            <a:ln w="0">
              <a:noFill/>
            </a:ln>
          </p:spPr>
          <p:style>
            <a:lnRef idx="0"/>
            <a:fillRef idx="0"/>
            <a:effectRef idx="0"/>
            <a:fontRef idx="minor"/>
          </p:style>
          <p:txBody>
            <a:bodyPr lIns="0" rIns="0" tIns="0" bIns="0" anchor="t">
              <a:noAutofit/>
            </a:bodyPr>
            <a:p>
              <a:pPr algn="just">
                <a:lnSpc>
                  <a:spcPct val="135000"/>
                </a:lnSpc>
                <a:tabLst>
                  <a:tab algn="l" pos="0"/>
                </a:tabLst>
              </a:pPr>
              <a:r>
                <a:rPr b="0" lang="en-US" sz="6100" strike="noStrike" u="none">
                  <a:solidFill>
                    <a:srgbClr val="131416"/>
                  </a:solidFill>
                  <a:effectLst/>
                  <a:uFillTx/>
                  <a:latin typeface="Impact"/>
                  <a:ea typeface="Impact"/>
                </a:rPr>
                <a:t>Fusión de ramas</a:t>
              </a:r>
              <a:endParaRPr b="0" lang="es-GT" sz="6100" strike="noStrike" u="none">
                <a:solidFill>
                  <a:srgbClr val="000000"/>
                </a:solidFill>
                <a:effectLst/>
                <a:uFillTx/>
                <a:latin typeface="Arial"/>
              </a:endParaRPr>
            </a:p>
          </p:txBody>
        </p:sp>
      </p:grpSp>
      <p:grpSp>
        <p:nvGrpSpPr>
          <p:cNvPr id="237" name="Google Shape;406;p17"/>
          <p:cNvGrpSpPr/>
          <p:nvPr/>
        </p:nvGrpSpPr>
        <p:grpSpPr>
          <a:xfrm>
            <a:off x="1614240" y="2695680"/>
            <a:ext cx="15059160" cy="5628600"/>
            <a:chOff x="1614240" y="2695680"/>
            <a:chExt cx="15059160" cy="5628600"/>
          </a:xfrm>
        </p:grpSpPr>
        <p:sp>
          <p:nvSpPr>
            <p:cNvPr id="238" name="Google Shape;407;p17"/>
            <p:cNvSpPr/>
            <p:nvPr/>
          </p:nvSpPr>
          <p:spPr>
            <a:xfrm>
              <a:off x="1614240" y="2752560"/>
              <a:ext cx="15059160" cy="5571720"/>
            </a:xfrm>
            <a:custGeom>
              <a:avLst/>
              <a:gdLst>
                <a:gd name="textAreaLeft" fmla="*/ 0 w 15059160"/>
                <a:gd name="textAreaRight" fmla="*/ 15059520 w 15059160"/>
                <a:gd name="textAreaTop" fmla="*/ 0 h 5571720"/>
                <a:gd name="textAreaBottom" fmla="*/ 5572080 h 5571720"/>
              </a:gdLst>
              <a:ahLst/>
              <a:cxnLst/>
              <a:rect l="textAreaLeft" t="textAreaTop" r="textAreaRight" b="textAreaBottom"/>
              <a:pathLst>
                <a:path w="20079201" h="7429200">
                  <a:moveTo>
                    <a:pt x="0" y="0"/>
                  </a:moveTo>
                  <a:lnTo>
                    <a:pt x="20079201" y="0"/>
                  </a:lnTo>
                  <a:lnTo>
                    <a:pt x="20079201" y="7429200"/>
                  </a:lnTo>
                  <a:lnTo>
                    <a:pt x="0" y="7429200"/>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39" name="Google Shape;408;p17"/>
            <p:cNvSpPr/>
            <p:nvPr/>
          </p:nvSpPr>
          <p:spPr>
            <a:xfrm>
              <a:off x="1614240" y="2695680"/>
              <a:ext cx="15059160" cy="5628600"/>
            </a:xfrm>
            <a:prstGeom prst="rect">
              <a:avLst/>
            </a:prstGeom>
            <a:noFill/>
            <a:ln w="0">
              <a:noFill/>
            </a:ln>
          </p:spPr>
          <p:style>
            <a:lnRef idx="0"/>
            <a:fillRef idx="0"/>
            <a:effectRef idx="0"/>
            <a:fontRef idx="minor"/>
          </p:style>
          <p:txBody>
            <a:bodyPr lIns="0" rIns="0" tIns="0" bIns="0" anchor="t">
              <a:noAutofit/>
            </a:bodyPr>
            <a:p>
              <a:pPr lvl="1" marL="428760" indent="-222120" algn="just">
                <a:lnSpc>
                  <a:spcPct val="120000"/>
                </a:lnSpc>
                <a:buClr>
                  <a:srgbClr val="000000"/>
                </a:buClr>
                <a:buFont typeface="Arial"/>
                <a:buChar char="•"/>
              </a:pPr>
              <a:r>
                <a:rPr b="0" lang="en-US" sz="3500" strike="noStrike" u="none">
                  <a:solidFill>
                    <a:srgbClr val="000000"/>
                  </a:solidFill>
                  <a:effectLst/>
                  <a:uFillTx/>
                  <a:latin typeface="Calibri"/>
                  <a:ea typeface="Calibri"/>
                </a:rPr>
                <a:t>Al completar una tarea en una rama, se puede integrar de nuevo con la rama principal del proyecto. Esta acción se conoce como "fusión". Git intentará combinar los cambios automáticamente, pero si hay conflictos, el desarrollador debe decidir qué cambios conservar. Este proceso es esencial en proyectos colaborativos.</a:t>
              </a:r>
              <a:endParaRPr b="0" lang="es-GT" sz="35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40" name="Google Shape;417;p18"/>
          <p:cNvGrpSpPr/>
          <p:nvPr/>
        </p:nvGrpSpPr>
        <p:grpSpPr>
          <a:xfrm>
            <a:off x="1374840" y="2398680"/>
            <a:ext cx="15864120" cy="3160800"/>
            <a:chOff x="1374840" y="2398680"/>
            <a:chExt cx="15864120" cy="3160800"/>
          </a:xfrm>
        </p:grpSpPr>
        <p:sp>
          <p:nvSpPr>
            <p:cNvPr id="241" name="Google Shape;418;p18"/>
            <p:cNvSpPr/>
            <p:nvPr/>
          </p:nvSpPr>
          <p:spPr>
            <a:xfrm>
              <a:off x="1374840" y="2634480"/>
              <a:ext cx="15864120" cy="2925000"/>
            </a:xfrm>
            <a:custGeom>
              <a:avLst/>
              <a:gdLst>
                <a:gd name="textAreaLeft" fmla="*/ 0 w 15864120"/>
                <a:gd name="textAreaRight" fmla="*/ 15864480 w 15864120"/>
                <a:gd name="textAreaTop" fmla="*/ 0 h 2925000"/>
                <a:gd name="textAreaBottom" fmla="*/ 2925360 h 2925000"/>
              </a:gdLst>
              <a:ahLst/>
              <a:cxnLst/>
              <a:rect l="textAreaLeft" t="textAreaTop" r="textAreaRight" b="textAreaBottom"/>
              <a:pathLst>
                <a:path w="21152800" h="3900434">
                  <a:moveTo>
                    <a:pt x="0" y="0"/>
                  </a:moveTo>
                  <a:lnTo>
                    <a:pt x="21152800" y="0"/>
                  </a:lnTo>
                  <a:lnTo>
                    <a:pt x="21152800" y="3900434"/>
                  </a:lnTo>
                  <a:lnTo>
                    <a:pt x="0" y="3900434"/>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42" name="Google Shape;419;p18"/>
            <p:cNvSpPr/>
            <p:nvPr/>
          </p:nvSpPr>
          <p:spPr>
            <a:xfrm>
              <a:off x="1374840" y="2398680"/>
              <a:ext cx="15864120" cy="3160800"/>
            </a:xfrm>
            <a:prstGeom prst="rect">
              <a:avLst/>
            </a:prstGeom>
            <a:noFill/>
            <a:ln w="0">
              <a:noFill/>
            </a:ln>
          </p:spPr>
          <p:style>
            <a:lnRef idx="0"/>
            <a:fillRef idx="0"/>
            <a:effectRef idx="0"/>
            <a:fontRef idx="minor"/>
          </p:style>
          <p:txBody>
            <a:bodyPr lIns="0" rIns="0" tIns="0" bIns="0" anchor="t">
              <a:noAutofit/>
            </a:bodyPr>
            <a:p>
              <a:pPr lvl="1" marL="401400" indent="-191880">
                <a:lnSpc>
                  <a:spcPct val="207000"/>
                </a:lnSpc>
                <a:buClr>
                  <a:srgbClr val="131416"/>
                </a:buClr>
                <a:buFont typeface="Arial"/>
                <a:buChar char="•"/>
              </a:pPr>
              <a:r>
                <a:rPr b="0" lang="en-US" sz="3020" strike="noStrike" u="none">
                  <a:solidFill>
                    <a:srgbClr val="131416"/>
                  </a:solidFill>
                  <a:effectLst/>
                  <a:uFillTx/>
                  <a:latin typeface="Arial"/>
                  <a:ea typeface="Arial"/>
                </a:rPr>
                <a:t>Un conflicto ocurre cuando dos personas modifican la misma parte del código y Git no sabe qué versión conservar. Cuando esto sucede, se alerta al equipo para que revise el archivo y decida cómo combinar los cambios. Aunque puede parecer complicado al inicio, es parte natural del trabajo en equipo.</a:t>
              </a:r>
              <a:endParaRPr b="0" lang="es-GT" sz="3020" strike="noStrike" u="none">
                <a:solidFill>
                  <a:srgbClr val="000000"/>
                </a:solidFill>
                <a:effectLst/>
                <a:uFillTx/>
                <a:latin typeface="Arial"/>
              </a:endParaRPr>
            </a:p>
          </p:txBody>
        </p:sp>
      </p:grpSp>
      <p:grpSp>
        <p:nvGrpSpPr>
          <p:cNvPr id="243" name="Google Shape;420;p18"/>
          <p:cNvGrpSpPr/>
          <p:nvPr/>
        </p:nvGrpSpPr>
        <p:grpSpPr>
          <a:xfrm>
            <a:off x="1374840" y="497160"/>
            <a:ext cx="15288480" cy="1256040"/>
            <a:chOff x="1374840" y="497160"/>
            <a:chExt cx="15288480" cy="1256040"/>
          </a:xfrm>
        </p:grpSpPr>
        <p:sp>
          <p:nvSpPr>
            <p:cNvPr id="244" name="Google Shape;421;p18"/>
            <p:cNvSpPr/>
            <p:nvPr/>
          </p:nvSpPr>
          <p:spPr>
            <a:xfrm>
              <a:off x="1374840" y="65448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45" name="Google Shape;422;p18"/>
            <p:cNvSpPr/>
            <p:nvPr/>
          </p:nvSpPr>
          <p:spPr>
            <a:xfrm>
              <a:off x="1374840" y="497160"/>
              <a:ext cx="15288480" cy="1255680"/>
            </a:xfrm>
            <a:prstGeom prst="rect">
              <a:avLst/>
            </a:prstGeom>
            <a:noFill/>
            <a:ln w="0">
              <a:noFill/>
            </a:ln>
          </p:spPr>
          <p:style>
            <a:lnRef idx="0"/>
            <a:fillRef idx="0"/>
            <a:effectRef idx="0"/>
            <a:fontRef idx="minor"/>
          </p:style>
          <p:txBody>
            <a:bodyPr lIns="0" rIns="0" tIns="0" bIns="0" anchor="t">
              <a:noAutofit/>
            </a:bodyPr>
            <a:p>
              <a:pPr algn="just">
                <a:lnSpc>
                  <a:spcPct val="135000"/>
                </a:lnSpc>
                <a:tabLst>
                  <a:tab algn="l" pos="0"/>
                </a:tabLst>
              </a:pPr>
              <a:r>
                <a:rPr b="0" lang="en-US" sz="6100" strike="noStrike" u="none">
                  <a:solidFill>
                    <a:srgbClr val="131416"/>
                  </a:solidFill>
                  <a:effectLst/>
                  <a:uFillTx/>
                  <a:latin typeface="Impact"/>
                  <a:ea typeface="Impact"/>
                </a:rPr>
                <a:t>¿Qué es un conflicto?</a:t>
              </a:r>
              <a:endParaRPr b="0" lang="es-GT" sz="61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46" name="Google Shape;431;p19"/>
          <p:cNvGrpSpPr/>
          <p:nvPr/>
        </p:nvGrpSpPr>
        <p:grpSpPr>
          <a:xfrm>
            <a:off x="1374840" y="497160"/>
            <a:ext cx="15288480" cy="1256040"/>
            <a:chOff x="1374840" y="497160"/>
            <a:chExt cx="15288480" cy="1256040"/>
          </a:xfrm>
        </p:grpSpPr>
        <p:sp>
          <p:nvSpPr>
            <p:cNvPr id="247" name="Google Shape;432;p19"/>
            <p:cNvSpPr/>
            <p:nvPr/>
          </p:nvSpPr>
          <p:spPr>
            <a:xfrm>
              <a:off x="1374840" y="65448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48" name="Google Shape;433;p19"/>
            <p:cNvSpPr/>
            <p:nvPr/>
          </p:nvSpPr>
          <p:spPr>
            <a:xfrm>
              <a:off x="1374840" y="497160"/>
              <a:ext cx="15288480" cy="1255680"/>
            </a:xfrm>
            <a:prstGeom prst="rect">
              <a:avLst/>
            </a:prstGeom>
            <a:noFill/>
            <a:ln w="0">
              <a:noFill/>
            </a:ln>
          </p:spPr>
          <p:style>
            <a:lnRef idx="0"/>
            <a:fillRef idx="0"/>
            <a:effectRef idx="0"/>
            <a:fontRef idx="minor"/>
          </p:style>
          <p:txBody>
            <a:bodyPr lIns="0" rIns="0" tIns="0" bIns="0" anchor="t">
              <a:noAutofit/>
            </a:bodyPr>
            <a:p>
              <a:pPr algn="ctr">
                <a:lnSpc>
                  <a:spcPct val="135000"/>
                </a:lnSpc>
                <a:tabLst>
                  <a:tab algn="l" pos="0"/>
                </a:tabLst>
              </a:pPr>
              <a:r>
                <a:rPr b="0" lang="en-US" sz="6100" strike="noStrike" u="none">
                  <a:solidFill>
                    <a:srgbClr val="131416"/>
                  </a:solidFill>
                  <a:effectLst/>
                  <a:uFillTx/>
                  <a:latin typeface="Impact"/>
                  <a:ea typeface="Impact"/>
                </a:rPr>
                <a:t>Introducción a GitHub</a:t>
              </a:r>
              <a:endParaRPr b="0" lang="es-GT" sz="6100" strike="noStrike" u="none">
                <a:solidFill>
                  <a:srgbClr val="000000"/>
                </a:solidFill>
                <a:effectLst/>
                <a:uFillTx/>
                <a:latin typeface="Arial"/>
              </a:endParaRPr>
            </a:p>
          </p:txBody>
        </p:sp>
      </p:grpSp>
      <p:grpSp>
        <p:nvGrpSpPr>
          <p:cNvPr id="249" name="Google Shape;434;p19"/>
          <p:cNvGrpSpPr/>
          <p:nvPr/>
        </p:nvGrpSpPr>
        <p:grpSpPr>
          <a:xfrm>
            <a:off x="1374840" y="2398680"/>
            <a:ext cx="15864120" cy="4742280"/>
            <a:chOff x="1374840" y="2398680"/>
            <a:chExt cx="15864120" cy="4742280"/>
          </a:xfrm>
        </p:grpSpPr>
        <p:sp>
          <p:nvSpPr>
            <p:cNvPr id="250" name="Google Shape;435;p19"/>
            <p:cNvSpPr/>
            <p:nvPr/>
          </p:nvSpPr>
          <p:spPr>
            <a:xfrm>
              <a:off x="1374840" y="2634480"/>
              <a:ext cx="15864120" cy="4506480"/>
            </a:xfrm>
            <a:custGeom>
              <a:avLst/>
              <a:gdLst>
                <a:gd name="textAreaLeft" fmla="*/ 0 w 15864120"/>
                <a:gd name="textAreaRight" fmla="*/ 15864480 w 15864120"/>
                <a:gd name="textAreaTop" fmla="*/ 0 h 4506480"/>
                <a:gd name="textAreaBottom" fmla="*/ 4506840 h 4506480"/>
              </a:gdLst>
              <a:ahLst/>
              <a:cxnLst/>
              <a:rect l="textAreaLeft" t="textAreaTop" r="textAreaRight" b="textAreaBottom"/>
              <a:pathLst>
                <a:path w="21152800" h="6009064">
                  <a:moveTo>
                    <a:pt x="0" y="0"/>
                  </a:moveTo>
                  <a:lnTo>
                    <a:pt x="21152800" y="0"/>
                  </a:lnTo>
                  <a:lnTo>
                    <a:pt x="21152800" y="6009064"/>
                  </a:lnTo>
                  <a:lnTo>
                    <a:pt x="0" y="6009064"/>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51" name="Google Shape;436;p19"/>
            <p:cNvSpPr/>
            <p:nvPr/>
          </p:nvSpPr>
          <p:spPr>
            <a:xfrm>
              <a:off x="1374840" y="2398680"/>
              <a:ext cx="15864120" cy="4742280"/>
            </a:xfrm>
            <a:prstGeom prst="rect">
              <a:avLst/>
            </a:prstGeom>
            <a:noFill/>
            <a:ln w="0">
              <a:noFill/>
            </a:ln>
          </p:spPr>
          <p:style>
            <a:lnRef idx="0"/>
            <a:fillRef idx="0"/>
            <a:effectRef idx="0"/>
            <a:fontRef idx="minor"/>
          </p:style>
          <p:txBody>
            <a:bodyPr lIns="0" rIns="0" tIns="0" bIns="0" anchor="t">
              <a:noAutofit/>
            </a:bodyPr>
            <a:p>
              <a:pPr lvl="1" marL="401400" indent="-191880">
                <a:lnSpc>
                  <a:spcPct val="207000"/>
                </a:lnSpc>
                <a:buClr>
                  <a:srgbClr val="131416"/>
                </a:buClr>
                <a:buFont typeface="Arial"/>
                <a:buChar char="•"/>
              </a:pPr>
              <a:r>
                <a:rPr b="0" lang="en-US" sz="3020" strike="noStrike" u="none">
                  <a:solidFill>
                    <a:srgbClr val="131416"/>
                  </a:solidFill>
                  <a:effectLst/>
                  <a:uFillTx/>
                  <a:latin typeface="Arial"/>
                  <a:ea typeface="Arial"/>
                </a:rPr>
                <a:t>GitHub es una plataforma en línea que aloja proyectos gestionados con Git. Además de almacenar el código, GitHub ofrece herramientas para la colaboración como:</a:t>
              </a:r>
              <a:endParaRPr b="0" lang="es-GT" sz="3020" strike="noStrike" u="none">
                <a:solidFill>
                  <a:srgbClr val="000000"/>
                </a:solidFill>
                <a:effectLst/>
                <a:uFillTx/>
                <a:latin typeface="Arial"/>
              </a:endParaRPr>
            </a:p>
            <a:p>
              <a:pPr lvl="1" marL="401400" indent="-191880">
                <a:lnSpc>
                  <a:spcPct val="207000"/>
                </a:lnSpc>
                <a:buClr>
                  <a:srgbClr val="131416"/>
                </a:buClr>
                <a:buFont typeface="Arial"/>
                <a:buChar char="•"/>
              </a:pPr>
              <a:r>
                <a:rPr b="0" lang="en-US" sz="3020" strike="noStrike" u="none">
                  <a:solidFill>
                    <a:srgbClr val="131416"/>
                  </a:solidFill>
                  <a:effectLst/>
                  <a:uFillTx/>
                  <a:latin typeface="Arial"/>
                  <a:ea typeface="Arial"/>
                </a:rPr>
                <a:t>Seguimiento de tareas (issues)</a:t>
              </a:r>
              <a:endParaRPr b="0" lang="es-GT" sz="3020" strike="noStrike" u="none">
                <a:solidFill>
                  <a:srgbClr val="000000"/>
                </a:solidFill>
                <a:effectLst/>
                <a:uFillTx/>
                <a:latin typeface="Arial"/>
              </a:endParaRPr>
            </a:p>
            <a:p>
              <a:pPr lvl="1" marL="401400" indent="-191880">
                <a:lnSpc>
                  <a:spcPct val="207000"/>
                </a:lnSpc>
                <a:buClr>
                  <a:srgbClr val="131416"/>
                </a:buClr>
                <a:buFont typeface="Arial"/>
                <a:buChar char="•"/>
              </a:pPr>
              <a:r>
                <a:rPr b="0" lang="en-US" sz="3020" strike="noStrike" u="none">
                  <a:solidFill>
                    <a:srgbClr val="131416"/>
                  </a:solidFill>
                  <a:effectLst/>
                  <a:uFillTx/>
                  <a:latin typeface="Arial"/>
                  <a:ea typeface="Arial"/>
                </a:rPr>
                <a:t>Revisión de cambios (pull requests)</a:t>
              </a:r>
              <a:endParaRPr b="0" lang="es-GT" sz="3020" strike="noStrike" u="none">
                <a:solidFill>
                  <a:srgbClr val="000000"/>
                </a:solidFill>
                <a:effectLst/>
                <a:uFillTx/>
                <a:latin typeface="Arial"/>
              </a:endParaRPr>
            </a:p>
            <a:p>
              <a:pPr lvl="1" marL="401400" indent="-191880">
                <a:lnSpc>
                  <a:spcPct val="207000"/>
                </a:lnSpc>
                <a:buClr>
                  <a:srgbClr val="131416"/>
                </a:buClr>
                <a:buFont typeface="Arial"/>
                <a:buChar char="•"/>
              </a:pPr>
              <a:r>
                <a:rPr b="0" lang="en-US" sz="3020" strike="noStrike" u="none">
                  <a:solidFill>
                    <a:srgbClr val="131416"/>
                  </a:solidFill>
                  <a:effectLst/>
                  <a:uFillTx/>
                  <a:latin typeface="Arial"/>
                  <a:ea typeface="Arial"/>
                </a:rPr>
                <a:t>Automatización de procesos (actions)</a:t>
              </a:r>
              <a:endParaRPr b="0" lang="es-GT" sz="3020" strike="noStrike" u="none">
                <a:solidFill>
                  <a:srgbClr val="000000"/>
                </a:solidFill>
                <a:effectLst/>
                <a:uFillTx/>
                <a:latin typeface="Arial"/>
              </a:endParaRPr>
            </a:p>
            <a:p>
              <a:pPr lvl="1" marL="401400" indent="-191880">
                <a:lnSpc>
                  <a:spcPct val="207000"/>
                </a:lnSpc>
                <a:buClr>
                  <a:srgbClr val="131416"/>
                </a:buClr>
                <a:buFont typeface="Arial"/>
                <a:buChar char="•"/>
              </a:pPr>
              <a:r>
                <a:rPr b="0" lang="en-US" sz="3020" strike="noStrike" u="none">
                  <a:solidFill>
                    <a:srgbClr val="131416"/>
                  </a:solidFill>
                  <a:effectLst/>
                  <a:uFillTx/>
                  <a:latin typeface="Arial"/>
                  <a:ea typeface="Arial"/>
                </a:rPr>
                <a:t>Es una herramienta esencial en el entorno profesional de desarrollo de software.</a:t>
              </a:r>
              <a:endParaRPr b="0" lang="es-GT" sz="3020" strike="noStrike" u="none">
                <a:solidFill>
                  <a:srgbClr val="000000"/>
                </a:solidFill>
                <a:effectLst/>
                <a:uFillTx/>
                <a:latin typeface="Arial"/>
              </a:endParaRPr>
            </a:p>
          </p:txBody>
        </p:sp>
      </p:grpSp>
      <p:sp>
        <p:nvSpPr>
          <p:cNvPr id="252" name="Google Shape;437;p19"/>
          <p:cNvSpPr/>
          <p:nvPr/>
        </p:nvSpPr>
        <p:spPr>
          <a:xfrm>
            <a:off x="7691760" y="7647120"/>
            <a:ext cx="2904480" cy="1935000"/>
          </a:xfrm>
          <a:custGeom>
            <a:avLst/>
            <a:gdLst>
              <a:gd name="textAreaLeft" fmla="*/ 0 w 2904480"/>
              <a:gd name="textAreaRight" fmla="*/ 2904840 w 2904480"/>
              <a:gd name="textAreaTop" fmla="*/ 0 h 1935000"/>
              <a:gd name="textAreaBottom" fmla="*/ 1935360 h 1935000"/>
            </a:gdLst>
            <a:ahLst/>
            <a:cxnLst/>
            <a:rect l="textAreaLeft" t="textAreaTop" r="textAreaRight" b="textAreaBottom"/>
            <a:pathLst>
              <a:path w="2904739" h="1935283">
                <a:moveTo>
                  <a:pt x="0" y="0"/>
                </a:moveTo>
                <a:lnTo>
                  <a:pt x="2904740" y="0"/>
                </a:lnTo>
                <a:lnTo>
                  <a:pt x="2904740" y="1935283"/>
                </a:lnTo>
                <a:lnTo>
                  <a:pt x="0" y="1935283"/>
                </a:lnTo>
                <a:lnTo>
                  <a:pt x="0" y="0"/>
                </a:lnTo>
                <a:close/>
              </a:path>
            </a:pathLst>
          </a:custGeom>
          <a:blipFill rotWithShape="0">
            <a:blip r:embed="rId1"/>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53" name="Google Shape;446;p20"/>
          <p:cNvGrpSpPr/>
          <p:nvPr/>
        </p:nvGrpSpPr>
        <p:grpSpPr>
          <a:xfrm>
            <a:off x="1374840" y="497160"/>
            <a:ext cx="15288480" cy="1256040"/>
            <a:chOff x="1374840" y="497160"/>
            <a:chExt cx="15288480" cy="1256040"/>
          </a:xfrm>
        </p:grpSpPr>
        <p:sp>
          <p:nvSpPr>
            <p:cNvPr id="254" name="Google Shape;447;p20"/>
            <p:cNvSpPr/>
            <p:nvPr/>
          </p:nvSpPr>
          <p:spPr>
            <a:xfrm>
              <a:off x="1374840" y="65448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55" name="Google Shape;448;p20"/>
            <p:cNvSpPr/>
            <p:nvPr/>
          </p:nvSpPr>
          <p:spPr>
            <a:xfrm>
              <a:off x="1374840" y="497160"/>
              <a:ext cx="15288480" cy="1255680"/>
            </a:xfrm>
            <a:prstGeom prst="rect">
              <a:avLst/>
            </a:prstGeom>
            <a:noFill/>
            <a:ln w="0">
              <a:noFill/>
            </a:ln>
          </p:spPr>
          <p:style>
            <a:lnRef idx="0"/>
            <a:fillRef idx="0"/>
            <a:effectRef idx="0"/>
            <a:fontRef idx="minor"/>
          </p:style>
          <p:txBody>
            <a:bodyPr lIns="0" rIns="0" tIns="0" bIns="0" anchor="t">
              <a:noAutofit/>
            </a:bodyPr>
            <a:p>
              <a:pPr algn="ctr">
                <a:lnSpc>
                  <a:spcPct val="135000"/>
                </a:lnSpc>
                <a:tabLst>
                  <a:tab algn="l" pos="0"/>
                </a:tabLst>
              </a:pPr>
              <a:r>
                <a:rPr b="0" lang="en-US" sz="6100" strike="noStrike" u="none">
                  <a:solidFill>
                    <a:srgbClr val="131416"/>
                  </a:solidFill>
                  <a:effectLst/>
                  <a:uFillTx/>
                  <a:latin typeface="Impact"/>
                  <a:ea typeface="Impact"/>
                </a:rPr>
                <a:t>Clonar un proyecto existente</a:t>
              </a:r>
              <a:endParaRPr b="0" lang="es-GT" sz="6100" strike="noStrike" u="none">
                <a:solidFill>
                  <a:srgbClr val="000000"/>
                </a:solidFill>
                <a:effectLst/>
                <a:uFillTx/>
                <a:latin typeface="Arial"/>
              </a:endParaRPr>
            </a:p>
          </p:txBody>
        </p:sp>
      </p:grpSp>
      <p:grpSp>
        <p:nvGrpSpPr>
          <p:cNvPr id="256" name="Google Shape;449;p20"/>
          <p:cNvGrpSpPr/>
          <p:nvPr/>
        </p:nvGrpSpPr>
        <p:grpSpPr>
          <a:xfrm>
            <a:off x="1374840" y="2398680"/>
            <a:ext cx="15864120" cy="4741920"/>
            <a:chOff x="1374840" y="2398680"/>
            <a:chExt cx="15864120" cy="4741920"/>
          </a:xfrm>
        </p:grpSpPr>
        <p:sp>
          <p:nvSpPr>
            <p:cNvPr id="257" name="Google Shape;450;p20"/>
            <p:cNvSpPr/>
            <p:nvPr/>
          </p:nvSpPr>
          <p:spPr>
            <a:xfrm>
              <a:off x="1374840" y="2634480"/>
              <a:ext cx="15864120" cy="4506120"/>
            </a:xfrm>
            <a:custGeom>
              <a:avLst/>
              <a:gdLst>
                <a:gd name="textAreaLeft" fmla="*/ 0 w 15864120"/>
                <a:gd name="textAreaRight" fmla="*/ 15864480 w 15864120"/>
                <a:gd name="textAreaTop" fmla="*/ 0 h 4506120"/>
                <a:gd name="textAreaBottom" fmla="*/ 4506480 h 4506120"/>
              </a:gdLst>
              <a:ahLst/>
              <a:cxnLst/>
              <a:rect l="textAreaLeft" t="textAreaTop" r="textAreaRight" b="textAreaBottom"/>
              <a:pathLst>
                <a:path w="21152800" h="6008849">
                  <a:moveTo>
                    <a:pt x="0" y="0"/>
                  </a:moveTo>
                  <a:lnTo>
                    <a:pt x="21152800" y="0"/>
                  </a:lnTo>
                  <a:lnTo>
                    <a:pt x="21152800" y="6008849"/>
                  </a:lnTo>
                  <a:lnTo>
                    <a:pt x="0" y="6008849"/>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58" name="Google Shape;451;p20"/>
            <p:cNvSpPr/>
            <p:nvPr/>
          </p:nvSpPr>
          <p:spPr>
            <a:xfrm>
              <a:off x="1374840" y="2398680"/>
              <a:ext cx="15864120" cy="4741920"/>
            </a:xfrm>
            <a:prstGeom prst="rect">
              <a:avLst/>
            </a:prstGeom>
            <a:noFill/>
            <a:ln w="0">
              <a:noFill/>
            </a:ln>
          </p:spPr>
          <p:style>
            <a:lnRef idx="0"/>
            <a:fillRef idx="0"/>
            <a:effectRef idx="0"/>
            <a:fontRef idx="minor"/>
          </p:style>
          <p:txBody>
            <a:bodyPr lIns="0" rIns="0" tIns="0" bIns="0" anchor="t">
              <a:noAutofit/>
            </a:bodyPr>
            <a:p>
              <a:pPr lvl="1" marL="401400" indent="-191880">
                <a:lnSpc>
                  <a:spcPct val="207000"/>
                </a:lnSpc>
                <a:buClr>
                  <a:srgbClr val="131416"/>
                </a:buClr>
                <a:buFont typeface="Arial"/>
                <a:buChar char="•"/>
              </a:pPr>
              <a:r>
                <a:rPr b="0" lang="en-US" sz="3020" strike="noStrike" u="none">
                  <a:solidFill>
                    <a:srgbClr val="131416"/>
                  </a:solidFill>
                  <a:effectLst/>
                  <a:uFillTx/>
                  <a:latin typeface="Arial"/>
                  <a:ea typeface="Arial"/>
                </a:rPr>
                <a:t>Si ya existe un repositorio remoto, cualquier persona con acceso puede descargar una copia en su computadora para trabajar en él. A esto se le llama “clonar un repositorio”. Esta acción crea una versión exacta del proyecto, incluyendo todo su historial.</a:t>
              </a:r>
              <a:endParaRPr b="0" lang="es-GT" sz="3020" strike="noStrike" u="none">
                <a:solidFill>
                  <a:srgbClr val="000000"/>
                </a:solidFill>
                <a:effectLst/>
                <a:uFillTx/>
                <a:latin typeface="Arial"/>
              </a:endParaRPr>
            </a:p>
            <a:p>
              <a:pPr lvl="1" marL="401400" indent="-191880">
                <a:lnSpc>
                  <a:spcPct val="207000"/>
                </a:lnSpc>
                <a:buClr>
                  <a:srgbClr val="131416"/>
                </a:buClr>
                <a:buFont typeface="Arial"/>
                <a:buChar char="•"/>
              </a:pPr>
              <a:r>
                <a:rPr b="0" lang="en-US" sz="3020" strike="noStrike" u="none">
                  <a:solidFill>
                    <a:srgbClr val="131416"/>
                  </a:solidFill>
                  <a:effectLst/>
                  <a:uFillTx/>
                  <a:latin typeface="Arial"/>
                  <a:ea typeface="Arial"/>
                </a:rPr>
                <a:t>Una vez se han hecho avances en el proyecto, es posible compartirlos con los demás integrantes subiendo las modificaciones al repositorio remoto. Este proceso permite que todos trabajen de forma sincronizada, evitando duplicaciones o sobrescrituras.</a:t>
              </a:r>
              <a:endParaRPr b="0" lang="es-GT" sz="302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59" name="Google Shape;460;p21"/>
          <p:cNvGrpSpPr/>
          <p:nvPr/>
        </p:nvGrpSpPr>
        <p:grpSpPr>
          <a:xfrm>
            <a:off x="1374840" y="497160"/>
            <a:ext cx="15288480" cy="1256040"/>
            <a:chOff x="1374840" y="497160"/>
            <a:chExt cx="15288480" cy="1256040"/>
          </a:xfrm>
        </p:grpSpPr>
        <p:sp>
          <p:nvSpPr>
            <p:cNvPr id="260" name="Google Shape;461;p21"/>
            <p:cNvSpPr/>
            <p:nvPr/>
          </p:nvSpPr>
          <p:spPr>
            <a:xfrm>
              <a:off x="1374840" y="65448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61" name="Google Shape;462;p21"/>
            <p:cNvSpPr/>
            <p:nvPr/>
          </p:nvSpPr>
          <p:spPr>
            <a:xfrm>
              <a:off x="1374840" y="497160"/>
              <a:ext cx="15288480" cy="1255680"/>
            </a:xfrm>
            <a:prstGeom prst="rect">
              <a:avLst/>
            </a:prstGeom>
            <a:noFill/>
            <a:ln w="0">
              <a:noFill/>
            </a:ln>
          </p:spPr>
          <p:style>
            <a:lnRef idx="0"/>
            <a:fillRef idx="0"/>
            <a:effectRef idx="0"/>
            <a:fontRef idx="minor"/>
          </p:style>
          <p:txBody>
            <a:bodyPr lIns="0" rIns="0" tIns="0" bIns="0" anchor="t">
              <a:noAutofit/>
            </a:bodyPr>
            <a:p>
              <a:pPr algn="ctr">
                <a:lnSpc>
                  <a:spcPct val="135000"/>
                </a:lnSpc>
                <a:tabLst>
                  <a:tab algn="l" pos="0"/>
                </a:tabLst>
              </a:pPr>
              <a:r>
                <a:rPr b="0" lang="en-US" sz="6100" strike="noStrike" u="none">
                  <a:solidFill>
                    <a:srgbClr val="131416"/>
                  </a:solidFill>
                  <a:effectLst/>
                  <a:uFillTx/>
                  <a:latin typeface="Impact"/>
                  <a:ea typeface="Impact"/>
                </a:rPr>
                <a:t>Colaboración con Fork y Pull Request</a:t>
              </a:r>
              <a:endParaRPr b="0" lang="es-GT" sz="6100" strike="noStrike" u="none">
                <a:solidFill>
                  <a:srgbClr val="000000"/>
                </a:solidFill>
                <a:effectLst/>
                <a:uFillTx/>
                <a:latin typeface="Arial"/>
              </a:endParaRPr>
            </a:p>
          </p:txBody>
        </p:sp>
      </p:grpSp>
      <p:grpSp>
        <p:nvGrpSpPr>
          <p:cNvPr id="262" name="Google Shape;463;p21"/>
          <p:cNvGrpSpPr/>
          <p:nvPr/>
        </p:nvGrpSpPr>
        <p:grpSpPr>
          <a:xfrm>
            <a:off x="1374840" y="2398680"/>
            <a:ext cx="15864120" cy="4799520"/>
            <a:chOff x="1374840" y="2398680"/>
            <a:chExt cx="15864120" cy="4799520"/>
          </a:xfrm>
        </p:grpSpPr>
        <p:sp>
          <p:nvSpPr>
            <p:cNvPr id="263" name="Google Shape;464;p21"/>
            <p:cNvSpPr/>
            <p:nvPr/>
          </p:nvSpPr>
          <p:spPr>
            <a:xfrm>
              <a:off x="1374840" y="2634480"/>
              <a:ext cx="15864120" cy="4563720"/>
            </a:xfrm>
            <a:custGeom>
              <a:avLst/>
              <a:gdLst>
                <a:gd name="textAreaLeft" fmla="*/ 0 w 15864120"/>
                <a:gd name="textAreaRight" fmla="*/ 15864480 w 15864120"/>
                <a:gd name="textAreaTop" fmla="*/ 0 h 4563720"/>
                <a:gd name="textAreaBottom" fmla="*/ 4564080 h 4563720"/>
              </a:gdLst>
              <a:ahLst/>
              <a:cxnLst/>
              <a:rect l="textAreaLeft" t="textAreaTop" r="textAreaRight" b="textAreaBottom"/>
              <a:pathLst>
                <a:path w="21152800" h="6085264">
                  <a:moveTo>
                    <a:pt x="0" y="0"/>
                  </a:moveTo>
                  <a:lnTo>
                    <a:pt x="21152800" y="0"/>
                  </a:lnTo>
                  <a:lnTo>
                    <a:pt x="21152800" y="6085264"/>
                  </a:lnTo>
                  <a:lnTo>
                    <a:pt x="0" y="6085264"/>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64" name="Google Shape;465;p21"/>
            <p:cNvSpPr/>
            <p:nvPr/>
          </p:nvSpPr>
          <p:spPr>
            <a:xfrm>
              <a:off x="1374840" y="2398680"/>
              <a:ext cx="15864120" cy="4799160"/>
            </a:xfrm>
            <a:prstGeom prst="rect">
              <a:avLst/>
            </a:prstGeom>
            <a:noFill/>
            <a:ln w="0">
              <a:noFill/>
            </a:ln>
          </p:spPr>
          <p:style>
            <a:lnRef idx="0"/>
            <a:fillRef idx="0"/>
            <a:effectRef idx="0"/>
            <a:fontRef idx="minor"/>
          </p:style>
          <p:txBody>
            <a:bodyPr lIns="0" rIns="0" tIns="0" bIns="0" anchor="t">
              <a:noAutofit/>
            </a:bodyPr>
            <a:p>
              <a:pPr lvl="1" marL="401400" indent="-191880">
                <a:lnSpc>
                  <a:spcPct val="207000"/>
                </a:lnSpc>
                <a:buClr>
                  <a:srgbClr val="131416"/>
                </a:buClr>
                <a:buFont typeface="Arial"/>
                <a:buChar char="•"/>
              </a:pPr>
              <a:r>
                <a:rPr b="0" lang="en-US" sz="3020" strike="noStrike" u="none">
                  <a:solidFill>
                    <a:srgbClr val="131416"/>
                  </a:solidFill>
                  <a:effectLst/>
                  <a:uFillTx/>
                  <a:latin typeface="Arial"/>
                  <a:ea typeface="Arial"/>
                </a:rPr>
                <a:t>En proyectos públicos o de código abierto, muchas veces no se tiene acceso directo para editar. En estos casos, se puede hacer una copia del proyecto (fork), realizar cambios en la copia, y luego enviar una solicitud al autor original (pull request) para que evalúe y acepte las mejoras.</a:t>
              </a:r>
              <a:endParaRPr b="0" lang="es-GT" sz="3020" strike="noStrike" u="none">
                <a:solidFill>
                  <a:srgbClr val="000000"/>
                </a:solidFill>
                <a:effectLst/>
                <a:uFillTx/>
                <a:latin typeface="Arial"/>
              </a:endParaRPr>
            </a:p>
            <a:p>
              <a:pPr lvl="1" marL="401400" indent="-191880">
                <a:lnSpc>
                  <a:spcPct val="207000"/>
                </a:lnSpc>
                <a:buClr>
                  <a:srgbClr val="131416"/>
                </a:buClr>
                <a:buFont typeface="Arial"/>
                <a:buChar char="•"/>
              </a:pPr>
              <a:r>
                <a:rPr b="0" lang="en-US" sz="3020" strike="noStrike" u="none">
                  <a:solidFill>
                    <a:srgbClr val="131416"/>
                  </a:solidFill>
                  <a:effectLst/>
                  <a:uFillTx/>
                  <a:latin typeface="Arial"/>
                  <a:ea typeface="Arial"/>
                </a:rPr>
                <a:t>Este modelo de colaboración es ampliamente usado en comunidades como GitHub.</a:t>
              </a:r>
              <a:endParaRPr b="0" lang="es-GT" sz="3020" strike="noStrike" u="none">
                <a:solidFill>
                  <a:srgbClr val="000000"/>
                </a:solidFill>
                <a:effectLst/>
                <a:uFillTx/>
                <a:latin typeface="Arial"/>
              </a:endParaRPr>
            </a:p>
            <a:p>
              <a:pPr marL="401400">
                <a:lnSpc>
                  <a:spcPct val="207000"/>
                </a:lnSpc>
                <a:tabLst>
                  <a:tab algn="l" pos="0"/>
                </a:tabLst>
              </a:pPr>
              <a:endParaRPr b="0" lang="es-GT" sz="302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65" name="Google Shape;474;p22"/>
          <p:cNvGrpSpPr/>
          <p:nvPr/>
        </p:nvGrpSpPr>
        <p:grpSpPr>
          <a:xfrm>
            <a:off x="4368240" y="1260000"/>
            <a:ext cx="9311760" cy="1926360"/>
            <a:chOff x="4368240" y="1260000"/>
            <a:chExt cx="9311760" cy="1926360"/>
          </a:xfrm>
        </p:grpSpPr>
        <p:sp>
          <p:nvSpPr>
            <p:cNvPr id="266" name="Google Shape;475;p22"/>
            <p:cNvSpPr/>
            <p:nvPr/>
          </p:nvSpPr>
          <p:spPr>
            <a:xfrm>
              <a:off x="4368240" y="1688040"/>
              <a:ext cx="9311760" cy="1497960"/>
            </a:xfrm>
            <a:custGeom>
              <a:avLst/>
              <a:gdLst>
                <a:gd name="textAreaLeft" fmla="*/ 0 w 9311760"/>
                <a:gd name="textAreaRight" fmla="*/ 9312120 w 9311760"/>
                <a:gd name="textAreaTop" fmla="*/ 0 h 1497960"/>
                <a:gd name="textAreaBottom" fmla="*/ 1498320 h 1497960"/>
              </a:gdLst>
              <a:ahLst/>
              <a:cxnLst/>
              <a:rect l="textAreaLeft" t="textAreaTop" r="textAreaRight" b="textAreaBottom"/>
              <a:pathLst>
                <a:path w="6214547" h="1000008">
                  <a:moveTo>
                    <a:pt x="0" y="0"/>
                  </a:moveTo>
                  <a:lnTo>
                    <a:pt x="6214547" y="0"/>
                  </a:lnTo>
                  <a:lnTo>
                    <a:pt x="6214547" y="1000008"/>
                  </a:lnTo>
                  <a:lnTo>
                    <a:pt x="0" y="1000008"/>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67" name="Google Shape;476;p22"/>
            <p:cNvSpPr/>
            <p:nvPr/>
          </p:nvSpPr>
          <p:spPr>
            <a:xfrm>
              <a:off x="4368240" y="1260000"/>
              <a:ext cx="9311760" cy="1926360"/>
            </a:xfrm>
            <a:prstGeom prst="rect">
              <a:avLst/>
            </a:prstGeom>
            <a:noFill/>
            <a:ln w="0">
              <a:noFill/>
            </a:ln>
          </p:spPr>
          <p:style>
            <a:lnRef idx="0"/>
            <a:fillRef idx="0"/>
            <a:effectRef idx="0"/>
            <a:fontRef idx="minor"/>
          </p:style>
          <p:txBody>
            <a:bodyPr lIns="0" rIns="0" tIns="0" bIns="0" anchor="t">
              <a:noAutofit/>
            </a:bodyPr>
            <a:p>
              <a:pPr algn="ctr">
                <a:lnSpc>
                  <a:spcPct val="135000"/>
                </a:lnSpc>
                <a:tabLst>
                  <a:tab algn="l" pos="0"/>
                </a:tabLst>
              </a:pPr>
              <a:r>
                <a:rPr b="0" lang="en-US" sz="8290" strike="noStrike" u="none">
                  <a:solidFill>
                    <a:srgbClr val="131416"/>
                  </a:solidFill>
                  <a:effectLst/>
                  <a:uFillTx/>
                  <a:latin typeface="Impact"/>
                  <a:ea typeface="Impact"/>
                </a:rPr>
                <a:t>Reflexión y Cierre</a:t>
              </a:r>
              <a:endParaRPr b="0" lang="es-GT" sz="8290" strike="noStrike" u="none">
                <a:solidFill>
                  <a:srgbClr val="000000"/>
                </a:solidFill>
                <a:effectLst/>
                <a:uFillTx/>
                <a:latin typeface="Arial"/>
              </a:endParaRPr>
            </a:p>
          </p:txBody>
        </p:sp>
      </p:grpSp>
      <p:grpSp>
        <p:nvGrpSpPr>
          <p:cNvPr id="268" name="Google Shape;463;p 1"/>
          <p:cNvGrpSpPr/>
          <p:nvPr/>
        </p:nvGrpSpPr>
        <p:grpSpPr>
          <a:xfrm>
            <a:off x="1440000" y="2940480"/>
            <a:ext cx="15864120" cy="4799520"/>
            <a:chOff x="1440000" y="2940480"/>
            <a:chExt cx="15864120" cy="4799520"/>
          </a:xfrm>
        </p:grpSpPr>
        <p:sp>
          <p:nvSpPr>
            <p:cNvPr id="269" name="Google Shape;464;p 1"/>
            <p:cNvSpPr/>
            <p:nvPr/>
          </p:nvSpPr>
          <p:spPr>
            <a:xfrm>
              <a:off x="1440000" y="3176280"/>
              <a:ext cx="15864120" cy="4563720"/>
            </a:xfrm>
            <a:custGeom>
              <a:avLst/>
              <a:gdLst>
                <a:gd name="textAreaLeft" fmla="*/ 0 w 15864120"/>
                <a:gd name="textAreaRight" fmla="*/ 15864480 w 15864120"/>
                <a:gd name="textAreaTop" fmla="*/ 0 h 4563720"/>
                <a:gd name="textAreaBottom" fmla="*/ 4564080 h 4563720"/>
              </a:gdLst>
              <a:ahLst/>
              <a:cxnLst/>
              <a:rect l="textAreaLeft" t="textAreaTop" r="textAreaRight" b="textAreaBottom"/>
              <a:pathLst>
                <a:path w="21152800" h="6085264">
                  <a:moveTo>
                    <a:pt x="0" y="0"/>
                  </a:moveTo>
                  <a:lnTo>
                    <a:pt x="21152800" y="0"/>
                  </a:lnTo>
                  <a:lnTo>
                    <a:pt x="21152800" y="6085264"/>
                  </a:lnTo>
                  <a:lnTo>
                    <a:pt x="0" y="6085264"/>
                  </a:lnTo>
                  <a:close/>
                </a:path>
              </a:pathLst>
            </a:custGeom>
            <a:noFill/>
            <a:ln w="0">
              <a:noFill/>
            </a:ln>
          </p:spPr>
          <p:style>
            <a:lnRef idx="0"/>
            <a:fillRef idx="0"/>
            <a:effectRef idx="0"/>
            <a:fontRef idx="minor"/>
          </p:style>
          <p:txBody>
            <a:bodyPr anchor="t">
              <a:noAutofit/>
            </a:bodyPr>
            <a:p>
              <a:endParaRPr b="0" lang="es-GT" sz="1400" strike="noStrike" u="none">
                <a:solidFill>
                  <a:srgbClr val="ffffff"/>
                </a:solidFill>
                <a:effectLst/>
                <a:uFillTx/>
                <a:latin typeface="Arial"/>
              </a:endParaRPr>
            </a:p>
          </p:txBody>
        </p:sp>
        <p:sp>
          <p:nvSpPr>
            <p:cNvPr id="270" name="Google Shape;465;p 1"/>
            <p:cNvSpPr/>
            <p:nvPr/>
          </p:nvSpPr>
          <p:spPr>
            <a:xfrm>
              <a:off x="1440000" y="2940480"/>
              <a:ext cx="15864120" cy="4799160"/>
            </a:xfrm>
            <a:prstGeom prst="rect">
              <a:avLst/>
            </a:prstGeom>
            <a:noFill/>
            <a:ln w="0">
              <a:noFill/>
            </a:ln>
          </p:spPr>
          <p:style>
            <a:lnRef idx="0"/>
            <a:fillRef idx="0"/>
            <a:effectRef idx="0"/>
            <a:fontRef idx="minor"/>
          </p:style>
          <p:txBody>
            <a:bodyPr lIns="0" rIns="0" tIns="0" bIns="0" anchor="t">
              <a:noAutofit/>
            </a:bodyPr>
            <a:p>
              <a:pPr lvl="1" marL="401400" indent="-191880">
                <a:lnSpc>
                  <a:spcPct val="207000"/>
                </a:lnSpc>
                <a:buClr>
                  <a:srgbClr val="131416"/>
                </a:buClr>
                <a:buFont typeface="Arial"/>
                <a:buChar char="•"/>
              </a:pPr>
              <a:r>
                <a:rPr b="0" lang="en-US" sz="3020" strike="noStrike" u="none">
                  <a:solidFill>
                    <a:srgbClr val="131416"/>
                  </a:solidFill>
                  <a:effectLst/>
                  <a:uFillTx/>
                  <a:latin typeface="Arial"/>
                  <a:ea typeface="Arial"/>
                </a:rPr>
                <a:t>Git es una herramienta escencial hoy en día, por lo que es altamente recomendable el aprender a usarla, además de la practicidad y facilidad que nos ofrece al momento de llevar nuestros repositorios a diferentes lugares simplemente clonandolos y ejecutarlos a nuestra conveniencia.</a:t>
              </a:r>
              <a:endParaRPr b="0" lang="es-GT" sz="3020" strike="noStrike" u="none">
                <a:solidFill>
                  <a:srgbClr val="000000"/>
                </a:solidFill>
                <a:effectLst/>
                <a:uFillTx/>
                <a:latin typeface="Arial"/>
              </a:endParaRPr>
            </a:p>
            <a:p>
              <a:pPr marL="401400">
                <a:lnSpc>
                  <a:spcPct val="207000"/>
                </a:lnSpc>
                <a:tabLst>
                  <a:tab algn="l" pos="0"/>
                </a:tabLst>
              </a:pPr>
              <a:endParaRPr b="0" lang="es-GT" sz="302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71" name="Google Shape;485;g3b056312c4a_0_39"/>
          <p:cNvGrpSpPr/>
          <p:nvPr/>
        </p:nvGrpSpPr>
        <p:grpSpPr>
          <a:xfrm>
            <a:off x="1374840" y="497160"/>
            <a:ext cx="15288480" cy="1256040"/>
            <a:chOff x="1374840" y="497160"/>
            <a:chExt cx="15288480" cy="1256040"/>
          </a:xfrm>
        </p:grpSpPr>
        <p:sp>
          <p:nvSpPr>
            <p:cNvPr id="272" name="Google Shape;486;g3b056312c4a_0_39"/>
            <p:cNvSpPr/>
            <p:nvPr/>
          </p:nvSpPr>
          <p:spPr>
            <a:xfrm>
              <a:off x="1374840" y="654480"/>
              <a:ext cx="15288480" cy="1098720"/>
            </a:xfrm>
            <a:custGeom>
              <a:avLst/>
              <a:gdLst>
                <a:gd name="textAreaLeft" fmla="*/ 0 w 15288480"/>
                <a:gd name="textAreaRight" fmla="*/ 15288840 w 15288480"/>
                <a:gd name="textAreaTop" fmla="*/ 0 h 1098720"/>
                <a:gd name="textAreaBottom" fmla="*/ 1099080 h 1098720"/>
              </a:gdLst>
              <a:ahLst/>
              <a:cxnLst/>
              <a:rect l="textAreaLeft" t="textAreaTop" r="textAreaRight" b="textAreaBottom"/>
              <a:pathLst>
                <a:path w="20385201" h="1465312">
                  <a:moveTo>
                    <a:pt x="0" y="0"/>
                  </a:moveTo>
                  <a:lnTo>
                    <a:pt x="20385201" y="0"/>
                  </a:lnTo>
                  <a:lnTo>
                    <a:pt x="20385201" y="1465312"/>
                  </a:lnTo>
                  <a:lnTo>
                    <a:pt x="0" y="1465312"/>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73" name="Google Shape;487;g3b056312c4a_0_39"/>
            <p:cNvSpPr/>
            <p:nvPr/>
          </p:nvSpPr>
          <p:spPr>
            <a:xfrm>
              <a:off x="1374840" y="497160"/>
              <a:ext cx="15288480" cy="1255680"/>
            </a:xfrm>
            <a:prstGeom prst="rect">
              <a:avLst/>
            </a:prstGeom>
            <a:noFill/>
            <a:ln w="0">
              <a:noFill/>
            </a:ln>
          </p:spPr>
          <p:style>
            <a:lnRef idx="0"/>
            <a:fillRef idx="0"/>
            <a:effectRef idx="0"/>
            <a:fontRef idx="minor"/>
          </p:style>
          <p:txBody>
            <a:bodyPr lIns="0" rIns="0" tIns="0" bIns="0" anchor="t">
              <a:noAutofit/>
            </a:bodyPr>
            <a:p>
              <a:pPr algn="ctr">
                <a:lnSpc>
                  <a:spcPct val="135000"/>
                </a:lnSpc>
                <a:tabLst>
                  <a:tab algn="l" pos="0"/>
                </a:tabLst>
              </a:pPr>
              <a:r>
                <a:rPr b="0" lang="en-US" sz="6100" strike="noStrike" u="none">
                  <a:solidFill>
                    <a:srgbClr val="131416"/>
                  </a:solidFill>
                  <a:effectLst/>
                  <a:uFillTx/>
                  <a:latin typeface="Impact"/>
                  <a:ea typeface="Impact"/>
                </a:rPr>
                <a:t>Referencias </a:t>
              </a:r>
              <a:endParaRPr b="0" lang="es-GT" sz="6100" strike="noStrike" u="none">
                <a:solidFill>
                  <a:srgbClr val="000000"/>
                </a:solidFill>
                <a:effectLst/>
                <a:uFillTx/>
                <a:latin typeface="Arial"/>
              </a:endParaRPr>
            </a:p>
          </p:txBody>
        </p:sp>
      </p:grpSp>
      <p:grpSp>
        <p:nvGrpSpPr>
          <p:cNvPr id="274" name="Google Shape;488;g3b056312c4a_0_39"/>
          <p:cNvGrpSpPr/>
          <p:nvPr/>
        </p:nvGrpSpPr>
        <p:grpSpPr>
          <a:xfrm>
            <a:off x="1374840" y="2398680"/>
            <a:ext cx="15864120" cy="4799520"/>
            <a:chOff x="1374840" y="2398680"/>
            <a:chExt cx="15864120" cy="4799520"/>
          </a:xfrm>
        </p:grpSpPr>
        <p:sp>
          <p:nvSpPr>
            <p:cNvPr id="275" name="Google Shape;489;g3b056312c4a_0_39"/>
            <p:cNvSpPr/>
            <p:nvPr/>
          </p:nvSpPr>
          <p:spPr>
            <a:xfrm>
              <a:off x="1374840" y="2634480"/>
              <a:ext cx="15864120" cy="4563720"/>
            </a:xfrm>
            <a:custGeom>
              <a:avLst/>
              <a:gdLst>
                <a:gd name="textAreaLeft" fmla="*/ 0 w 15864120"/>
                <a:gd name="textAreaRight" fmla="*/ 15864480 w 15864120"/>
                <a:gd name="textAreaTop" fmla="*/ 0 h 4563720"/>
                <a:gd name="textAreaBottom" fmla="*/ 4564080 h 4563720"/>
              </a:gdLst>
              <a:ahLst/>
              <a:cxnLst/>
              <a:rect l="textAreaLeft" t="textAreaTop" r="textAreaRight" b="textAreaBottom"/>
              <a:pathLst>
                <a:path w="21152800" h="6085264">
                  <a:moveTo>
                    <a:pt x="0" y="0"/>
                  </a:moveTo>
                  <a:lnTo>
                    <a:pt x="21152800" y="0"/>
                  </a:lnTo>
                  <a:lnTo>
                    <a:pt x="21152800" y="6085264"/>
                  </a:lnTo>
                  <a:lnTo>
                    <a:pt x="0" y="6085264"/>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76" name="Google Shape;490;g3b056312c4a_0_39"/>
            <p:cNvSpPr/>
            <p:nvPr/>
          </p:nvSpPr>
          <p:spPr>
            <a:xfrm>
              <a:off x="1374840" y="2398680"/>
              <a:ext cx="15864120" cy="4799520"/>
            </a:xfrm>
            <a:prstGeom prst="rect">
              <a:avLst/>
            </a:prstGeom>
            <a:noFill/>
            <a:ln w="0">
              <a:noFill/>
            </a:ln>
          </p:spPr>
          <p:style>
            <a:lnRef idx="0"/>
            <a:fillRef idx="0"/>
            <a:effectRef idx="0"/>
            <a:fontRef idx="minor"/>
          </p:style>
          <p:txBody>
            <a:bodyPr lIns="0" rIns="0" tIns="0" bIns="0" anchor="t">
              <a:noAutofit/>
            </a:bodyPr>
            <a:p>
              <a:pPr marL="457200" indent="-387360">
                <a:lnSpc>
                  <a:spcPct val="207000"/>
                </a:lnSpc>
                <a:buClr>
                  <a:srgbClr val="000000"/>
                </a:buClr>
                <a:buFont typeface="Arial"/>
                <a:buChar char="●"/>
              </a:pPr>
              <a:r>
                <a:rPr b="1" lang="en-US" sz="2500" strike="noStrike" u="none">
                  <a:solidFill>
                    <a:schemeClr val="dk1"/>
                  </a:solidFill>
                  <a:effectLst/>
                  <a:uFillTx/>
                  <a:latin typeface="Arial"/>
                  <a:ea typeface="Arial"/>
                </a:rPr>
                <a:t>Sitio Oficial de Git:</a:t>
              </a:r>
              <a:r>
                <a:rPr b="0" lang="en-US" sz="2500" strike="noStrike" u="none">
                  <a:solidFill>
                    <a:schemeClr val="dk1"/>
                  </a:solidFill>
                  <a:effectLst/>
                  <a:uFillTx/>
                  <a:latin typeface="Arial"/>
                  <a:ea typeface="Arial"/>
                </a:rPr>
                <a:t> Documentación y descargas. Disponible en: </a:t>
              </a:r>
              <a:r>
                <a:rPr b="0" i="1" lang="en-US" sz="2500" strike="noStrike" u="none">
                  <a:solidFill>
                    <a:schemeClr val="dk1"/>
                  </a:solidFill>
                  <a:effectLst/>
                  <a:uFillTx/>
                  <a:latin typeface="Arial"/>
                  <a:ea typeface="Arial"/>
                </a:rPr>
                <a:t>git-scm.com</a:t>
              </a:r>
              <a:r>
                <a:rPr b="0" lang="en-US" sz="2500" strike="noStrike" u="none">
                  <a:solidFill>
                    <a:schemeClr val="dk1"/>
                  </a:solidFill>
                  <a:effectLst/>
                  <a:uFillTx/>
                  <a:latin typeface="Arial"/>
                  <a:ea typeface="Arial"/>
                </a:rPr>
                <a:t>.</a:t>
              </a:r>
              <a:endParaRPr b="0" lang="es-GT" sz="2500" strike="noStrike" u="none">
                <a:solidFill>
                  <a:srgbClr val="000000"/>
                </a:solidFill>
                <a:effectLst/>
                <a:uFillTx/>
                <a:latin typeface="Arial"/>
              </a:endParaRPr>
            </a:p>
            <a:p>
              <a:pPr marL="457200" indent="-387360">
                <a:lnSpc>
                  <a:spcPct val="207000"/>
                </a:lnSpc>
                <a:buClr>
                  <a:srgbClr val="000000"/>
                </a:buClr>
                <a:buFont typeface="Arial"/>
                <a:buChar char="●"/>
              </a:pPr>
              <a:r>
                <a:rPr b="1" lang="en-US" sz="2500" strike="noStrike" u="none">
                  <a:solidFill>
                    <a:schemeClr val="dk1"/>
                  </a:solidFill>
                  <a:effectLst/>
                  <a:uFillTx/>
                  <a:latin typeface="Arial"/>
                  <a:ea typeface="Arial"/>
                </a:rPr>
                <a:t>Chacon, S., &amp; Straub, B.</a:t>
              </a:r>
              <a:r>
                <a:rPr b="0" lang="en-US" sz="2500" strike="noStrike" u="none">
                  <a:solidFill>
                    <a:schemeClr val="dk1"/>
                  </a:solidFill>
                  <a:effectLst/>
                  <a:uFillTx/>
                  <a:latin typeface="Arial"/>
                  <a:ea typeface="Arial"/>
                </a:rPr>
                <a:t> </a:t>
              </a:r>
              <a:r>
                <a:rPr b="0" i="1" lang="en-US" sz="2500" strike="noStrike" u="none">
                  <a:solidFill>
                    <a:schemeClr val="dk1"/>
                  </a:solidFill>
                  <a:effectLst/>
                  <a:uFillTx/>
                  <a:latin typeface="Arial"/>
                  <a:ea typeface="Arial"/>
                </a:rPr>
                <a:t>Pro Git</a:t>
              </a:r>
              <a:r>
                <a:rPr b="0" lang="en-US" sz="2500" strike="noStrike" u="none">
                  <a:solidFill>
                    <a:schemeClr val="dk1"/>
                  </a:solidFill>
                  <a:effectLst/>
                  <a:uFillTx/>
                  <a:latin typeface="Arial"/>
                  <a:ea typeface="Arial"/>
                </a:rPr>
                <a:t>. Libro oficial y guía completa. Disponible gratuitamente en:</a:t>
              </a:r>
              <a:r>
                <a:rPr b="0" lang="en-US" sz="2500" strike="noStrike" u="sng">
                  <a:solidFill>
                    <a:schemeClr val="dk1"/>
                  </a:solidFill>
                  <a:effectLst/>
                  <a:uFillTx/>
                  <a:latin typeface="Arial"/>
                  <a:ea typeface="Arial"/>
                  <a:hlinkClick r:id="rId1"/>
                </a:rPr>
                <a:t> </a:t>
              </a:r>
              <a:r>
                <a:rPr b="0" i="1" lang="en-US" sz="2500" strike="noStrike" u="sng">
                  <a:solidFill>
                    <a:schemeClr val="hlink"/>
                  </a:solidFill>
                  <a:effectLst/>
                  <a:uFillTx/>
                  <a:latin typeface="Arial"/>
                  <a:ea typeface="Arial"/>
                  <a:hlinkClick r:id="rId2"/>
                </a:rPr>
                <a:t>git-scm.com/book/es/v2</a:t>
              </a:r>
              <a:r>
                <a:rPr b="0" lang="en-US" sz="2500" strike="noStrike" u="none">
                  <a:solidFill>
                    <a:schemeClr val="dk1"/>
                  </a:solidFill>
                  <a:effectLst/>
                  <a:uFillTx/>
                  <a:latin typeface="Arial"/>
                  <a:ea typeface="Arial"/>
                </a:rPr>
                <a:t>.</a:t>
              </a:r>
              <a:endParaRPr b="0" lang="es-GT" sz="2500" strike="noStrike" u="none">
                <a:solidFill>
                  <a:srgbClr val="000000"/>
                </a:solidFill>
                <a:effectLst/>
                <a:uFillTx/>
                <a:latin typeface="Arial"/>
              </a:endParaRPr>
            </a:p>
            <a:p>
              <a:pPr marL="457200" indent="-387360">
                <a:lnSpc>
                  <a:spcPct val="207000"/>
                </a:lnSpc>
                <a:buClr>
                  <a:srgbClr val="000000"/>
                </a:buClr>
                <a:buFont typeface="Arial"/>
                <a:buChar char="●"/>
              </a:pPr>
              <a:r>
                <a:rPr b="1" lang="en-US" sz="2500" strike="noStrike" u="none">
                  <a:solidFill>
                    <a:schemeClr val="dk1"/>
                  </a:solidFill>
                  <a:effectLst/>
                  <a:uFillTx/>
                  <a:latin typeface="Arial"/>
                  <a:ea typeface="Arial"/>
                </a:rPr>
                <a:t>GitHub Docs:</a:t>
              </a:r>
              <a:r>
                <a:rPr b="0" lang="en-US" sz="2500" strike="noStrike" u="none">
                  <a:solidFill>
                    <a:schemeClr val="dk1"/>
                  </a:solidFill>
                  <a:effectLst/>
                  <a:uFillTx/>
                  <a:latin typeface="Arial"/>
                  <a:ea typeface="Arial"/>
                </a:rPr>
                <a:t> Guías de colaboración y gestión de repositorios remotos. Disponible en: </a:t>
              </a:r>
              <a:r>
                <a:rPr b="0" i="1" lang="en-US" sz="2500" strike="noStrike" u="none">
                  <a:solidFill>
                    <a:schemeClr val="dk1"/>
                  </a:solidFill>
                  <a:effectLst/>
                  <a:uFillTx/>
                  <a:latin typeface="Arial"/>
                  <a:ea typeface="Arial"/>
                </a:rPr>
                <a:t>docs.github.com</a:t>
              </a:r>
              <a:r>
                <a:rPr b="0" lang="en-US" sz="2500" strike="noStrike" u="none">
                  <a:solidFill>
                    <a:schemeClr val="dk1"/>
                  </a:solidFill>
                  <a:effectLst/>
                  <a:uFillTx/>
                  <a:latin typeface="Arial"/>
                  <a:ea typeface="Arial"/>
                </a:rPr>
                <a:t>.</a:t>
              </a:r>
              <a:endParaRPr b="0" lang="es-GT" sz="2500" strike="noStrike" u="none">
                <a:solidFill>
                  <a:srgbClr val="000000"/>
                </a:solidFill>
                <a:effectLst/>
                <a:uFillTx/>
                <a:latin typeface="Arial"/>
              </a:endParaRPr>
            </a:p>
            <a:p>
              <a:pPr marL="457200" indent="-387360">
                <a:lnSpc>
                  <a:spcPct val="207000"/>
                </a:lnSpc>
                <a:buClr>
                  <a:srgbClr val="000000"/>
                </a:buClr>
                <a:buFont typeface="Arial"/>
                <a:buChar char="●"/>
              </a:pPr>
              <a:r>
                <a:rPr b="1" lang="en-US" sz="2500" strike="noStrike" u="none">
                  <a:solidFill>
                    <a:schemeClr val="dk1"/>
                  </a:solidFill>
                  <a:effectLst/>
                  <a:uFillTx/>
                  <a:latin typeface="Arial"/>
                  <a:ea typeface="Arial"/>
                </a:rPr>
                <a:t>Atlassian Git Tutorial:</a:t>
              </a:r>
              <a:r>
                <a:rPr b="0" lang="en-US" sz="2500" strike="noStrike" u="none">
                  <a:solidFill>
                    <a:schemeClr val="dk1"/>
                  </a:solidFill>
                  <a:effectLst/>
                  <a:uFillTx/>
                  <a:latin typeface="Arial"/>
                  <a:ea typeface="Arial"/>
                </a:rPr>
                <a:t> Conceptos de versionamiento distribuido y centralizado.</a:t>
              </a:r>
              <a:endParaRPr b="0" lang="es-GT" sz="2500" strike="noStrike" u="none">
                <a:solidFill>
                  <a:srgbClr val="000000"/>
                </a:solidFill>
                <a:effectLst/>
                <a:uFillTx/>
                <a:latin typeface="Arial"/>
              </a:endParaRPr>
            </a:p>
            <a:p>
              <a:pPr marL="401400">
                <a:lnSpc>
                  <a:spcPct val="207000"/>
                </a:lnSpc>
                <a:tabLst>
                  <a:tab algn="l" pos="0"/>
                </a:tabLst>
              </a:pPr>
              <a:endParaRPr b="0" lang="es-GT" sz="302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77" name="Google Shape;499;p23"/>
          <p:cNvGrpSpPr/>
          <p:nvPr/>
        </p:nvGrpSpPr>
        <p:grpSpPr>
          <a:xfrm>
            <a:off x="4437720" y="3274920"/>
            <a:ext cx="8658720" cy="2029320"/>
            <a:chOff x="4437720" y="3274920"/>
            <a:chExt cx="8658720" cy="2029320"/>
          </a:xfrm>
        </p:grpSpPr>
        <p:sp>
          <p:nvSpPr>
            <p:cNvPr id="278" name="Google Shape;500;p23"/>
            <p:cNvSpPr/>
            <p:nvPr/>
          </p:nvSpPr>
          <p:spPr>
            <a:xfrm>
              <a:off x="4437720" y="3389040"/>
              <a:ext cx="8658720" cy="1914840"/>
            </a:xfrm>
            <a:custGeom>
              <a:avLst/>
              <a:gdLst>
                <a:gd name="textAreaLeft" fmla="*/ 0 w 8658720"/>
                <a:gd name="textAreaRight" fmla="*/ 8659080 w 8658720"/>
                <a:gd name="textAreaTop" fmla="*/ 0 h 1914840"/>
                <a:gd name="textAreaBottom" fmla="*/ 1915200 h 1914840"/>
              </a:gdLst>
              <a:ahLst/>
              <a:cxnLst/>
              <a:rect l="textAreaLeft" t="textAreaTop" r="textAreaRight" b="textAreaBottom"/>
              <a:pathLst>
                <a:path w="11545200" h="2553600">
                  <a:moveTo>
                    <a:pt x="0" y="0"/>
                  </a:moveTo>
                  <a:lnTo>
                    <a:pt x="11545200" y="0"/>
                  </a:lnTo>
                  <a:lnTo>
                    <a:pt x="11545200" y="2553600"/>
                  </a:lnTo>
                  <a:lnTo>
                    <a:pt x="0" y="2553600"/>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79" name="Google Shape;501;p23"/>
            <p:cNvSpPr/>
            <p:nvPr/>
          </p:nvSpPr>
          <p:spPr>
            <a:xfrm>
              <a:off x="4437720" y="3274920"/>
              <a:ext cx="8658720" cy="2029320"/>
            </a:xfrm>
            <a:prstGeom prst="rect">
              <a:avLst/>
            </a:prstGeom>
            <a:noFill/>
            <a:ln w="0">
              <a:noFill/>
            </a:ln>
          </p:spPr>
          <p:style>
            <a:lnRef idx="0"/>
            <a:fillRef idx="0"/>
            <a:effectRef idx="0"/>
            <a:fontRef idx="minor"/>
          </p:style>
          <p:txBody>
            <a:bodyPr lIns="0" rIns="0" tIns="0" bIns="0" anchor="t">
              <a:noAutofit/>
            </a:bodyPr>
            <a:p>
              <a:pPr algn="just">
                <a:lnSpc>
                  <a:spcPct val="124000"/>
                </a:lnSpc>
                <a:tabLst>
                  <a:tab algn="l" pos="0"/>
                </a:tabLst>
              </a:pPr>
              <a:r>
                <a:rPr b="0" lang="en-US" sz="6100" strike="noStrike" u="none">
                  <a:solidFill>
                    <a:srgbClr val="131416"/>
                  </a:solidFill>
                  <a:effectLst/>
                  <a:uFillTx/>
                  <a:latin typeface="Impact"/>
                  <a:ea typeface="Impact"/>
                </a:rPr>
                <a:t>¡GRACIAS POR SU  ATENCIÓN!</a:t>
              </a:r>
              <a:endParaRPr b="0" lang="es-GT" sz="6100" strike="noStrike" u="none">
                <a:solidFill>
                  <a:srgbClr val="000000"/>
                </a:solidFill>
                <a:effectLst/>
                <a:uFillTx/>
                <a:latin typeface="Arial"/>
              </a:endParaRPr>
            </a:p>
            <a:p>
              <a:pPr algn="just">
                <a:lnSpc>
                  <a:spcPct val="28000"/>
                </a:lnSpc>
                <a:tabLst>
                  <a:tab algn="l" pos="0"/>
                </a:tabLst>
              </a:pPr>
              <a:endParaRPr b="0" lang="es-GT" sz="6100" strike="noStrike" u="none">
                <a:solidFill>
                  <a:srgbClr val="000000"/>
                </a:solidFill>
                <a:effectLst/>
                <a:uFillTx/>
                <a:latin typeface="Arial"/>
              </a:endParaRPr>
            </a:p>
          </p:txBody>
        </p:sp>
      </p:grpSp>
      <p:grpSp>
        <p:nvGrpSpPr>
          <p:cNvPr id="280" name="Google Shape;502;p23"/>
          <p:cNvGrpSpPr/>
          <p:nvPr/>
        </p:nvGrpSpPr>
        <p:grpSpPr>
          <a:xfrm>
            <a:off x="5414760" y="5679360"/>
            <a:ext cx="6704640" cy="1176840"/>
            <a:chOff x="5414760" y="5679360"/>
            <a:chExt cx="6704640" cy="1176840"/>
          </a:xfrm>
        </p:grpSpPr>
        <p:sp>
          <p:nvSpPr>
            <p:cNvPr id="281" name="Google Shape;503;p23"/>
            <p:cNvSpPr/>
            <p:nvPr/>
          </p:nvSpPr>
          <p:spPr>
            <a:xfrm>
              <a:off x="5414760" y="5958000"/>
              <a:ext cx="6704640" cy="898200"/>
            </a:xfrm>
            <a:custGeom>
              <a:avLst/>
              <a:gdLst>
                <a:gd name="textAreaLeft" fmla="*/ 0 w 6704640"/>
                <a:gd name="textAreaRight" fmla="*/ 6705000 w 6704640"/>
                <a:gd name="textAreaTop" fmla="*/ 0 h 898200"/>
                <a:gd name="textAreaBottom" fmla="*/ 898560 h 898200"/>
              </a:gdLst>
              <a:ahLst/>
              <a:cxnLst/>
              <a:rect l="textAreaLeft" t="textAreaTop" r="textAreaRight" b="textAreaBottom"/>
              <a:pathLst>
                <a:path w="8939988" h="1198033">
                  <a:moveTo>
                    <a:pt x="0" y="0"/>
                  </a:moveTo>
                  <a:lnTo>
                    <a:pt x="8939988" y="0"/>
                  </a:lnTo>
                  <a:lnTo>
                    <a:pt x="8939988" y="1198033"/>
                  </a:lnTo>
                  <a:lnTo>
                    <a:pt x="0" y="1198033"/>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82" name="Google Shape;504;p23"/>
            <p:cNvSpPr/>
            <p:nvPr/>
          </p:nvSpPr>
          <p:spPr>
            <a:xfrm>
              <a:off x="5414760" y="5679360"/>
              <a:ext cx="6704640" cy="1176840"/>
            </a:xfrm>
            <a:prstGeom prst="rect">
              <a:avLst/>
            </a:prstGeom>
            <a:noFill/>
            <a:ln w="0">
              <a:noFill/>
            </a:ln>
          </p:spPr>
          <p:style>
            <a:lnRef idx="0"/>
            <a:fillRef idx="0"/>
            <a:effectRef idx="0"/>
            <a:fontRef idx="minor"/>
          </p:style>
          <p:txBody>
            <a:bodyPr lIns="0" rIns="0" tIns="0" bIns="0" anchor="t">
              <a:noAutofit/>
            </a:bodyPr>
            <a:p>
              <a:pPr algn="ctr">
                <a:lnSpc>
                  <a:spcPct val="177000"/>
                </a:lnSpc>
                <a:tabLst>
                  <a:tab algn="l" pos="0"/>
                </a:tabLst>
              </a:pPr>
              <a:r>
                <a:rPr b="0" lang="en-US" sz="5000" strike="noStrike" u="none">
                  <a:solidFill>
                    <a:srgbClr val="131416"/>
                  </a:solidFill>
                  <a:effectLst/>
                  <a:uFillTx/>
                  <a:latin typeface="Arial"/>
                  <a:ea typeface="Arial"/>
                </a:rPr>
                <a:t>DUDAS</a:t>
              </a:r>
              <a:endParaRPr b="0" lang="es-GT" sz="5000" strike="noStrike" u="none">
                <a:solidFill>
                  <a:srgbClr val="000000"/>
                </a:solidFill>
                <a:effectLst/>
                <a:uFillTx/>
                <a:latin typeface="Arial"/>
              </a:endParaRPr>
            </a:p>
          </p:txBody>
        </p:sp>
      </p:grpSp>
      <p:sp>
        <p:nvSpPr>
          <p:cNvPr id="283" name="Google Shape;505;p23"/>
          <p:cNvSpPr/>
          <p:nvPr/>
        </p:nvSpPr>
        <p:spPr>
          <a:xfrm>
            <a:off x="13963680" y="1028880"/>
            <a:ext cx="2756880" cy="3770640"/>
          </a:xfrm>
          <a:custGeom>
            <a:avLst/>
            <a:gdLst>
              <a:gd name="textAreaLeft" fmla="*/ 0 w 2756880"/>
              <a:gd name="textAreaRight" fmla="*/ 2757240 w 2756880"/>
              <a:gd name="textAreaTop" fmla="*/ 0 h 3770640"/>
              <a:gd name="textAreaBottom" fmla="*/ 3771000 h 3770640"/>
            </a:gdLst>
            <a:ahLst/>
            <a:cxnLst/>
            <a:rect l="textAreaLeft" t="textAreaTop" r="textAreaRight" b="textAreaBottom"/>
            <a:pathLst>
              <a:path w="3676396" h="5027930">
                <a:moveTo>
                  <a:pt x="0" y="0"/>
                </a:moveTo>
                <a:lnTo>
                  <a:pt x="3676396" y="0"/>
                </a:lnTo>
                <a:lnTo>
                  <a:pt x="3676396" y="5027930"/>
                </a:lnTo>
                <a:lnTo>
                  <a:pt x="0" y="5027930"/>
                </a:lnTo>
                <a:lnTo>
                  <a:pt x="0" y="0"/>
                </a:lnTo>
                <a:close/>
              </a:path>
            </a:pathLst>
          </a:custGeom>
          <a:blipFill rotWithShape="0">
            <a:blip r:embed="rId1"/>
            <a:srcRect/>
            <a:stretch/>
          </a:blip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000000"/>
              </a:solidFill>
              <a:effectLst/>
              <a:uFillTx/>
              <a:latin typeface="Arial"/>
            </a:endParaRPr>
          </a:p>
        </p:txBody>
      </p:sp>
      <p:grpSp>
        <p:nvGrpSpPr>
          <p:cNvPr id="284" name="Google Shape;506;p23"/>
          <p:cNvGrpSpPr/>
          <p:nvPr/>
        </p:nvGrpSpPr>
        <p:grpSpPr>
          <a:xfrm>
            <a:off x="2410920" y="7785360"/>
            <a:ext cx="13465440" cy="833400"/>
            <a:chOff x="2410920" y="7785360"/>
            <a:chExt cx="13465440" cy="833400"/>
          </a:xfrm>
        </p:grpSpPr>
        <p:sp>
          <p:nvSpPr>
            <p:cNvPr id="285" name="Google Shape;507;p23"/>
            <p:cNvSpPr/>
            <p:nvPr/>
          </p:nvSpPr>
          <p:spPr>
            <a:xfrm>
              <a:off x="2410920" y="7899840"/>
              <a:ext cx="13465440" cy="718920"/>
            </a:xfrm>
            <a:custGeom>
              <a:avLst/>
              <a:gdLst>
                <a:gd name="textAreaLeft" fmla="*/ 0 w 13465440"/>
                <a:gd name="textAreaRight" fmla="*/ 13465800 w 13465440"/>
                <a:gd name="textAreaTop" fmla="*/ 0 h 718920"/>
                <a:gd name="textAreaBottom" fmla="*/ 719280 h 718920"/>
              </a:gdLst>
              <a:ahLst/>
              <a:cxnLst/>
              <a:rect l="textAreaLeft" t="textAreaTop" r="textAreaRight" b="textAreaBottom"/>
              <a:pathLst>
                <a:path w="17954405" h="959273">
                  <a:moveTo>
                    <a:pt x="0" y="0"/>
                  </a:moveTo>
                  <a:lnTo>
                    <a:pt x="17954405" y="0"/>
                  </a:lnTo>
                  <a:lnTo>
                    <a:pt x="17954405" y="959273"/>
                  </a:lnTo>
                  <a:lnTo>
                    <a:pt x="0" y="959273"/>
                  </a:lnTo>
                  <a:close/>
                </a:path>
              </a:pathLst>
            </a:custGeom>
            <a:noFill/>
            <a:ln w="0">
              <a:noFill/>
            </a:ln>
          </p:spPr>
          <p:style>
            <a:lnRef idx="0"/>
            <a:fillRef idx="0"/>
            <a:effectRef idx="0"/>
            <a:fontRef idx="minor"/>
          </p:style>
          <p:txBody>
            <a:bodyPr anchor="t">
              <a:noAutofit/>
            </a:bodyPr>
            <a:p>
              <a:pPr>
                <a:lnSpc>
                  <a:spcPct val="100000"/>
                </a:lnSpc>
                <a:tabLst>
                  <a:tab algn="l" pos="0"/>
                </a:tabLst>
              </a:pPr>
              <a:endParaRPr b="0" lang="es-GT" sz="1400" strike="noStrike" u="none">
                <a:solidFill>
                  <a:srgbClr val="ffffff"/>
                </a:solidFill>
                <a:effectLst/>
                <a:uFillTx/>
                <a:latin typeface="Arial"/>
              </a:endParaRPr>
            </a:p>
          </p:txBody>
        </p:sp>
        <p:sp>
          <p:nvSpPr>
            <p:cNvPr id="286" name="Google Shape;508;p23"/>
            <p:cNvSpPr/>
            <p:nvPr/>
          </p:nvSpPr>
          <p:spPr>
            <a:xfrm>
              <a:off x="2410920" y="7785360"/>
              <a:ext cx="13465440" cy="833400"/>
            </a:xfrm>
            <a:prstGeom prst="rect">
              <a:avLst/>
            </a:prstGeom>
            <a:noFill/>
            <a:ln w="0">
              <a:noFill/>
            </a:ln>
          </p:spPr>
          <p:style>
            <a:lnRef idx="0"/>
            <a:fillRef idx="0"/>
            <a:effectRef idx="0"/>
            <a:fontRef idx="minor"/>
          </p:style>
          <p:txBody>
            <a:bodyPr lIns="0" rIns="0" tIns="0" bIns="0" anchor="t">
              <a:noAutofit/>
            </a:bodyPr>
            <a:p>
              <a:pPr algn="ctr">
                <a:lnSpc>
                  <a:spcPct val="177000"/>
                </a:lnSpc>
                <a:tabLst>
                  <a:tab algn="l" pos="0"/>
                </a:tabLst>
              </a:pPr>
              <a:r>
                <a:rPr b="0" lang="en-US" sz="2000" strike="noStrike" u="none">
                  <a:solidFill>
                    <a:srgbClr val="131416"/>
                  </a:solidFill>
                  <a:effectLst/>
                  <a:uFillTx/>
                  <a:latin typeface="Arial"/>
                  <a:ea typeface="Arial"/>
                </a:rPr>
                <a:t>RECUERDA QUE TENEMOS NUESTRO FORO SEMANAL DONDE PUEDES CONSULTAR CUALQUIER DUDA QUE TE SURJA EN LA SEMANA</a:t>
              </a:r>
              <a:endParaRPr b="0" lang="es-GT" sz="20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LibreOffice/25.8.3.2$Windows_X86_64 LibreOffice_project/8ca8d55c161d602844f5428fa4b58097424e324e</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language>es-GT</dc:language>
  <cp:lastModifiedBy/>
  <dcterms:modified xsi:type="dcterms:W3CDTF">2026-03-03T22:55:37Z</dcterms:modified>
  <cp:revision>1</cp:revision>
  <dc:subject/>
  <dc:title/>
</cp:coreProperties>
</file>