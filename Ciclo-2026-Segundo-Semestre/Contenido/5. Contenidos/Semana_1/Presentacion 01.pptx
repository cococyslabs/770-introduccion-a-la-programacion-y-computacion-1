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8288000" cy="10287000"/>
  <p:notesSz cx="6858000" cy="9144000"/>
  <p:embeddedFontLst>
    <p:embeddedFont>
      <p:font typeface="Open Sans" panose="020B0606030504020204" pitchFamily="34" charset="0"/>
      <p:regular r:id="rId44"/>
      <p:bold r:id="rId45"/>
      <p:boldItalic r:id="rId46"/>
    </p:embeddedFont>
    <p:embeddedFont>
      <p:font typeface="Vollkorn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gYQ3zEN8wj7PZ1YeHQwbmfJnhl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technological-hub.blogspot.com/2013/12/here-today-is-something-special-for.html" TargetMode="External"/><Relationship Id="rId4" Type="http://schemas.openxmlformats.org/officeDocument/2006/relationships/image" Target="../media/image38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 txBox="1"/>
          <p:nvPr/>
        </p:nvSpPr>
        <p:spPr>
          <a:xfrm>
            <a:off x="0" y="6187294"/>
            <a:ext cx="12541309" cy="17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a la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computación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0" y="2183444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la programación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759338" y="8740775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28699" y="9163050"/>
            <a:ext cx="4989964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Ingenieria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1349905" y="9585325"/>
            <a:ext cx="7193592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6"/>
              </a:lnSpc>
            </a:pPr>
            <a:r>
              <a:rPr lang="es-MX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</a:t>
            </a:r>
            <a:r>
              <a:rPr lang="en-US" sz="2499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Guatemala</a:t>
            </a:r>
            <a:r>
              <a:rPr lang="es-MX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s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5" name="Google Shape;95;p2"/>
          <p:cNvGrpSpPr/>
          <p:nvPr/>
        </p:nvGrpSpPr>
        <p:grpSpPr>
          <a:xfrm>
            <a:off x="965200" y="965200"/>
            <a:ext cx="5042247" cy="1901715"/>
            <a:chOff x="0" y="0"/>
            <a:chExt cx="6722996" cy="253562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6722996" cy="2535620"/>
            </a:xfrm>
            <a:custGeom>
              <a:avLst/>
              <a:gdLst/>
              <a:ahLst/>
              <a:cxnLst/>
              <a:rect l="l" t="t" r="r" b="b"/>
              <a:pathLst>
                <a:path w="6722996" h="2535620" extrusionOk="0">
                  <a:moveTo>
                    <a:pt x="0" y="0"/>
                  </a:moveTo>
                  <a:lnTo>
                    <a:pt x="6722996" y="0"/>
                  </a:lnTo>
                  <a:lnTo>
                    <a:pt x="6722996" y="2535620"/>
                  </a:lnTo>
                  <a:lnTo>
                    <a:pt x="0" y="253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47625"/>
              <a:ext cx="6722996" cy="20318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dirty="0"/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962823" y="2560555"/>
            <a:ext cx="5042247" cy="6085631"/>
            <a:chOff x="0" y="-57150"/>
            <a:chExt cx="6722996" cy="8114174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6722996" cy="8057024"/>
            </a:xfrm>
            <a:custGeom>
              <a:avLst/>
              <a:gdLst/>
              <a:ahLst/>
              <a:cxnLst/>
              <a:rect l="l" t="t" r="r" b="b"/>
              <a:pathLst>
                <a:path w="6722996" h="8057024" extrusionOk="0">
                  <a:moveTo>
                    <a:pt x="0" y="0"/>
                  </a:moveTo>
                  <a:lnTo>
                    <a:pt x="6722996" y="0"/>
                  </a:lnTo>
                  <a:lnTo>
                    <a:pt x="6722996" y="8057024"/>
                  </a:lnTo>
                  <a:lnTo>
                    <a:pt x="0" y="80570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57150"/>
              <a:ext cx="6722996" cy="8114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7147" marR="0" lvl="1" indent="-13335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Presentación</a:t>
              </a:r>
              <a:endParaRPr dirty="0"/>
            </a:p>
            <a:p>
              <a:pPr marL="37147" marR="0" lvl="1" indent="-18574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</a:t>
              </a:r>
              <a:endParaRPr dirty="0"/>
            </a:p>
            <a:p>
              <a:pPr marL="37147" marR="0" lvl="1" indent="-13335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lang="en-US" sz="21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</a:t>
              </a:r>
              <a:endParaRPr dirty="0"/>
            </a:p>
            <a:p>
              <a:pPr marL="37147" marR="0" lvl="1" indent="-18574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</a:t>
              </a:r>
              <a:endParaRPr dirty="0"/>
            </a:p>
            <a:p>
              <a:pPr marL="37147" marR="0" lvl="1" indent="-13335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lang="en-US" sz="21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Diagramas</a:t>
              </a: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1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Flujo</a:t>
              </a:r>
              <a:endParaRPr dirty="0"/>
            </a:p>
            <a:p>
              <a:pPr marL="37147" marR="0" lvl="1" indent="-18574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</a:t>
              </a:r>
              <a:endParaRPr dirty="0"/>
            </a:p>
            <a:p>
              <a:pPr marL="37147" marR="0" lvl="1" indent="-13335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lang="en-US" sz="21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Pseudocódigo</a:t>
              </a:r>
              <a:endParaRPr dirty="0"/>
            </a:p>
            <a:p>
              <a:pPr marL="37147" marR="0" lvl="1" indent="-18574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</a:t>
              </a:r>
              <a:endParaRPr dirty="0"/>
            </a:p>
            <a:p>
              <a:pPr marL="37147" marR="0" lvl="1" indent="-13335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lang="en-US" sz="21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Introducción</a:t>
              </a: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a la </a:t>
              </a:r>
              <a:r>
                <a:rPr lang="en-US" sz="21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Programación</a:t>
              </a:r>
              <a:endParaRPr dirty="0"/>
            </a:p>
            <a:p>
              <a:pPr marL="37147" marR="0" lvl="1" indent="-18574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</a:t>
              </a:r>
              <a:endParaRPr dirty="0"/>
            </a:p>
            <a:p>
              <a:pPr marL="37147" marR="0" lvl="1" indent="-13335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lang="en-US" sz="21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Dudas</a:t>
              </a:r>
              <a:endParaRPr dirty="0"/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6995315" y="957262"/>
            <a:ext cx="10329862" cy="8372475"/>
            <a:chOff x="0" y="0"/>
            <a:chExt cx="13773150" cy="11163300"/>
          </a:xfrm>
        </p:grpSpPr>
        <p:sp>
          <p:nvSpPr>
            <p:cNvPr id="102" name="Google Shape;102;p2"/>
            <p:cNvSpPr/>
            <p:nvPr/>
          </p:nvSpPr>
          <p:spPr>
            <a:xfrm>
              <a:off x="190500" y="190500"/>
              <a:ext cx="13392150" cy="10782300"/>
            </a:xfrm>
            <a:custGeom>
              <a:avLst/>
              <a:gdLst/>
              <a:ahLst/>
              <a:cxnLst/>
              <a:rect l="l" t="t" r="r" b="b"/>
              <a:pathLst>
                <a:path w="13392150" h="10782300" extrusionOk="0">
                  <a:moveTo>
                    <a:pt x="0" y="0"/>
                  </a:moveTo>
                  <a:lnTo>
                    <a:pt x="13392150" y="0"/>
                  </a:lnTo>
                  <a:lnTo>
                    <a:pt x="13392150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0" y="0"/>
              <a:ext cx="13773150" cy="11163300"/>
            </a:xfrm>
            <a:custGeom>
              <a:avLst/>
              <a:gdLst/>
              <a:ahLst/>
              <a:cxnLst/>
              <a:rect l="l" t="t" r="r" b="b"/>
              <a:pathLst>
                <a:path w="13773150" h="11163300" extrusionOk="0">
                  <a:moveTo>
                    <a:pt x="190500" y="0"/>
                  </a:moveTo>
                  <a:lnTo>
                    <a:pt x="13582650" y="0"/>
                  </a:lnTo>
                  <a:cubicBezTo>
                    <a:pt x="13687806" y="0"/>
                    <a:pt x="13773150" y="85344"/>
                    <a:pt x="13773150" y="190500"/>
                  </a:cubicBezTo>
                  <a:lnTo>
                    <a:pt x="13773150" y="10972800"/>
                  </a:lnTo>
                  <a:cubicBezTo>
                    <a:pt x="13773150" y="11077956"/>
                    <a:pt x="13687806" y="11163300"/>
                    <a:pt x="13582650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13582650" y="10782300"/>
                  </a:lnTo>
                  <a:lnTo>
                    <a:pt x="13582650" y="10972800"/>
                  </a:lnTo>
                  <a:lnTo>
                    <a:pt x="13392150" y="10972800"/>
                  </a:lnTo>
                  <a:lnTo>
                    <a:pt x="13392150" y="190500"/>
                  </a:lnTo>
                  <a:lnTo>
                    <a:pt x="13582650" y="190500"/>
                  </a:lnTo>
                  <a:lnTo>
                    <a:pt x="13582650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7226433" y="1190200"/>
            <a:ext cx="9867615" cy="7906607"/>
          </a:xfrm>
          <a:custGeom>
            <a:avLst/>
            <a:gdLst/>
            <a:ahLst/>
            <a:cxnLst/>
            <a:rect l="l" t="t" r="r" b="b"/>
            <a:pathLst>
              <a:path w="13156819" h="10542143" extrusionOk="0">
                <a:moveTo>
                  <a:pt x="12700" y="0"/>
                </a:moveTo>
                <a:lnTo>
                  <a:pt x="13144119" y="0"/>
                </a:lnTo>
                <a:cubicBezTo>
                  <a:pt x="13151104" y="0"/>
                  <a:pt x="13156819" y="5715"/>
                  <a:pt x="13156819" y="12700"/>
                </a:cubicBezTo>
                <a:lnTo>
                  <a:pt x="13156819" y="10529443"/>
                </a:lnTo>
                <a:cubicBezTo>
                  <a:pt x="13156819" y="10536428"/>
                  <a:pt x="13151104" y="10542143"/>
                  <a:pt x="13144119" y="10542143"/>
                </a:cubicBezTo>
                <a:lnTo>
                  <a:pt x="12700" y="10542143"/>
                </a:lnTo>
                <a:cubicBezTo>
                  <a:pt x="5715" y="10542143"/>
                  <a:pt x="0" y="10536428"/>
                  <a:pt x="0" y="10529443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29443"/>
                </a:lnTo>
                <a:lnTo>
                  <a:pt x="12700" y="10529443"/>
                </a:lnTo>
                <a:lnTo>
                  <a:pt x="12700" y="10516743"/>
                </a:lnTo>
                <a:lnTo>
                  <a:pt x="13144119" y="10516743"/>
                </a:lnTo>
                <a:lnTo>
                  <a:pt x="13144119" y="10529443"/>
                </a:lnTo>
                <a:lnTo>
                  <a:pt x="13131419" y="10529443"/>
                </a:lnTo>
                <a:lnTo>
                  <a:pt x="13131419" y="12700"/>
                </a:lnTo>
                <a:lnTo>
                  <a:pt x="13144119" y="12700"/>
                </a:lnTo>
                <a:lnTo>
                  <a:pt x="13144119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 descr="Lista de comprobación"/>
          <p:cNvSpPr/>
          <p:nvPr/>
        </p:nvSpPr>
        <p:spPr>
          <a:xfrm>
            <a:off x="8739432" y="1727865"/>
            <a:ext cx="6876813" cy="6876813"/>
          </a:xfrm>
          <a:custGeom>
            <a:avLst/>
            <a:gdLst/>
            <a:ahLst/>
            <a:cxnLst/>
            <a:rect l="l" t="t" r="r" b="b"/>
            <a:pathLst>
              <a:path w="6876813" h="6876813" extrusionOk="0">
                <a:moveTo>
                  <a:pt x="0" y="0"/>
                </a:moveTo>
                <a:lnTo>
                  <a:pt x="6876813" y="0"/>
                </a:lnTo>
                <a:lnTo>
                  <a:pt x="6876813" y="6876813"/>
                </a:lnTo>
                <a:lnTo>
                  <a:pt x="0" y="6876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3"/>
          <p:cNvGrpSpPr/>
          <p:nvPr/>
        </p:nvGrpSpPr>
        <p:grpSpPr>
          <a:xfrm>
            <a:off x="120579" y="872004"/>
            <a:ext cx="9023420" cy="8543084"/>
            <a:chOff x="0" y="0"/>
            <a:chExt cx="12031226" cy="11390778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12031226" cy="11390778"/>
            </a:xfrm>
            <a:custGeom>
              <a:avLst/>
              <a:gdLst/>
              <a:ahLst/>
              <a:cxnLst/>
              <a:rect l="l" t="t" r="r" b="b"/>
              <a:pathLst>
                <a:path w="12031226" h="11390778" extrusionOk="0">
                  <a:moveTo>
                    <a:pt x="0" y="0"/>
                  </a:moveTo>
                  <a:lnTo>
                    <a:pt x="12031226" y="0"/>
                  </a:lnTo>
                  <a:lnTo>
                    <a:pt x="12031226" y="11390778"/>
                  </a:lnTo>
                  <a:lnTo>
                    <a:pt x="0" y="11390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0" y="95250"/>
              <a:ext cx="12031226" cy="112955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Algoritmos</a:t>
              </a: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9129711" y="2777241"/>
            <a:ext cx="8769001" cy="1200341"/>
            <a:chOff x="0" y="0"/>
            <a:chExt cx="11692001" cy="1600454"/>
          </a:xfrm>
        </p:grpSpPr>
        <p:sp>
          <p:nvSpPr>
            <p:cNvPr id="114" name="Google Shape;114;p3"/>
            <p:cNvSpPr/>
            <p:nvPr/>
          </p:nvSpPr>
          <p:spPr>
            <a:xfrm>
              <a:off x="19050" y="19050"/>
              <a:ext cx="11653901" cy="1562354"/>
            </a:xfrm>
            <a:custGeom>
              <a:avLst/>
              <a:gdLst/>
              <a:ahLst/>
              <a:cxnLst/>
              <a:rect l="l" t="t" r="r" b="b"/>
              <a:pathLst>
                <a:path w="11653901" h="1562354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562354"/>
                  </a:lnTo>
                  <a:lnTo>
                    <a:pt x="0" y="15623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0" y="0"/>
              <a:ext cx="11692001" cy="1600454"/>
            </a:xfrm>
            <a:custGeom>
              <a:avLst/>
              <a:gdLst/>
              <a:ahLst/>
              <a:cxnLst/>
              <a:rect l="l" t="t" r="r" b="b"/>
              <a:pathLst>
                <a:path w="11692001" h="1600454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581404"/>
                  </a:lnTo>
                  <a:cubicBezTo>
                    <a:pt x="11692001" y="1591945"/>
                    <a:pt x="11683492" y="1600454"/>
                    <a:pt x="11672951" y="1600454"/>
                  </a:cubicBezTo>
                  <a:lnTo>
                    <a:pt x="19050" y="1600454"/>
                  </a:lnTo>
                  <a:cubicBezTo>
                    <a:pt x="8509" y="1600454"/>
                    <a:pt x="0" y="1591945"/>
                    <a:pt x="0" y="158140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81404"/>
                  </a:lnTo>
                  <a:lnTo>
                    <a:pt x="19050" y="1581404"/>
                  </a:lnTo>
                  <a:lnTo>
                    <a:pt x="19050" y="1562354"/>
                  </a:lnTo>
                  <a:lnTo>
                    <a:pt x="11672951" y="1562354"/>
                  </a:lnTo>
                  <a:lnTo>
                    <a:pt x="11672951" y="1581404"/>
                  </a:lnTo>
                  <a:lnTo>
                    <a:pt x="11653901" y="1581404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9566730" y="2090901"/>
            <a:ext cx="6146863" cy="1401223"/>
            <a:chOff x="0" y="0"/>
            <a:chExt cx="8195818" cy="1868297"/>
          </a:xfrm>
        </p:grpSpPr>
        <p:sp>
          <p:nvSpPr>
            <p:cNvPr id="117" name="Google Shape;117;p3"/>
            <p:cNvSpPr/>
            <p:nvPr/>
          </p:nvSpPr>
          <p:spPr>
            <a:xfrm>
              <a:off x="19050" y="19050"/>
              <a:ext cx="8157718" cy="1830197"/>
            </a:xfrm>
            <a:custGeom>
              <a:avLst/>
              <a:gdLst/>
              <a:ahLst/>
              <a:cxnLst/>
              <a:rect l="l" t="t" r="r" b="b"/>
              <a:pathLst>
                <a:path w="8157718" h="1830197" extrusionOk="0">
                  <a:moveTo>
                    <a:pt x="0" y="305054"/>
                  </a:moveTo>
                  <a:cubicBezTo>
                    <a:pt x="0" y="136525"/>
                    <a:pt x="138811" y="0"/>
                    <a:pt x="310007" y="0"/>
                  </a:cubicBezTo>
                  <a:lnTo>
                    <a:pt x="7847711" y="0"/>
                  </a:lnTo>
                  <a:cubicBezTo>
                    <a:pt x="8018907" y="0"/>
                    <a:pt x="8157718" y="136525"/>
                    <a:pt x="8157718" y="305054"/>
                  </a:cubicBezTo>
                  <a:lnTo>
                    <a:pt x="8157718" y="1525143"/>
                  </a:lnTo>
                  <a:cubicBezTo>
                    <a:pt x="8157718" y="1693672"/>
                    <a:pt x="8018907" y="1830197"/>
                    <a:pt x="7847711" y="1830197"/>
                  </a:cubicBezTo>
                  <a:lnTo>
                    <a:pt x="310007" y="1830197"/>
                  </a:lnTo>
                  <a:cubicBezTo>
                    <a:pt x="138811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0" y="0"/>
              <a:ext cx="8195818" cy="1868297"/>
            </a:xfrm>
            <a:custGeom>
              <a:avLst/>
              <a:gdLst/>
              <a:ahLst/>
              <a:cxnLst/>
              <a:rect l="l" t="t" r="r" b="b"/>
              <a:pathLst>
                <a:path w="8195818" h="1868297" extrusionOk="0">
                  <a:moveTo>
                    <a:pt x="0" y="324104"/>
                  </a:moveTo>
                  <a:cubicBezTo>
                    <a:pt x="0" y="144780"/>
                    <a:pt x="147574" y="0"/>
                    <a:pt x="329057" y="0"/>
                  </a:cubicBezTo>
                  <a:lnTo>
                    <a:pt x="7866761" y="0"/>
                  </a:lnTo>
                  <a:lnTo>
                    <a:pt x="7866761" y="19050"/>
                  </a:lnTo>
                  <a:lnTo>
                    <a:pt x="7866761" y="0"/>
                  </a:lnTo>
                  <a:cubicBezTo>
                    <a:pt x="8048117" y="0"/>
                    <a:pt x="8195818" y="144780"/>
                    <a:pt x="8195818" y="324104"/>
                  </a:cubicBezTo>
                  <a:lnTo>
                    <a:pt x="8195818" y="1544193"/>
                  </a:lnTo>
                  <a:lnTo>
                    <a:pt x="8176768" y="1544193"/>
                  </a:lnTo>
                  <a:lnTo>
                    <a:pt x="8195818" y="1544193"/>
                  </a:lnTo>
                  <a:cubicBezTo>
                    <a:pt x="8195818" y="1723517"/>
                    <a:pt x="8048244" y="1868297"/>
                    <a:pt x="7866761" y="1868297"/>
                  </a:cubicBezTo>
                  <a:lnTo>
                    <a:pt x="7866761" y="1849247"/>
                  </a:lnTo>
                  <a:lnTo>
                    <a:pt x="7866761" y="1868297"/>
                  </a:lnTo>
                  <a:lnTo>
                    <a:pt x="329057" y="1868297"/>
                  </a:lnTo>
                  <a:lnTo>
                    <a:pt x="329057" y="1849247"/>
                  </a:lnTo>
                  <a:lnTo>
                    <a:pt x="329057" y="1868297"/>
                  </a:lnTo>
                  <a:cubicBezTo>
                    <a:pt x="147574" y="1868297"/>
                    <a:pt x="0" y="1723517"/>
                    <a:pt x="0" y="1544193"/>
                  </a:cubicBezTo>
                  <a:lnTo>
                    <a:pt x="0" y="324104"/>
                  </a:lnTo>
                  <a:lnTo>
                    <a:pt x="19050" y="324104"/>
                  </a:lnTo>
                  <a:lnTo>
                    <a:pt x="0" y="324104"/>
                  </a:lnTo>
                  <a:moveTo>
                    <a:pt x="38100" y="324104"/>
                  </a:moveTo>
                  <a:lnTo>
                    <a:pt x="38100" y="1544193"/>
                  </a:lnTo>
                  <a:lnTo>
                    <a:pt x="19050" y="1544193"/>
                  </a:lnTo>
                  <a:lnTo>
                    <a:pt x="38100" y="1544193"/>
                  </a:lnTo>
                  <a:cubicBezTo>
                    <a:pt x="38100" y="1701800"/>
                    <a:pt x="168021" y="1830197"/>
                    <a:pt x="329057" y="1830197"/>
                  </a:cubicBezTo>
                  <a:lnTo>
                    <a:pt x="7866761" y="1830197"/>
                  </a:lnTo>
                  <a:cubicBezTo>
                    <a:pt x="8027670" y="1830197"/>
                    <a:pt x="8157718" y="1701927"/>
                    <a:pt x="8157718" y="1544193"/>
                  </a:cubicBezTo>
                  <a:lnTo>
                    <a:pt x="8157718" y="324104"/>
                  </a:lnTo>
                  <a:lnTo>
                    <a:pt x="8176768" y="324104"/>
                  </a:lnTo>
                  <a:lnTo>
                    <a:pt x="8157718" y="324104"/>
                  </a:lnTo>
                  <a:cubicBezTo>
                    <a:pt x="8157718" y="166370"/>
                    <a:pt x="8027797" y="38100"/>
                    <a:pt x="7866761" y="38100"/>
                  </a:cubicBezTo>
                  <a:lnTo>
                    <a:pt x="329057" y="38100"/>
                  </a:lnTo>
                  <a:lnTo>
                    <a:pt x="329057" y="19050"/>
                  </a:lnTo>
                  <a:lnTo>
                    <a:pt x="329057" y="38100"/>
                  </a:lnTo>
                  <a:cubicBezTo>
                    <a:pt x="168021" y="38100"/>
                    <a:pt x="38100" y="166370"/>
                    <a:pt x="38100" y="324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3"/>
          <p:cNvGrpSpPr/>
          <p:nvPr/>
        </p:nvGrpSpPr>
        <p:grpSpPr>
          <a:xfrm>
            <a:off x="9633738" y="2157909"/>
            <a:ext cx="6012839" cy="1267239"/>
            <a:chOff x="0" y="0"/>
            <a:chExt cx="8017118" cy="1689652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8017118" cy="1689652"/>
            </a:xfrm>
            <a:custGeom>
              <a:avLst/>
              <a:gdLst/>
              <a:ahLst/>
              <a:cxnLst/>
              <a:rect l="l" t="t" r="r" b="b"/>
              <a:pathLst>
                <a:path w="8017118" h="1689652" extrusionOk="0">
                  <a:moveTo>
                    <a:pt x="0" y="0"/>
                  </a:moveTo>
                  <a:lnTo>
                    <a:pt x="8017118" y="0"/>
                  </a:lnTo>
                  <a:lnTo>
                    <a:pt x="8017118" y="1689652"/>
                  </a:lnTo>
                  <a:lnTo>
                    <a:pt x="0" y="1689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57150"/>
              <a:ext cx="8017118" cy="163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son?</a:t>
              </a:r>
              <a:endParaRPr/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9129711" y="4886482"/>
            <a:ext cx="8769001" cy="1200340"/>
            <a:chOff x="0" y="0"/>
            <a:chExt cx="11692001" cy="1600454"/>
          </a:xfrm>
        </p:grpSpPr>
        <p:sp>
          <p:nvSpPr>
            <p:cNvPr id="123" name="Google Shape;123;p3"/>
            <p:cNvSpPr/>
            <p:nvPr/>
          </p:nvSpPr>
          <p:spPr>
            <a:xfrm>
              <a:off x="19050" y="19050"/>
              <a:ext cx="11653901" cy="1562354"/>
            </a:xfrm>
            <a:custGeom>
              <a:avLst/>
              <a:gdLst/>
              <a:ahLst/>
              <a:cxnLst/>
              <a:rect l="l" t="t" r="r" b="b"/>
              <a:pathLst>
                <a:path w="11653901" h="1562354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562354"/>
                  </a:lnTo>
                  <a:lnTo>
                    <a:pt x="0" y="15623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0" y="0"/>
              <a:ext cx="11692001" cy="1600454"/>
            </a:xfrm>
            <a:custGeom>
              <a:avLst/>
              <a:gdLst/>
              <a:ahLst/>
              <a:cxnLst/>
              <a:rect l="l" t="t" r="r" b="b"/>
              <a:pathLst>
                <a:path w="11692001" h="1600454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581404"/>
                  </a:lnTo>
                  <a:cubicBezTo>
                    <a:pt x="11692001" y="1591945"/>
                    <a:pt x="11683492" y="1600454"/>
                    <a:pt x="11672951" y="1600454"/>
                  </a:cubicBezTo>
                  <a:lnTo>
                    <a:pt x="19050" y="1600454"/>
                  </a:lnTo>
                  <a:cubicBezTo>
                    <a:pt x="8509" y="1600454"/>
                    <a:pt x="0" y="1591945"/>
                    <a:pt x="0" y="158140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81404"/>
                  </a:lnTo>
                  <a:lnTo>
                    <a:pt x="19050" y="1581404"/>
                  </a:lnTo>
                  <a:lnTo>
                    <a:pt x="19050" y="1562354"/>
                  </a:lnTo>
                  <a:lnTo>
                    <a:pt x="11672951" y="1562354"/>
                  </a:lnTo>
                  <a:lnTo>
                    <a:pt x="11672951" y="1581404"/>
                  </a:lnTo>
                  <a:lnTo>
                    <a:pt x="11653901" y="1581404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9566730" y="4200142"/>
            <a:ext cx="6146863" cy="1401223"/>
            <a:chOff x="0" y="0"/>
            <a:chExt cx="8195818" cy="1868297"/>
          </a:xfrm>
        </p:grpSpPr>
        <p:sp>
          <p:nvSpPr>
            <p:cNvPr id="126" name="Google Shape;126;p3"/>
            <p:cNvSpPr/>
            <p:nvPr/>
          </p:nvSpPr>
          <p:spPr>
            <a:xfrm>
              <a:off x="19050" y="19050"/>
              <a:ext cx="8157718" cy="1830197"/>
            </a:xfrm>
            <a:custGeom>
              <a:avLst/>
              <a:gdLst/>
              <a:ahLst/>
              <a:cxnLst/>
              <a:rect l="l" t="t" r="r" b="b"/>
              <a:pathLst>
                <a:path w="8157718" h="1830197" extrusionOk="0">
                  <a:moveTo>
                    <a:pt x="0" y="305054"/>
                  </a:moveTo>
                  <a:cubicBezTo>
                    <a:pt x="0" y="136525"/>
                    <a:pt x="138811" y="0"/>
                    <a:pt x="310007" y="0"/>
                  </a:cubicBezTo>
                  <a:lnTo>
                    <a:pt x="7847711" y="0"/>
                  </a:lnTo>
                  <a:cubicBezTo>
                    <a:pt x="8018907" y="0"/>
                    <a:pt x="8157718" y="136525"/>
                    <a:pt x="8157718" y="305054"/>
                  </a:cubicBezTo>
                  <a:lnTo>
                    <a:pt x="8157718" y="1525143"/>
                  </a:lnTo>
                  <a:cubicBezTo>
                    <a:pt x="8157718" y="1693672"/>
                    <a:pt x="8018907" y="1830197"/>
                    <a:pt x="7847711" y="1830197"/>
                  </a:cubicBezTo>
                  <a:lnTo>
                    <a:pt x="310007" y="1830197"/>
                  </a:lnTo>
                  <a:cubicBezTo>
                    <a:pt x="138811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0"/>
              <a:ext cx="8195818" cy="1868297"/>
            </a:xfrm>
            <a:custGeom>
              <a:avLst/>
              <a:gdLst/>
              <a:ahLst/>
              <a:cxnLst/>
              <a:rect l="l" t="t" r="r" b="b"/>
              <a:pathLst>
                <a:path w="8195818" h="1868297" extrusionOk="0">
                  <a:moveTo>
                    <a:pt x="0" y="324104"/>
                  </a:moveTo>
                  <a:cubicBezTo>
                    <a:pt x="0" y="144780"/>
                    <a:pt x="147574" y="0"/>
                    <a:pt x="329057" y="0"/>
                  </a:cubicBezTo>
                  <a:lnTo>
                    <a:pt x="7866761" y="0"/>
                  </a:lnTo>
                  <a:lnTo>
                    <a:pt x="7866761" y="19050"/>
                  </a:lnTo>
                  <a:lnTo>
                    <a:pt x="7866761" y="0"/>
                  </a:lnTo>
                  <a:cubicBezTo>
                    <a:pt x="8048117" y="0"/>
                    <a:pt x="8195818" y="144780"/>
                    <a:pt x="8195818" y="324104"/>
                  </a:cubicBezTo>
                  <a:lnTo>
                    <a:pt x="8195818" y="1544193"/>
                  </a:lnTo>
                  <a:lnTo>
                    <a:pt x="8176768" y="1544193"/>
                  </a:lnTo>
                  <a:lnTo>
                    <a:pt x="8195818" y="1544193"/>
                  </a:lnTo>
                  <a:cubicBezTo>
                    <a:pt x="8195818" y="1723517"/>
                    <a:pt x="8048244" y="1868297"/>
                    <a:pt x="7866761" y="1868297"/>
                  </a:cubicBezTo>
                  <a:lnTo>
                    <a:pt x="7866761" y="1849247"/>
                  </a:lnTo>
                  <a:lnTo>
                    <a:pt x="7866761" y="1868297"/>
                  </a:lnTo>
                  <a:lnTo>
                    <a:pt x="329057" y="1868297"/>
                  </a:lnTo>
                  <a:lnTo>
                    <a:pt x="329057" y="1849247"/>
                  </a:lnTo>
                  <a:lnTo>
                    <a:pt x="329057" y="1868297"/>
                  </a:lnTo>
                  <a:cubicBezTo>
                    <a:pt x="147574" y="1868297"/>
                    <a:pt x="0" y="1723517"/>
                    <a:pt x="0" y="1544193"/>
                  </a:cubicBezTo>
                  <a:lnTo>
                    <a:pt x="0" y="324104"/>
                  </a:lnTo>
                  <a:lnTo>
                    <a:pt x="19050" y="324104"/>
                  </a:lnTo>
                  <a:lnTo>
                    <a:pt x="0" y="324104"/>
                  </a:lnTo>
                  <a:moveTo>
                    <a:pt x="38100" y="324104"/>
                  </a:moveTo>
                  <a:lnTo>
                    <a:pt x="38100" y="1544193"/>
                  </a:lnTo>
                  <a:lnTo>
                    <a:pt x="19050" y="1544193"/>
                  </a:lnTo>
                  <a:lnTo>
                    <a:pt x="38100" y="1544193"/>
                  </a:lnTo>
                  <a:cubicBezTo>
                    <a:pt x="38100" y="1701800"/>
                    <a:pt x="168021" y="1830197"/>
                    <a:pt x="329057" y="1830197"/>
                  </a:cubicBezTo>
                  <a:lnTo>
                    <a:pt x="7866761" y="1830197"/>
                  </a:lnTo>
                  <a:cubicBezTo>
                    <a:pt x="8027670" y="1830197"/>
                    <a:pt x="8157718" y="1701927"/>
                    <a:pt x="8157718" y="1544193"/>
                  </a:cubicBezTo>
                  <a:lnTo>
                    <a:pt x="8157718" y="324104"/>
                  </a:lnTo>
                  <a:lnTo>
                    <a:pt x="8176768" y="324104"/>
                  </a:lnTo>
                  <a:lnTo>
                    <a:pt x="8157718" y="324104"/>
                  </a:lnTo>
                  <a:cubicBezTo>
                    <a:pt x="8157718" y="166370"/>
                    <a:pt x="8027797" y="38100"/>
                    <a:pt x="7866761" y="38100"/>
                  </a:cubicBezTo>
                  <a:lnTo>
                    <a:pt x="329057" y="38100"/>
                  </a:lnTo>
                  <a:lnTo>
                    <a:pt x="329057" y="19050"/>
                  </a:lnTo>
                  <a:lnTo>
                    <a:pt x="329057" y="38100"/>
                  </a:lnTo>
                  <a:cubicBezTo>
                    <a:pt x="168021" y="38100"/>
                    <a:pt x="38100" y="166370"/>
                    <a:pt x="38100" y="324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9633738" y="4267150"/>
            <a:ext cx="6012839" cy="1267239"/>
            <a:chOff x="0" y="0"/>
            <a:chExt cx="8017118" cy="1689652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8017118" cy="1689652"/>
            </a:xfrm>
            <a:custGeom>
              <a:avLst/>
              <a:gdLst/>
              <a:ahLst/>
              <a:cxnLst/>
              <a:rect l="l" t="t" r="r" b="b"/>
              <a:pathLst>
                <a:path w="8017118" h="1689652" extrusionOk="0">
                  <a:moveTo>
                    <a:pt x="0" y="0"/>
                  </a:moveTo>
                  <a:lnTo>
                    <a:pt x="8017118" y="0"/>
                  </a:lnTo>
                  <a:lnTo>
                    <a:pt x="8017118" y="1689652"/>
                  </a:lnTo>
                  <a:lnTo>
                    <a:pt x="0" y="1689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57150"/>
              <a:ext cx="8017118" cy="163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Tipos de Algoritmos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9129711" y="6995722"/>
            <a:ext cx="8769001" cy="1200340"/>
            <a:chOff x="0" y="0"/>
            <a:chExt cx="11692001" cy="1600454"/>
          </a:xfrm>
        </p:grpSpPr>
        <p:sp>
          <p:nvSpPr>
            <p:cNvPr id="132" name="Google Shape;132;p3"/>
            <p:cNvSpPr/>
            <p:nvPr/>
          </p:nvSpPr>
          <p:spPr>
            <a:xfrm>
              <a:off x="19050" y="19050"/>
              <a:ext cx="11653901" cy="1562354"/>
            </a:xfrm>
            <a:custGeom>
              <a:avLst/>
              <a:gdLst/>
              <a:ahLst/>
              <a:cxnLst/>
              <a:rect l="l" t="t" r="r" b="b"/>
              <a:pathLst>
                <a:path w="11653901" h="1562354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562354"/>
                  </a:lnTo>
                  <a:lnTo>
                    <a:pt x="0" y="15623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0"/>
              <a:ext cx="11692001" cy="1600454"/>
            </a:xfrm>
            <a:custGeom>
              <a:avLst/>
              <a:gdLst/>
              <a:ahLst/>
              <a:cxnLst/>
              <a:rect l="l" t="t" r="r" b="b"/>
              <a:pathLst>
                <a:path w="11692001" h="1600454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581404"/>
                  </a:lnTo>
                  <a:cubicBezTo>
                    <a:pt x="11692001" y="1591945"/>
                    <a:pt x="11683492" y="1600454"/>
                    <a:pt x="11672951" y="1600454"/>
                  </a:cubicBezTo>
                  <a:lnTo>
                    <a:pt x="19050" y="1600454"/>
                  </a:lnTo>
                  <a:cubicBezTo>
                    <a:pt x="8509" y="1600454"/>
                    <a:pt x="0" y="1591945"/>
                    <a:pt x="0" y="158140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81404"/>
                  </a:lnTo>
                  <a:lnTo>
                    <a:pt x="19050" y="1581404"/>
                  </a:lnTo>
                  <a:lnTo>
                    <a:pt x="19050" y="1562354"/>
                  </a:lnTo>
                  <a:lnTo>
                    <a:pt x="11672951" y="1562354"/>
                  </a:lnTo>
                  <a:lnTo>
                    <a:pt x="11672951" y="1581404"/>
                  </a:lnTo>
                  <a:lnTo>
                    <a:pt x="11653901" y="1581404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9566730" y="6309383"/>
            <a:ext cx="6146863" cy="1401223"/>
            <a:chOff x="0" y="0"/>
            <a:chExt cx="8195818" cy="1868297"/>
          </a:xfrm>
        </p:grpSpPr>
        <p:sp>
          <p:nvSpPr>
            <p:cNvPr id="135" name="Google Shape;135;p3"/>
            <p:cNvSpPr/>
            <p:nvPr/>
          </p:nvSpPr>
          <p:spPr>
            <a:xfrm>
              <a:off x="19050" y="19050"/>
              <a:ext cx="8157718" cy="1830197"/>
            </a:xfrm>
            <a:custGeom>
              <a:avLst/>
              <a:gdLst/>
              <a:ahLst/>
              <a:cxnLst/>
              <a:rect l="l" t="t" r="r" b="b"/>
              <a:pathLst>
                <a:path w="8157718" h="1830197" extrusionOk="0">
                  <a:moveTo>
                    <a:pt x="0" y="305054"/>
                  </a:moveTo>
                  <a:cubicBezTo>
                    <a:pt x="0" y="136525"/>
                    <a:pt x="138811" y="0"/>
                    <a:pt x="310007" y="0"/>
                  </a:cubicBezTo>
                  <a:lnTo>
                    <a:pt x="7847711" y="0"/>
                  </a:lnTo>
                  <a:cubicBezTo>
                    <a:pt x="8018907" y="0"/>
                    <a:pt x="8157718" y="136525"/>
                    <a:pt x="8157718" y="305054"/>
                  </a:cubicBezTo>
                  <a:lnTo>
                    <a:pt x="8157718" y="1525143"/>
                  </a:lnTo>
                  <a:cubicBezTo>
                    <a:pt x="8157718" y="1693672"/>
                    <a:pt x="8018907" y="1830197"/>
                    <a:pt x="7847711" y="1830197"/>
                  </a:cubicBezTo>
                  <a:lnTo>
                    <a:pt x="310007" y="1830197"/>
                  </a:lnTo>
                  <a:cubicBezTo>
                    <a:pt x="138811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0"/>
              <a:ext cx="8195818" cy="1868297"/>
            </a:xfrm>
            <a:custGeom>
              <a:avLst/>
              <a:gdLst/>
              <a:ahLst/>
              <a:cxnLst/>
              <a:rect l="l" t="t" r="r" b="b"/>
              <a:pathLst>
                <a:path w="8195818" h="1868297" extrusionOk="0">
                  <a:moveTo>
                    <a:pt x="0" y="324104"/>
                  </a:moveTo>
                  <a:cubicBezTo>
                    <a:pt x="0" y="144780"/>
                    <a:pt x="147574" y="0"/>
                    <a:pt x="329057" y="0"/>
                  </a:cubicBezTo>
                  <a:lnTo>
                    <a:pt x="7866761" y="0"/>
                  </a:lnTo>
                  <a:lnTo>
                    <a:pt x="7866761" y="19050"/>
                  </a:lnTo>
                  <a:lnTo>
                    <a:pt x="7866761" y="0"/>
                  </a:lnTo>
                  <a:cubicBezTo>
                    <a:pt x="8048117" y="0"/>
                    <a:pt x="8195818" y="144780"/>
                    <a:pt x="8195818" y="324104"/>
                  </a:cubicBezTo>
                  <a:lnTo>
                    <a:pt x="8195818" y="1544193"/>
                  </a:lnTo>
                  <a:lnTo>
                    <a:pt x="8176768" y="1544193"/>
                  </a:lnTo>
                  <a:lnTo>
                    <a:pt x="8195818" y="1544193"/>
                  </a:lnTo>
                  <a:cubicBezTo>
                    <a:pt x="8195818" y="1723517"/>
                    <a:pt x="8048244" y="1868297"/>
                    <a:pt x="7866761" y="1868297"/>
                  </a:cubicBezTo>
                  <a:lnTo>
                    <a:pt x="7866761" y="1849247"/>
                  </a:lnTo>
                  <a:lnTo>
                    <a:pt x="7866761" y="1868297"/>
                  </a:lnTo>
                  <a:lnTo>
                    <a:pt x="329057" y="1868297"/>
                  </a:lnTo>
                  <a:lnTo>
                    <a:pt x="329057" y="1849247"/>
                  </a:lnTo>
                  <a:lnTo>
                    <a:pt x="329057" y="1868297"/>
                  </a:lnTo>
                  <a:cubicBezTo>
                    <a:pt x="147574" y="1868297"/>
                    <a:pt x="0" y="1723517"/>
                    <a:pt x="0" y="1544193"/>
                  </a:cubicBezTo>
                  <a:lnTo>
                    <a:pt x="0" y="324104"/>
                  </a:lnTo>
                  <a:lnTo>
                    <a:pt x="19050" y="324104"/>
                  </a:lnTo>
                  <a:lnTo>
                    <a:pt x="0" y="324104"/>
                  </a:lnTo>
                  <a:moveTo>
                    <a:pt x="38100" y="324104"/>
                  </a:moveTo>
                  <a:lnTo>
                    <a:pt x="38100" y="1544193"/>
                  </a:lnTo>
                  <a:lnTo>
                    <a:pt x="19050" y="1544193"/>
                  </a:lnTo>
                  <a:lnTo>
                    <a:pt x="38100" y="1544193"/>
                  </a:lnTo>
                  <a:cubicBezTo>
                    <a:pt x="38100" y="1701800"/>
                    <a:pt x="168021" y="1830197"/>
                    <a:pt x="329057" y="1830197"/>
                  </a:cubicBezTo>
                  <a:lnTo>
                    <a:pt x="7866761" y="1830197"/>
                  </a:lnTo>
                  <a:cubicBezTo>
                    <a:pt x="8027670" y="1830197"/>
                    <a:pt x="8157718" y="1701927"/>
                    <a:pt x="8157718" y="1544193"/>
                  </a:cubicBezTo>
                  <a:lnTo>
                    <a:pt x="8157718" y="324104"/>
                  </a:lnTo>
                  <a:lnTo>
                    <a:pt x="8176768" y="324104"/>
                  </a:lnTo>
                  <a:lnTo>
                    <a:pt x="8157718" y="324104"/>
                  </a:lnTo>
                  <a:cubicBezTo>
                    <a:pt x="8157718" y="166370"/>
                    <a:pt x="8027797" y="38100"/>
                    <a:pt x="7866761" y="38100"/>
                  </a:cubicBezTo>
                  <a:lnTo>
                    <a:pt x="329057" y="38100"/>
                  </a:lnTo>
                  <a:lnTo>
                    <a:pt x="329057" y="19050"/>
                  </a:lnTo>
                  <a:lnTo>
                    <a:pt x="329057" y="38100"/>
                  </a:lnTo>
                  <a:cubicBezTo>
                    <a:pt x="168021" y="38100"/>
                    <a:pt x="38100" y="166370"/>
                    <a:pt x="38100" y="324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9633738" y="6376390"/>
            <a:ext cx="6012839" cy="1267239"/>
            <a:chOff x="0" y="0"/>
            <a:chExt cx="8017118" cy="1689652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8017118" cy="1689652"/>
            </a:xfrm>
            <a:custGeom>
              <a:avLst/>
              <a:gdLst/>
              <a:ahLst/>
              <a:cxnLst/>
              <a:rect l="l" t="t" r="r" b="b"/>
              <a:pathLst>
                <a:path w="8017118" h="1689652" extrusionOk="0">
                  <a:moveTo>
                    <a:pt x="0" y="0"/>
                  </a:moveTo>
                  <a:lnTo>
                    <a:pt x="8017118" y="0"/>
                  </a:lnTo>
                  <a:lnTo>
                    <a:pt x="8017118" y="1689652"/>
                  </a:lnTo>
                  <a:lnTo>
                    <a:pt x="0" y="1689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0" y="57150"/>
              <a:ext cx="8017118" cy="163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Clasificación</a:t>
              </a:r>
              <a:endParaRPr/>
            </a:p>
          </p:txBody>
        </p:sp>
      </p:grpSp>
      <p:sp>
        <p:nvSpPr>
          <p:cNvPr id="140" name="Google Shape;140;p3" descr="Un dibujo de una persona  Descripción generada automáticamente con confianza baja"/>
          <p:cNvSpPr/>
          <p:nvPr/>
        </p:nvSpPr>
        <p:spPr>
          <a:xfrm>
            <a:off x="2116275" y="7461255"/>
            <a:ext cx="3304301" cy="2830377"/>
          </a:xfrm>
          <a:custGeom>
            <a:avLst/>
            <a:gdLst/>
            <a:ahLst/>
            <a:cxnLst/>
            <a:rect l="l" t="t" r="r" b="b"/>
            <a:pathLst>
              <a:path w="3304301" h="2830377" extrusionOk="0">
                <a:moveTo>
                  <a:pt x="0" y="0"/>
                </a:moveTo>
                <a:lnTo>
                  <a:pt x="3304301" y="0"/>
                </a:lnTo>
                <a:lnTo>
                  <a:pt x="3304301" y="2830377"/>
                </a:lnTo>
                <a:lnTo>
                  <a:pt x="0" y="2830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4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146" name="Google Shape;146;p4"/>
            <p:cNvSpPr/>
            <p:nvPr/>
          </p:nvSpPr>
          <p:spPr>
            <a:xfrm>
              <a:off x="0" y="0"/>
              <a:ext cx="9867900" cy="3192582"/>
            </a:xfrm>
            <a:custGeom>
              <a:avLst/>
              <a:gdLst/>
              <a:ahLst/>
              <a:cxnLst/>
              <a:rect l="l" t="t" r="r" b="b"/>
              <a:pathLst>
                <a:path w="9867900" h="3192582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Algoritmos</a:t>
              </a:r>
              <a:endParaRPr/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1257300" y="3601288"/>
            <a:ext cx="7400925" cy="5195869"/>
            <a:chOff x="0" y="-66675"/>
            <a:chExt cx="9867900" cy="6927825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9867900" cy="6861150"/>
            </a:xfrm>
            <a:custGeom>
              <a:avLst/>
              <a:gdLst/>
              <a:ahLst/>
              <a:cxnLst/>
              <a:rect l="l" t="t" r="r" b="b"/>
              <a:pathLst>
                <a:path w="9867900" h="6861150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6861150"/>
                  </a:lnTo>
                  <a:lnTo>
                    <a:pt x="0" y="6861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-66675"/>
              <a:ext cx="9867900" cy="692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 algoritmo es una secuencia finita de pasos precisos, bien definidos y ordenados, que permiten resolver un problema específico o realizar una tarea determinada. Estos pasos deben ser lo suficientemente claros y comprensibles para ser ejecutados por una persona o una máquina.</a:t>
              </a:r>
              <a:endParaRPr/>
            </a:p>
          </p:txBody>
        </p:sp>
      </p:grpSp>
      <p:sp>
        <p:nvSpPr>
          <p:cNvPr id="151" name="Google Shape;151;p4" descr="Programador"/>
          <p:cNvSpPr/>
          <p:nvPr/>
        </p:nvSpPr>
        <p:spPr>
          <a:xfrm>
            <a:off x="9622890" y="1524475"/>
            <a:ext cx="7236252" cy="7236252"/>
          </a:xfrm>
          <a:custGeom>
            <a:avLst/>
            <a:gdLst/>
            <a:ahLst/>
            <a:cxnLst/>
            <a:rect l="l" t="t" r="r" b="b"/>
            <a:pathLst>
              <a:path w="7236252" h="7236252" extrusionOk="0">
                <a:moveTo>
                  <a:pt x="0" y="0"/>
                </a:moveTo>
                <a:lnTo>
                  <a:pt x="7236252" y="0"/>
                </a:lnTo>
                <a:lnTo>
                  <a:pt x="7236252" y="7236253"/>
                </a:lnTo>
                <a:lnTo>
                  <a:pt x="0" y="7236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5"/>
          <p:cNvGrpSpPr/>
          <p:nvPr/>
        </p:nvGrpSpPr>
        <p:grpSpPr>
          <a:xfrm>
            <a:off x="1370691" y="1821996"/>
            <a:ext cx="9408850" cy="6643008"/>
            <a:chOff x="0" y="0"/>
            <a:chExt cx="12545134" cy="8857344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12545134" cy="8857344"/>
            </a:xfrm>
            <a:custGeom>
              <a:avLst/>
              <a:gdLst/>
              <a:ahLst/>
              <a:cxnLst/>
              <a:rect l="l" t="t" r="r" b="b"/>
              <a:pathLst>
                <a:path w="12545134" h="8857344" extrusionOk="0">
                  <a:moveTo>
                    <a:pt x="0" y="0"/>
                  </a:moveTo>
                  <a:lnTo>
                    <a:pt x="12545134" y="0"/>
                  </a:lnTo>
                  <a:lnTo>
                    <a:pt x="12545134" y="8857344"/>
                  </a:lnTo>
                  <a:lnTo>
                    <a:pt x="0" y="88573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95250"/>
              <a:ext cx="12545134" cy="8762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1" i="0" u="none" strike="noStrike" cap="none">
                  <a:solidFill>
                    <a:srgbClr val="2A5B7F"/>
                  </a:solidFill>
                  <a:latin typeface="Arial"/>
                  <a:ea typeface="Arial"/>
                  <a:cs typeface="Arial"/>
                  <a:sym typeface="Arial"/>
                </a:rPr>
                <a:t>Clasificación de Algoritmos</a:t>
              </a:r>
              <a:endParaRPr/>
            </a:p>
          </p:txBody>
        </p:sp>
      </p:grpSp>
      <p:cxnSp>
        <p:nvCxnSpPr>
          <p:cNvPr id="159" name="Google Shape;159;p5"/>
          <p:cNvCxnSpPr/>
          <p:nvPr/>
        </p:nvCxnSpPr>
        <p:spPr>
          <a:xfrm rot="5383903">
            <a:off x="9227852" y="5143500"/>
            <a:ext cx="406858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6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9867900" cy="3192582"/>
            </a:xfrm>
            <a:custGeom>
              <a:avLst/>
              <a:gdLst/>
              <a:ahLst/>
              <a:cxnLst/>
              <a:rect l="l" t="t" r="r" b="b"/>
              <a:pathLst>
                <a:path w="9867900" h="3192582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Clasificación de Algoritmos</a:t>
              </a:r>
              <a:endParaRPr/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257300" y="3601288"/>
            <a:ext cx="7400925" cy="5195869"/>
            <a:chOff x="0" y="-66675"/>
            <a:chExt cx="9867900" cy="6927825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9867900" cy="6861150"/>
            </a:xfrm>
            <a:custGeom>
              <a:avLst/>
              <a:gdLst/>
              <a:ahLst/>
              <a:cxnLst/>
              <a:rect l="l" t="t" r="r" b="b"/>
              <a:pathLst>
                <a:path w="9867900" h="6861150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6861150"/>
                  </a:lnTo>
                  <a:lnTo>
                    <a:pt x="0" y="6861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0" y="-66675"/>
              <a:ext cx="9867900" cy="692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Implementación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Paradigma de Diseño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Problemas de Optimización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Campo de Estudio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Complejidad</a:t>
              </a:r>
              <a:endParaRPr/>
            </a:p>
          </p:txBody>
        </p:sp>
      </p:grpSp>
      <p:sp>
        <p:nvSpPr>
          <p:cNvPr id="170" name="Google Shape;170;p6" descr="Algorithm - Wikipedia"/>
          <p:cNvSpPr/>
          <p:nvPr/>
        </p:nvSpPr>
        <p:spPr>
          <a:xfrm>
            <a:off x="11532003" y="1302122"/>
            <a:ext cx="3418026" cy="7680960"/>
          </a:xfrm>
          <a:custGeom>
            <a:avLst/>
            <a:gdLst/>
            <a:ahLst/>
            <a:cxnLst/>
            <a:rect l="l" t="t" r="r" b="b"/>
            <a:pathLst>
              <a:path w="3418026" h="7680960" extrusionOk="0">
                <a:moveTo>
                  <a:pt x="0" y="0"/>
                </a:moveTo>
                <a:lnTo>
                  <a:pt x="3418026" y="0"/>
                </a:lnTo>
                <a:lnTo>
                  <a:pt x="3418026" y="7680959"/>
                </a:lnTo>
                <a:lnTo>
                  <a:pt x="0" y="7680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7" b="-2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7916670" y="2305908"/>
            <a:ext cx="2211991" cy="1415129"/>
            <a:chOff x="0" y="0"/>
            <a:chExt cx="2949321" cy="1886839"/>
          </a:xfrm>
        </p:grpSpPr>
        <p:sp>
          <p:nvSpPr>
            <p:cNvPr id="176" name="Google Shape;176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7"/>
          <p:cNvGrpSpPr/>
          <p:nvPr/>
        </p:nvGrpSpPr>
        <p:grpSpPr>
          <a:xfrm>
            <a:off x="8159279" y="2536386"/>
            <a:ext cx="2211991" cy="1415129"/>
            <a:chOff x="0" y="0"/>
            <a:chExt cx="2949321" cy="1886839"/>
          </a:xfrm>
        </p:grpSpPr>
        <p:sp>
          <p:nvSpPr>
            <p:cNvPr id="179" name="Google Shape;179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7"/>
          <p:cNvGrpSpPr/>
          <p:nvPr/>
        </p:nvGrpSpPr>
        <p:grpSpPr>
          <a:xfrm>
            <a:off x="8199888" y="2576996"/>
            <a:ext cx="2130831" cy="1333863"/>
            <a:chOff x="0" y="0"/>
            <a:chExt cx="2841108" cy="1778484"/>
          </a:xfrm>
        </p:grpSpPr>
        <p:sp>
          <p:nvSpPr>
            <p:cNvPr id="182" name="Google Shape;182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Por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Implementación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4" name="Google Shape;184;p7"/>
          <p:cNvGrpSpPr/>
          <p:nvPr/>
        </p:nvGrpSpPr>
        <p:grpSpPr>
          <a:xfrm>
            <a:off x="1244937" y="4327443"/>
            <a:ext cx="2211991" cy="1415129"/>
            <a:chOff x="0" y="0"/>
            <a:chExt cx="2949321" cy="1886839"/>
          </a:xfrm>
        </p:grpSpPr>
        <p:sp>
          <p:nvSpPr>
            <p:cNvPr id="185" name="Google Shape;185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7"/>
          <p:cNvGrpSpPr/>
          <p:nvPr/>
        </p:nvGrpSpPr>
        <p:grpSpPr>
          <a:xfrm>
            <a:off x="1487546" y="4557921"/>
            <a:ext cx="2211991" cy="1415129"/>
            <a:chOff x="0" y="0"/>
            <a:chExt cx="2949321" cy="1886839"/>
          </a:xfrm>
        </p:grpSpPr>
        <p:sp>
          <p:nvSpPr>
            <p:cNvPr id="188" name="Google Shape;188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Google Shape;190;p7"/>
          <p:cNvGrpSpPr/>
          <p:nvPr/>
        </p:nvGrpSpPr>
        <p:grpSpPr>
          <a:xfrm>
            <a:off x="1528155" y="4598530"/>
            <a:ext cx="2130831" cy="1333863"/>
            <a:chOff x="0" y="0"/>
            <a:chExt cx="2841108" cy="1778484"/>
          </a:xfrm>
        </p:grpSpPr>
        <p:sp>
          <p:nvSpPr>
            <p:cNvPr id="191" name="Google Shape;191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Recursivo</a:t>
              </a:r>
              <a:endParaRPr sz="1950" dirty="0">
                <a:solidFill>
                  <a:schemeClr val="tx1"/>
                </a:solidFill>
                <a:latin typeface="Vollkorn"/>
                <a:ea typeface="Vollkorn"/>
              </a:endParaRPr>
            </a:p>
          </p:txBody>
        </p:sp>
      </p:grpSp>
      <p:grpSp>
        <p:nvGrpSpPr>
          <p:cNvPr id="193" name="Google Shape;193;p7"/>
          <p:cNvGrpSpPr/>
          <p:nvPr/>
        </p:nvGrpSpPr>
        <p:grpSpPr>
          <a:xfrm>
            <a:off x="1244937" y="6348978"/>
            <a:ext cx="2211991" cy="1415129"/>
            <a:chOff x="0" y="0"/>
            <a:chExt cx="2949321" cy="1886839"/>
          </a:xfrm>
        </p:grpSpPr>
        <p:sp>
          <p:nvSpPr>
            <p:cNvPr id="194" name="Google Shape;194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7"/>
          <p:cNvGrpSpPr/>
          <p:nvPr/>
        </p:nvGrpSpPr>
        <p:grpSpPr>
          <a:xfrm>
            <a:off x="1487546" y="6579456"/>
            <a:ext cx="2211991" cy="1415129"/>
            <a:chOff x="0" y="0"/>
            <a:chExt cx="2949321" cy="1886839"/>
          </a:xfrm>
        </p:grpSpPr>
        <p:sp>
          <p:nvSpPr>
            <p:cNvPr id="197" name="Google Shape;197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7"/>
          <p:cNvGrpSpPr/>
          <p:nvPr/>
        </p:nvGrpSpPr>
        <p:grpSpPr>
          <a:xfrm>
            <a:off x="1528155" y="6620066"/>
            <a:ext cx="2130831" cy="1333863"/>
            <a:chOff x="0" y="0"/>
            <a:chExt cx="2841108" cy="1778484"/>
          </a:xfrm>
        </p:grpSpPr>
        <p:sp>
          <p:nvSpPr>
            <p:cNvPr id="200" name="Google Shape;200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01" name="Google Shape;201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Se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emplea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a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sí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mismo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3913630" y="4327443"/>
            <a:ext cx="2211991" cy="1415129"/>
            <a:chOff x="0" y="0"/>
            <a:chExt cx="2949321" cy="1886839"/>
          </a:xfrm>
        </p:grpSpPr>
        <p:sp>
          <p:nvSpPr>
            <p:cNvPr id="203" name="Google Shape;203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7"/>
          <p:cNvGrpSpPr/>
          <p:nvPr/>
        </p:nvGrpSpPr>
        <p:grpSpPr>
          <a:xfrm>
            <a:off x="4156239" y="4557921"/>
            <a:ext cx="2211991" cy="1415129"/>
            <a:chOff x="0" y="0"/>
            <a:chExt cx="2949321" cy="1886839"/>
          </a:xfrm>
        </p:grpSpPr>
        <p:sp>
          <p:nvSpPr>
            <p:cNvPr id="206" name="Google Shape;206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7"/>
          <p:cNvGrpSpPr/>
          <p:nvPr/>
        </p:nvGrpSpPr>
        <p:grpSpPr>
          <a:xfrm>
            <a:off x="4196848" y="4598530"/>
            <a:ext cx="2130831" cy="1333863"/>
            <a:chOff x="0" y="0"/>
            <a:chExt cx="2841108" cy="1778484"/>
          </a:xfrm>
        </p:grpSpPr>
        <p:sp>
          <p:nvSpPr>
            <p:cNvPr id="209" name="Google Shape;209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10" name="Google Shape;210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Lógicos</a:t>
              </a:r>
              <a:endParaRPr sz="1950" dirty="0">
                <a:solidFill>
                  <a:schemeClr val="tx1"/>
                </a:solidFill>
                <a:latin typeface="Vollkorn"/>
                <a:ea typeface="Vollkorn"/>
              </a:endParaRPr>
            </a:p>
          </p:txBody>
        </p:sp>
      </p:grpSp>
      <p:grpSp>
        <p:nvGrpSpPr>
          <p:cNvPr id="211" name="Google Shape;211;p7"/>
          <p:cNvGrpSpPr/>
          <p:nvPr/>
        </p:nvGrpSpPr>
        <p:grpSpPr>
          <a:xfrm>
            <a:off x="3913630" y="6348978"/>
            <a:ext cx="2211991" cy="1415129"/>
            <a:chOff x="0" y="0"/>
            <a:chExt cx="2949321" cy="1886839"/>
          </a:xfrm>
        </p:grpSpPr>
        <p:sp>
          <p:nvSpPr>
            <p:cNvPr id="212" name="Google Shape;212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7"/>
          <p:cNvGrpSpPr/>
          <p:nvPr/>
        </p:nvGrpSpPr>
        <p:grpSpPr>
          <a:xfrm>
            <a:off x="4156239" y="6579456"/>
            <a:ext cx="2211991" cy="1415129"/>
            <a:chOff x="0" y="0"/>
            <a:chExt cx="2949321" cy="1886839"/>
          </a:xfrm>
        </p:grpSpPr>
        <p:sp>
          <p:nvSpPr>
            <p:cNvPr id="215" name="Google Shape;215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4196848" y="6620066"/>
            <a:ext cx="2130831" cy="1333864"/>
            <a:chOff x="0" y="0"/>
            <a:chExt cx="2841108" cy="1778485"/>
          </a:xfrm>
        </p:grpSpPr>
        <p:sp>
          <p:nvSpPr>
            <p:cNvPr id="218" name="Google Shape;218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0" y="19051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Salida</a:t>
              </a:r>
              <a:endParaRPr dirty="0">
                <a:solidFill>
                  <a:schemeClr val="tx1"/>
                </a:solidFill>
              </a:endParaRPr>
            </a:p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“V”, “F”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0" name="Google Shape;220;p7"/>
          <p:cNvGrpSpPr/>
          <p:nvPr/>
        </p:nvGrpSpPr>
        <p:grpSpPr>
          <a:xfrm>
            <a:off x="6582323" y="4327443"/>
            <a:ext cx="2211991" cy="1415129"/>
            <a:chOff x="0" y="0"/>
            <a:chExt cx="2949321" cy="1886839"/>
          </a:xfrm>
        </p:grpSpPr>
        <p:sp>
          <p:nvSpPr>
            <p:cNvPr id="221" name="Google Shape;221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Google Shape;223;p7"/>
          <p:cNvGrpSpPr/>
          <p:nvPr/>
        </p:nvGrpSpPr>
        <p:grpSpPr>
          <a:xfrm>
            <a:off x="6824931" y="4557921"/>
            <a:ext cx="2211991" cy="1415129"/>
            <a:chOff x="0" y="0"/>
            <a:chExt cx="2949321" cy="1886839"/>
          </a:xfrm>
        </p:grpSpPr>
        <p:sp>
          <p:nvSpPr>
            <p:cNvPr id="224" name="Google Shape;224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6865541" y="4598530"/>
            <a:ext cx="2130831" cy="1333863"/>
            <a:chOff x="0" y="0"/>
            <a:chExt cx="2841108" cy="1778484"/>
          </a:xfrm>
        </p:grpSpPr>
        <p:sp>
          <p:nvSpPr>
            <p:cNvPr id="227" name="Google Shape;227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28" name="Google Shape;228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Seriales</a:t>
              </a:r>
              <a:r>
                <a:rPr lang="en-US" sz="195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, </a:t>
              </a: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Paralelos</a:t>
              </a:r>
              <a:r>
                <a:rPr lang="en-US" sz="1950" dirty="0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, </a:t>
              </a: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Distribuidos</a:t>
              </a:r>
              <a:endParaRPr sz="1950" dirty="0">
                <a:solidFill>
                  <a:schemeClr val="tx1"/>
                </a:solidFill>
                <a:latin typeface="Vollkorn"/>
                <a:ea typeface="Vollkorn"/>
              </a:endParaRPr>
            </a:p>
          </p:txBody>
        </p:sp>
      </p:grpSp>
      <p:grpSp>
        <p:nvGrpSpPr>
          <p:cNvPr id="229" name="Google Shape;229;p7"/>
          <p:cNvGrpSpPr/>
          <p:nvPr/>
        </p:nvGrpSpPr>
        <p:grpSpPr>
          <a:xfrm>
            <a:off x="9251016" y="4327443"/>
            <a:ext cx="2211991" cy="1415129"/>
            <a:chOff x="0" y="0"/>
            <a:chExt cx="2949321" cy="1886839"/>
          </a:xfrm>
        </p:grpSpPr>
        <p:sp>
          <p:nvSpPr>
            <p:cNvPr id="230" name="Google Shape;230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7"/>
          <p:cNvGrpSpPr/>
          <p:nvPr/>
        </p:nvGrpSpPr>
        <p:grpSpPr>
          <a:xfrm>
            <a:off x="9493624" y="4557921"/>
            <a:ext cx="2211991" cy="1415129"/>
            <a:chOff x="0" y="0"/>
            <a:chExt cx="2949321" cy="1886839"/>
          </a:xfrm>
        </p:grpSpPr>
        <p:sp>
          <p:nvSpPr>
            <p:cNvPr id="233" name="Google Shape;233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9534234" y="4598530"/>
            <a:ext cx="2130831" cy="1333863"/>
            <a:chOff x="0" y="0"/>
            <a:chExt cx="2841108" cy="1778484"/>
          </a:xfrm>
        </p:grpSpPr>
        <p:sp>
          <p:nvSpPr>
            <p:cNvPr id="236" name="Google Shape;236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Determinísticos</a:t>
              </a:r>
              <a:r>
                <a:rPr lang="en-US" sz="1950" dirty="0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 y no </a:t>
              </a: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Determinísticos</a:t>
              </a:r>
              <a:endParaRPr sz="1950" dirty="0">
                <a:solidFill>
                  <a:schemeClr val="tx1"/>
                </a:solidFill>
                <a:latin typeface="Vollkorn"/>
                <a:ea typeface="Vollkorn"/>
              </a:endParaRPr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11919710" y="4327443"/>
            <a:ext cx="2211991" cy="1415129"/>
            <a:chOff x="0" y="0"/>
            <a:chExt cx="2949321" cy="1886839"/>
          </a:xfrm>
        </p:grpSpPr>
        <p:sp>
          <p:nvSpPr>
            <p:cNvPr id="239" name="Google Shape;239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7"/>
          <p:cNvGrpSpPr/>
          <p:nvPr/>
        </p:nvGrpSpPr>
        <p:grpSpPr>
          <a:xfrm>
            <a:off x="12162318" y="4557921"/>
            <a:ext cx="2211991" cy="1415129"/>
            <a:chOff x="0" y="0"/>
            <a:chExt cx="2949321" cy="1886839"/>
          </a:xfrm>
        </p:grpSpPr>
        <p:sp>
          <p:nvSpPr>
            <p:cNvPr id="242" name="Google Shape;242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7"/>
          <p:cNvGrpSpPr/>
          <p:nvPr/>
        </p:nvGrpSpPr>
        <p:grpSpPr>
          <a:xfrm>
            <a:off x="12202927" y="4598530"/>
            <a:ext cx="2130831" cy="1333863"/>
            <a:chOff x="0" y="0"/>
            <a:chExt cx="2841108" cy="1778484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108000"/>
                </a:lnSpc>
              </a:pP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Exactos</a:t>
              </a:r>
              <a:r>
                <a:rPr lang="en-US" sz="1950" dirty="0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 o </a:t>
              </a:r>
              <a:r>
                <a:rPr lang="en-US" sz="1950" dirty="0" err="1">
                  <a:solidFill>
                    <a:schemeClr val="tx1"/>
                  </a:solidFill>
                  <a:latin typeface="Vollkorn"/>
                  <a:ea typeface="Vollkorn"/>
                  <a:sym typeface="Vollkorn"/>
                </a:rPr>
                <a:t>Aproximados</a:t>
              </a:r>
              <a:endParaRPr sz="1950" dirty="0">
                <a:solidFill>
                  <a:schemeClr val="tx1"/>
                </a:solidFill>
                <a:latin typeface="Vollkorn"/>
                <a:ea typeface="Vollkorn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14588402" y="4327443"/>
            <a:ext cx="2211991" cy="1415129"/>
            <a:chOff x="0" y="0"/>
            <a:chExt cx="2949321" cy="1886839"/>
          </a:xfrm>
        </p:grpSpPr>
        <p:sp>
          <p:nvSpPr>
            <p:cNvPr id="248" name="Google Shape;248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14831010" y="4557921"/>
            <a:ext cx="2211991" cy="1415129"/>
            <a:chOff x="0" y="0"/>
            <a:chExt cx="2949321" cy="1886839"/>
          </a:xfrm>
        </p:grpSpPr>
        <p:sp>
          <p:nvSpPr>
            <p:cNvPr id="251" name="Google Shape;251;p7"/>
            <p:cNvSpPr/>
            <p:nvPr/>
          </p:nvSpPr>
          <p:spPr>
            <a:xfrm>
              <a:off x="19050" y="19050"/>
              <a:ext cx="2911221" cy="1848739"/>
            </a:xfrm>
            <a:custGeom>
              <a:avLst/>
              <a:gdLst/>
              <a:ahLst/>
              <a:cxnLst/>
              <a:rect l="l" t="t" r="r" b="b"/>
              <a:pathLst>
                <a:path w="2911221" h="1848739" extrusionOk="0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0" y="0"/>
              <a:ext cx="2949321" cy="1886839"/>
            </a:xfrm>
            <a:custGeom>
              <a:avLst/>
              <a:gdLst/>
              <a:ahLst/>
              <a:cxnLst/>
              <a:rect l="l" t="t" r="r" b="b"/>
              <a:pathLst>
                <a:path w="2949321" h="1886839" extrusionOk="0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7"/>
          <p:cNvGrpSpPr/>
          <p:nvPr/>
        </p:nvGrpSpPr>
        <p:grpSpPr>
          <a:xfrm>
            <a:off x="14871619" y="4598530"/>
            <a:ext cx="2130831" cy="1333863"/>
            <a:chOff x="0" y="0"/>
            <a:chExt cx="2841108" cy="1778484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2841108" cy="1778484"/>
            </a:xfrm>
            <a:custGeom>
              <a:avLst/>
              <a:gdLst/>
              <a:ahLst/>
              <a:cxnLst/>
              <a:rect l="l" t="t" r="r" b="b"/>
              <a:pathLst>
                <a:path w="2841108" h="1778484" extrusionOk="0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55" name="Google Shape;255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Cuánticos</a:t>
              </a:r>
              <a:endParaRPr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8"/>
          <p:cNvGrpSpPr/>
          <p:nvPr/>
        </p:nvGrpSpPr>
        <p:grpSpPr>
          <a:xfrm>
            <a:off x="7670209" y="1730917"/>
            <a:ext cx="2655665" cy="1696784"/>
            <a:chOff x="0" y="0"/>
            <a:chExt cx="3540887" cy="2262378"/>
          </a:xfrm>
        </p:grpSpPr>
        <p:sp>
          <p:nvSpPr>
            <p:cNvPr id="261" name="Google Shape;261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8"/>
          <p:cNvGrpSpPr/>
          <p:nvPr/>
        </p:nvGrpSpPr>
        <p:grpSpPr>
          <a:xfrm>
            <a:off x="7962111" y="2008224"/>
            <a:ext cx="2655665" cy="1696783"/>
            <a:chOff x="0" y="0"/>
            <a:chExt cx="3540887" cy="2262378"/>
          </a:xfrm>
        </p:grpSpPr>
        <p:sp>
          <p:nvSpPr>
            <p:cNvPr id="264" name="Google Shape;264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8010970" y="2057084"/>
            <a:ext cx="2557958" cy="1599066"/>
            <a:chOff x="0" y="0"/>
            <a:chExt cx="3410610" cy="2132088"/>
          </a:xfrm>
        </p:grpSpPr>
        <p:sp>
          <p:nvSpPr>
            <p:cNvPr id="267" name="Google Shape;267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Por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Paradigma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Diseño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1248404" y="4163178"/>
            <a:ext cx="2655665" cy="1696784"/>
            <a:chOff x="0" y="0"/>
            <a:chExt cx="3540887" cy="2262378"/>
          </a:xfrm>
        </p:grpSpPr>
        <p:sp>
          <p:nvSpPr>
            <p:cNvPr id="270" name="Google Shape;270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1540304" y="4440483"/>
            <a:ext cx="2655665" cy="1696784"/>
            <a:chOff x="0" y="0"/>
            <a:chExt cx="3540887" cy="2262378"/>
          </a:xfrm>
        </p:grpSpPr>
        <p:sp>
          <p:nvSpPr>
            <p:cNvPr id="273" name="Google Shape;273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8"/>
          <p:cNvGrpSpPr/>
          <p:nvPr/>
        </p:nvGrpSpPr>
        <p:grpSpPr>
          <a:xfrm>
            <a:off x="1589163" y="4489342"/>
            <a:ext cx="2557958" cy="1599066"/>
            <a:chOff x="0" y="0"/>
            <a:chExt cx="3410610" cy="2132088"/>
          </a:xfrm>
        </p:grpSpPr>
        <p:sp>
          <p:nvSpPr>
            <p:cNvPr id="276" name="Google Shape;276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77" name="Google Shape;277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Fuerza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Bruta o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Exhaustiva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8" name="Google Shape;278;p8"/>
          <p:cNvGrpSpPr/>
          <p:nvPr/>
        </p:nvGrpSpPr>
        <p:grpSpPr>
          <a:xfrm>
            <a:off x="1248404" y="6595437"/>
            <a:ext cx="2655665" cy="1696783"/>
            <a:chOff x="0" y="0"/>
            <a:chExt cx="3540887" cy="2262378"/>
          </a:xfrm>
        </p:grpSpPr>
        <p:sp>
          <p:nvSpPr>
            <p:cNvPr id="279" name="Google Shape;279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8"/>
          <p:cNvGrpSpPr/>
          <p:nvPr/>
        </p:nvGrpSpPr>
        <p:grpSpPr>
          <a:xfrm>
            <a:off x="1540304" y="6872742"/>
            <a:ext cx="2655665" cy="1696784"/>
            <a:chOff x="0" y="0"/>
            <a:chExt cx="3540887" cy="2262378"/>
          </a:xfrm>
        </p:grpSpPr>
        <p:sp>
          <p:nvSpPr>
            <p:cNvPr id="282" name="Google Shape;282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8"/>
          <p:cNvGrpSpPr/>
          <p:nvPr/>
        </p:nvGrpSpPr>
        <p:grpSpPr>
          <a:xfrm>
            <a:off x="1589163" y="6921602"/>
            <a:ext cx="2557958" cy="1599066"/>
            <a:chOff x="0" y="0"/>
            <a:chExt cx="3410610" cy="2132088"/>
          </a:xfrm>
        </p:grpSpPr>
        <p:sp>
          <p:nvSpPr>
            <p:cNvPr id="285" name="Google Shape;285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6" name="Google Shape;286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Trabajan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hasta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encontrar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error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7" name="Google Shape;287;p8"/>
          <p:cNvGrpSpPr/>
          <p:nvPr/>
        </p:nvGrpSpPr>
        <p:grpSpPr>
          <a:xfrm>
            <a:off x="4459306" y="4163178"/>
            <a:ext cx="2655665" cy="1696784"/>
            <a:chOff x="0" y="0"/>
            <a:chExt cx="3540887" cy="2262378"/>
          </a:xfrm>
        </p:grpSpPr>
        <p:sp>
          <p:nvSpPr>
            <p:cNvPr id="288" name="Google Shape;288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4751206" y="4440483"/>
            <a:ext cx="2655665" cy="1696784"/>
            <a:chOff x="0" y="0"/>
            <a:chExt cx="3540887" cy="2262378"/>
          </a:xfrm>
        </p:grpSpPr>
        <p:sp>
          <p:nvSpPr>
            <p:cNvPr id="291" name="Google Shape;291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" name="Google Shape;293;p8"/>
          <p:cNvGrpSpPr/>
          <p:nvPr/>
        </p:nvGrpSpPr>
        <p:grpSpPr>
          <a:xfrm>
            <a:off x="4800066" y="4489342"/>
            <a:ext cx="2557958" cy="1599066"/>
            <a:chOff x="0" y="0"/>
            <a:chExt cx="3410610" cy="2132088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“Divide y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Vencerás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”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4459306" y="6595437"/>
            <a:ext cx="2655665" cy="1696783"/>
            <a:chOff x="0" y="0"/>
            <a:chExt cx="3540887" cy="2262378"/>
          </a:xfrm>
        </p:grpSpPr>
        <p:sp>
          <p:nvSpPr>
            <p:cNvPr id="297" name="Google Shape;297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4751206" y="6872742"/>
            <a:ext cx="2655665" cy="1696784"/>
            <a:chOff x="0" y="0"/>
            <a:chExt cx="3540887" cy="2262378"/>
          </a:xfrm>
        </p:grpSpPr>
        <p:sp>
          <p:nvSpPr>
            <p:cNvPr id="300" name="Google Shape;300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4800066" y="6921602"/>
            <a:ext cx="2557958" cy="1599066"/>
            <a:chOff x="0" y="0"/>
            <a:chExt cx="3410610" cy="2132088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04" name="Google Shape;304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Dividen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problema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para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encontrar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1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solución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7670209" y="4163178"/>
            <a:ext cx="2655665" cy="1696784"/>
            <a:chOff x="0" y="0"/>
            <a:chExt cx="3540887" cy="2262378"/>
          </a:xfrm>
        </p:grpSpPr>
        <p:sp>
          <p:nvSpPr>
            <p:cNvPr id="306" name="Google Shape;306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" name="Google Shape;308;p8"/>
          <p:cNvGrpSpPr/>
          <p:nvPr/>
        </p:nvGrpSpPr>
        <p:grpSpPr>
          <a:xfrm>
            <a:off x="7962111" y="4440483"/>
            <a:ext cx="2655665" cy="1696784"/>
            <a:chOff x="0" y="0"/>
            <a:chExt cx="3540887" cy="2262378"/>
          </a:xfrm>
        </p:grpSpPr>
        <p:sp>
          <p:nvSpPr>
            <p:cNvPr id="309" name="Google Shape;309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8010970" y="4489342"/>
            <a:ext cx="2557958" cy="1599066"/>
            <a:chOff x="0" y="0"/>
            <a:chExt cx="3410610" cy="2132088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13" name="Google Shape;313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Búsqueda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y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Enumeración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10881114" y="4163178"/>
            <a:ext cx="2655666" cy="1696784"/>
            <a:chOff x="0" y="0"/>
            <a:chExt cx="3540887" cy="2262378"/>
          </a:xfrm>
        </p:grpSpPr>
        <p:sp>
          <p:nvSpPr>
            <p:cNvPr id="315" name="Google Shape;315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8"/>
          <p:cNvGrpSpPr/>
          <p:nvPr/>
        </p:nvGrpSpPr>
        <p:grpSpPr>
          <a:xfrm>
            <a:off x="11173014" y="4440483"/>
            <a:ext cx="2655666" cy="1696784"/>
            <a:chOff x="0" y="0"/>
            <a:chExt cx="3540887" cy="2262378"/>
          </a:xfrm>
        </p:grpSpPr>
        <p:sp>
          <p:nvSpPr>
            <p:cNvPr id="318" name="Google Shape;318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11221874" y="4489342"/>
            <a:ext cx="2557957" cy="1599066"/>
            <a:chOff x="0" y="0"/>
            <a:chExt cx="3410610" cy="2132088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22" name="Google Shape;322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Randomización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3" name="Google Shape;323;p8"/>
          <p:cNvGrpSpPr/>
          <p:nvPr/>
        </p:nvGrpSpPr>
        <p:grpSpPr>
          <a:xfrm>
            <a:off x="10881114" y="6595437"/>
            <a:ext cx="2655666" cy="1696783"/>
            <a:chOff x="0" y="0"/>
            <a:chExt cx="3540887" cy="2262378"/>
          </a:xfrm>
        </p:grpSpPr>
        <p:sp>
          <p:nvSpPr>
            <p:cNvPr id="324" name="Google Shape;324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" name="Google Shape;326;p8"/>
          <p:cNvGrpSpPr/>
          <p:nvPr/>
        </p:nvGrpSpPr>
        <p:grpSpPr>
          <a:xfrm>
            <a:off x="11173014" y="6872742"/>
            <a:ext cx="2655666" cy="1696784"/>
            <a:chOff x="0" y="0"/>
            <a:chExt cx="3540887" cy="2262378"/>
          </a:xfrm>
        </p:grpSpPr>
        <p:sp>
          <p:nvSpPr>
            <p:cNvPr id="327" name="Google Shape;327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8"/>
          <p:cNvGrpSpPr/>
          <p:nvPr/>
        </p:nvGrpSpPr>
        <p:grpSpPr>
          <a:xfrm>
            <a:off x="11221874" y="6921602"/>
            <a:ext cx="2557957" cy="1599066"/>
            <a:chOff x="0" y="0"/>
            <a:chExt cx="3410610" cy="2132088"/>
          </a:xfrm>
        </p:grpSpPr>
        <p:sp>
          <p:nvSpPr>
            <p:cNvPr id="330" name="Google Shape;330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31" name="Google Shape;331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Dan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salidas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aleatorias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cada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iteración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2" name="Google Shape;332;p8"/>
          <p:cNvGrpSpPr/>
          <p:nvPr/>
        </p:nvGrpSpPr>
        <p:grpSpPr>
          <a:xfrm>
            <a:off x="14092017" y="4163178"/>
            <a:ext cx="2655666" cy="1696784"/>
            <a:chOff x="0" y="0"/>
            <a:chExt cx="3540887" cy="2262378"/>
          </a:xfrm>
        </p:grpSpPr>
        <p:sp>
          <p:nvSpPr>
            <p:cNvPr id="333" name="Google Shape;333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8"/>
          <p:cNvGrpSpPr/>
          <p:nvPr/>
        </p:nvGrpSpPr>
        <p:grpSpPr>
          <a:xfrm>
            <a:off x="14383917" y="4440483"/>
            <a:ext cx="2655665" cy="1696784"/>
            <a:chOff x="0" y="0"/>
            <a:chExt cx="3540887" cy="2262378"/>
          </a:xfrm>
        </p:grpSpPr>
        <p:sp>
          <p:nvSpPr>
            <p:cNvPr id="336" name="Google Shape;336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8"/>
          <p:cNvGrpSpPr/>
          <p:nvPr/>
        </p:nvGrpSpPr>
        <p:grpSpPr>
          <a:xfrm>
            <a:off x="14432776" y="4489342"/>
            <a:ext cx="2557958" cy="1599066"/>
            <a:chOff x="0" y="0"/>
            <a:chExt cx="3410610" cy="2132088"/>
          </a:xfrm>
        </p:grpSpPr>
        <p:sp>
          <p:nvSpPr>
            <p:cNvPr id="339" name="Google Shape;339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40" name="Google Shape;340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Reducción</a:t>
              </a:r>
              <a:r>
                <a:rPr lang="en-US" sz="25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Complejidad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1" name="Google Shape;341;p8"/>
          <p:cNvGrpSpPr/>
          <p:nvPr/>
        </p:nvGrpSpPr>
        <p:grpSpPr>
          <a:xfrm>
            <a:off x="14092017" y="6595437"/>
            <a:ext cx="2655666" cy="1696783"/>
            <a:chOff x="0" y="0"/>
            <a:chExt cx="3540887" cy="2262378"/>
          </a:xfrm>
        </p:grpSpPr>
        <p:sp>
          <p:nvSpPr>
            <p:cNvPr id="342" name="Google Shape;342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8"/>
          <p:cNvGrpSpPr/>
          <p:nvPr/>
        </p:nvGrpSpPr>
        <p:grpSpPr>
          <a:xfrm>
            <a:off x="14383917" y="6872742"/>
            <a:ext cx="2655665" cy="1696784"/>
            <a:chOff x="0" y="0"/>
            <a:chExt cx="3540887" cy="2262378"/>
          </a:xfrm>
        </p:grpSpPr>
        <p:sp>
          <p:nvSpPr>
            <p:cNvPr id="345" name="Google Shape;345;p8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8"/>
          <p:cNvGrpSpPr/>
          <p:nvPr/>
        </p:nvGrpSpPr>
        <p:grpSpPr>
          <a:xfrm>
            <a:off x="14432776" y="6921602"/>
            <a:ext cx="2557958" cy="1599066"/>
            <a:chOff x="0" y="0"/>
            <a:chExt cx="3410610" cy="2132088"/>
          </a:xfrm>
        </p:grpSpPr>
        <p:sp>
          <p:nvSpPr>
            <p:cNvPr id="348" name="Google Shape;348;p8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49" name="Google Shape;349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Optimización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9"/>
          <p:cNvGrpSpPr/>
          <p:nvPr/>
        </p:nvGrpSpPr>
        <p:grpSpPr>
          <a:xfrm>
            <a:off x="7670209" y="2947048"/>
            <a:ext cx="2655665" cy="1696784"/>
            <a:chOff x="0" y="0"/>
            <a:chExt cx="3540887" cy="2262378"/>
          </a:xfrm>
        </p:grpSpPr>
        <p:sp>
          <p:nvSpPr>
            <p:cNvPr id="355" name="Google Shape;355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50B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9"/>
          <p:cNvGrpSpPr/>
          <p:nvPr/>
        </p:nvGrpSpPr>
        <p:grpSpPr>
          <a:xfrm>
            <a:off x="7962111" y="3224354"/>
            <a:ext cx="2655665" cy="1696784"/>
            <a:chOff x="0" y="0"/>
            <a:chExt cx="3540887" cy="2262378"/>
          </a:xfrm>
        </p:grpSpPr>
        <p:sp>
          <p:nvSpPr>
            <p:cNvPr id="358" name="Google Shape;358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50B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9"/>
          <p:cNvGrpSpPr/>
          <p:nvPr/>
        </p:nvGrpSpPr>
        <p:grpSpPr>
          <a:xfrm>
            <a:off x="8010970" y="3273213"/>
            <a:ext cx="2557958" cy="1599066"/>
            <a:chOff x="0" y="0"/>
            <a:chExt cx="3410610" cy="2132088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62" name="Google Shape;362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Por </a:t>
              </a: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Problemas</a:t>
              </a: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Optimización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3" name="Google Shape;363;p9"/>
          <p:cNvGrpSpPr/>
          <p:nvPr/>
        </p:nvGrpSpPr>
        <p:grpSpPr>
          <a:xfrm>
            <a:off x="1248404" y="5379307"/>
            <a:ext cx="2655665" cy="1696784"/>
            <a:chOff x="0" y="0"/>
            <a:chExt cx="3540887" cy="2262378"/>
          </a:xfrm>
        </p:grpSpPr>
        <p:sp>
          <p:nvSpPr>
            <p:cNvPr id="364" name="Google Shape;364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9"/>
          <p:cNvGrpSpPr/>
          <p:nvPr/>
        </p:nvGrpSpPr>
        <p:grpSpPr>
          <a:xfrm>
            <a:off x="1540304" y="5656612"/>
            <a:ext cx="2655665" cy="1696784"/>
            <a:chOff x="0" y="0"/>
            <a:chExt cx="3540887" cy="2262378"/>
          </a:xfrm>
        </p:grpSpPr>
        <p:sp>
          <p:nvSpPr>
            <p:cNvPr id="367" name="Google Shape;367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9"/>
          <p:cNvGrpSpPr/>
          <p:nvPr/>
        </p:nvGrpSpPr>
        <p:grpSpPr>
          <a:xfrm>
            <a:off x="1589163" y="5705472"/>
            <a:ext cx="2557958" cy="1599066"/>
            <a:chOff x="0" y="0"/>
            <a:chExt cx="3410610" cy="2132088"/>
          </a:xfrm>
        </p:grpSpPr>
        <p:sp>
          <p:nvSpPr>
            <p:cNvPr id="370" name="Google Shape;370;p9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Programación</a:t>
              </a: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Lineal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2" name="Google Shape;372;p9"/>
          <p:cNvGrpSpPr/>
          <p:nvPr/>
        </p:nvGrpSpPr>
        <p:grpSpPr>
          <a:xfrm>
            <a:off x="4459306" y="5379307"/>
            <a:ext cx="2655665" cy="1696784"/>
            <a:chOff x="0" y="0"/>
            <a:chExt cx="3540887" cy="2262378"/>
          </a:xfrm>
        </p:grpSpPr>
        <p:sp>
          <p:nvSpPr>
            <p:cNvPr id="373" name="Google Shape;373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9"/>
          <p:cNvGrpSpPr/>
          <p:nvPr/>
        </p:nvGrpSpPr>
        <p:grpSpPr>
          <a:xfrm>
            <a:off x="4751206" y="5656612"/>
            <a:ext cx="2655665" cy="1696784"/>
            <a:chOff x="0" y="0"/>
            <a:chExt cx="3540887" cy="2262378"/>
          </a:xfrm>
        </p:grpSpPr>
        <p:sp>
          <p:nvSpPr>
            <p:cNvPr id="376" name="Google Shape;376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9"/>
          <p:cNvGrpSpPr/>
          <p:nvPr/>
        </p:nvGrpSpPr>
        <p:grpSpPr>
          <a:xfrm>
            <a:off x="4800066" y="5705472"/>
            <a:ext cx="2557958" cy="1599066"/>
            <a:chOff x="0" y="0"/>
            <a:chExt cx="3410610" cy="2132088"/>
          </a:xfrm>
        </p:grpSpPr>
        <p:sp>
          <p:nvSpPr>
            <p:cNvPr id="379" name="Google Shape;379;p9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80" name="Google Shape;380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Programación</a:t>
              </a: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Dinámica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1" name="Google Shape;381;p9"/>
          <p:cNvGrpSpPr/>
          <p:nvPr/>
        </p:nvGrpSpPr>
        <p:grpSpPr>
          <a:xfrm>
            <a:off x="7670209" y="5379307"/>
            <a:ext cx="2655665" cy="1696784"/>
            <a:chOff x="0" y="0"/>
            <a:chExt cx="3540887" cy="2262378"/>
          </a:xfrm>
        </p:grpSpPr>
        <p:sp>
          <p:nvSpPr>
            <p:cNvPr id="382" name="Google Shape;382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9"/>
          <p:cNvGrpSpPr/>
          <p:nvPr/>
        </p:nvGrpSpPr>
        <p:grpSpPr>
          <a:xfrm>
            <a:off x="7962111" y="5656612"/>
            <a:ext cx="2655665" cy="1696784"/>
            <a:chOff x="0" y="0"/>
            <a:chExt cx="3540887" cy="2262378"/>
          </a:xfrm>
        </p:grpSpPr>
        <p:sp>
          <p:nvSpPr>
            <p:cNvPr id="385" name="Google Shape;385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9"/>
          <p:cNvGrpSpPr/>
          <p:nvPr/>
        </p:nvGrpSpPr>
        <p:grpSpPr>
          <a:xfrm>
            <a:off x="8010970" y="5705472"/>
            <a:ext cx="2557958" cy="1599066"/>
            <a:chOff x="0" y="0"/>
            <a:chExt cx="3410610" cy="2132088"/>
          </a:xfrm>
        </p:grpSpPr>
        <p:sp>
          <p:nvSpPr>
            <p:cNvPr id="388" name="Google Shape;388;p9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89" name="Google Shape;389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Vuelta </a:t>
              </a: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Atrás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0" name="Google Shape;390;p9"/>
          <p:cNvGrpSpPr/>
          <p:nvPr/>
        </p:nvGrpSpPr>
        <p:grpSpPr>
          <a:xfrm>
            <a:off x="10881114" y="5379307"/>
            <a:ext cx="2655666" cy="1696784"/>
            <a:chOff x="0" y="0"/>
            <a:chExt cx="3540887" cy="2262378"/>
          </a:xfrm>
        </p:grpSpPr>
        <p:sp>
          <p:nvSpPr>
            <p:cNvPr id="391" name="Google Shape;391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9"/>
          <p:cNvGrpSpPr/>
          <p:nvPr/>
        </p:nvGrpSpPr>
        <p:grpSpPr>
          <a:xfrm>
            <a:off x="11173014" y="5656612"/>
            <a:ext cx="2655666" cy="1696784"/>
            <a:chOff x="0" y="0"/>
            <a:chExt cx="3540887" cy="2262378"/>
          </a:xfrm>
        </p:grpSpPr>
        <p:sp>
          <p:nvSpPr>
            <p:cNvPr id="394" name="Google Shape;394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9"/>
          <p:cNvGrpSpPr/>
          <p:nvPr/>
        </p:nvGrpSpPr>
        <p:grpSpPr>
          <a:xfrm>
            <a:off x="11221874" y="5705472"/>
            <a:ext cx="2557957" cy="1599066"/>
            <a:chOff x="0" y="0"/>
            <a:chExt cx="3410610" cy="2132088"/>
          </a:xfrm>
        </p:grpSpPr>
        <p:sp>
          <p:nvSpPr>
            <p:cNvPr id="397" name="Google Shape;397;p9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98" name="Google Shape;398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</a:t>
              </a: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Voraz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>
            <a:off x="14092017" y="5379307"/>
            <a:ext cx="2655666" cy="1696784"/>
            <a:chOff x="0" y="0"/>
            <a:chExt cx="3540887" cy="2262378"/>
          </a:xfrm>
        </p:grpSpPr>
        <p:sp>
          <p:nvSpPr>
            <p:cNvPr id="400" name="Google Shape;400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9"/>
          <p:cNvGrpSpPr/>
          <p:nvPr/>
        </p:nvGrpSpPr>
        <p:grpSpPr>
          <a:xfrm>
            <a:off x="14383917" y="5656612"/>
            <a:ext cx="2655665" cy="1696784"/>
            <a:chOff x="0" y="0"/>
            <a:chExt cx="3540887" cy="2262378"/>
          </a:xfrm>
        </p:grpSpPr>
        <p:sp>
          <p:nvSpPr>
            <p:cNvPr id="403" name="Google Shape;403;p9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9"/>
          <p:cNvGrpSpPr/>
          <p:nvPr/>
        </p:nvGrpSpPr>
        <p:grpSpPr>
          <a:xfrm>
            <a:off x="14432776" y="5705472"/>
            <a:ext cx="2557958" cy="1599066"/>
            <a:chOff x="0" y="0"/>
            <a:chExt cx="3410610" cy="2132088"/>
          </a:xfrm>
        </p:grpSpPr>
        <p:sp>
          <p:nvSpPr>
            <p:cNvPr id="406" name="Google Shape;406;p9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07" name="Google Shape;407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Métodos</a:t>
              </a:r>
              <a:r>
                <a:rPr lang="en-US" sz="27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Heurísticos</a:t>
              </a:r>
              <a:endParaRPr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0"/>
          <p:cNvGrpSpPr/>
          <p:nvPr/>
        </p:nvGrpSpPr>
        <p:grpSpPr>
          <a:xfrm>
            <a:off x="1257299" y="1303923"/>
            <a:ext cx="15841979" cy="28575"/>
            <a:chOff x="19050" y="0"/>
            <a:chExt cx="21122639" cy="38100"/>
          </a:xfrm>
        </p:grpSpPr>
        <p:sp>
          <p:nvSpPr>
            <p:cNvPr id="413" name="Google Shape;413;p10"/>
            <p:cNvSpPr/>
            <p:nvPr/>
          </p:nvSpPr>
          <p:spPr>
            <a:xfrm>
              <a:off x="19050" y="19050"/>
              <a:ext cx="21122639" cy="0"/>
            </a:xfrm>
            <a:custGeom>
              <a:avLst/>
              <a:gdLst/>
              <a:ahLst/>
              <a:cxnLst/>
              <a:rect l="l" t="t" r="r" b="b"/>
              <a:pathLst>
                <a:path w="21122639" h="120000" extrusionOk="0">
                  <a:moveTo>
                    <a:pt x="0" y="0"/>
                  </a:moveTo>
                  <a:lnTo>
                    <a:pt x="21122639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19050" y="0"/>
              <a:ext cx="21122639" cy="38100"/>
            </a:xfrm>
            <a:custGeom>
              <a:avLst/>
              <a:gdLst/>
              <a:ahLst/>
              <a:cxnLst/>
              <a:rect l="l" t="t" r="r" b="b"/>
              <a:pathLst>
                <a:path w="21122639" h="38100" extrusionOk="0">
                  <a:moveTo>
                    <a:pt x="0" y="0"/>
                  </a:moveTo>
                  <a:lnTo>
                    <a:pt x="21122639" y="0"/>
                  </a:lnTo>
                  <a:lnTo>
                    <a:pt x="21122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15" name="Google Shape;415;p10"/>
          <p:cNvGrpSpPr/>
          <p:nvPr/>
        </p:nvGrpSpPr>
        <p:grpSpPr>
          <a:xfrm>
            <a:off x="1247775" y="1308686"/>
            <a:ext cx="4160016" cy="7713856"/>
            <a:chOff x="0" y="0"/>
            <a:chExt cx="5546688" cy="10285142"/>
          </a:xfrm>
        </p:grpSpPr>
        <p:sp>
          <p:nvSpPr>
            <p:cNvPr id="416" name="Google Shape;416;p10"/>
            <p:cNvSpPr/>
            <p:nvPr/>
          </p:nvSpPr>
          <p:spPr>
            <a:xfrm>
              <a:off x="0" y="0"/>
              <a:ext cx="5546688" cy="10285142"/>
            </a:xfrm>
            <a:custGeom>
              <a:avLst/>
              <a:gdLst/>
              <a:ahLst/>
              <a:cxnLst/>
              <a:rect l="l" t="t" r="r" b="b"/>
              <a:pathLst>
                <a:path w="5546688" h="10285142" extrusionOk="0">
                  <a:moveTo>
                    <a:pt x="0" y="0"/>
                  </a:moveTo>
                  <a:lnTo>
                    <a:pt x="5546688" y="0"/>
                  </a:lnTo>
                  <a:lnTo>
                    <a:pt x="5546688" y="10285142"/>
                  </a:lnTo>
                  <a:lnTo>
                    <a:pt x="0" y="10285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17" name="Google Shape;417;p10"/>
            <p:cNvSpPr txBox="1"/>
            <p:nvPr/>
          </p:nvSpPr>
          <p:spPr>
            <a:xfrm>
              <a:off x="0" y="76200"/>
              <a:ext cx="5546688" cy="10208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Campos de Estudio</a:t>
              </a:r>
              <a:endParaRPr/>
            </a:p>
          </p:txBody>
        </p:sp>
      </p:grpSp>
      <p:grpSp>
        <p:nvGrpSpPr>
          <p:cNvPr id="418" name="Google Shape;418;p10"/>
          <p:cNvGrpSpPr/>
          <p:nvPr/>
        </p:nvGrpSpPr>
        <p:grpSpPr>
          <a:xfrm>
            <a:off x="5819423" y="1339072"/>
            <a:ext cx="11289381" cy="626781"/>
            <a:chOff x="0" y="0"/>
            <a:chExt cx="15052508" cy="835708"/>
          </a:xfrm>
        </p:grpSpPr>
        <p:sp>
          <p:nvSpPr>
            <p:cNvPr id="419" name="Google Shape;419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0" name="Google Shape;420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Búsqueda</a:t>
              </a:r>
              <a:endParaRPr/>
            </a:p>
          </p:txBody>
        </p:sp>
      </p:grpSp>
      <p:grpSp>
        <p:nvGrpSpPr>
          <p:cNvPr id="421" name="Google Shape;421;p10"/>
          <p:cNvGrpSpPr/>
          <p:nvPr/>
        </p:nvGrpSpPr>
        <p:grpSpPr>
          <a:xfrm>
            <a:off x="5613591" y="1942041"/>
            <a:ext cx="11485721" cy="28575"/>
            <a:chOff x="19050" y="0"/>
            <a:chExt cx="15314295" cy="38100"/>
          </a:xfrm>
        </p:grpSpPr>
        <p:sp>
          <p:nvSpPr>
            <p:cNvPr id="422" name="Google Shape;422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24" name="Google Shape;424;p10"/>
          <p:cNvGrpSpPr/>
          <p:nvPr/>
        </p:nvGrpSpPr>
        <p:grpSpPr>
          <a:xfrm>
            <a:off x="5819423" y="1977190"/>
            <a:ext cx="11289381" cy="626781"/>
            <a:chOff x="0" y="0"/>
            <a:chExt cx="15052508" cy="835708"/>
          </a:xfrm>
        </p:grpSpPr>
        <p:sp>
          <p:nvSpPr>
            <p:cNvPr id="425" name="Google Shape;425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6" name="Google Shape;426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Ordenamiento</a:t>
              </a:r>
              <a:endParaRPr/>
            </a:p>
          </p:txBody>
        </p:sp>
      </p:grpSp>
      <p:grpSp>
        <p:nvGrpSpPr>
          <p:cNvPr id="427" name="Google Shape;427;p10"/>
          <p:cNvGrpSpPr/>
          <p:nvPr/>
        </p:nvGrpSpPr>
        <p:grpSpPr>
          <a:xfrm>
            <a:off x="5613591" y="2580161"/>
            <a:ext cx="11485721" cy="28575"/>
            <a:chOff x="19050" y="0"/>
            <a:chExt cx="15314295" cy="38100"/>
          </a:xfrm>
        </p:grpSpPr>
        <p:sp>
          <p:nvSpPr>
            <p:cNvPr id="428" name="Google Shape;428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30" name="Google Shape;430;p10"/>
          <p:cNvGrpSpPr/>
          <p:nvPr/>
        </p:nvGrpSpPr>
        <p:grpSpPr>
          <a:xfrm>
            <a:off x="5819423" y="2615308"/>
            <a:ext cx="11289381" cy="626781"/>
            <a:chOff x="0" y="0"/>
            <a:chExt cx="15052508" cy="835708"/>
          </a:xfrm>
        </p:grpSpPr>
        <p:sp>
          <p:nvSpPr>
            <p:cNvPr id="431" name="Google Shape;431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32" name="Google Shape;432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Merge</a:t>
              </a:r>
              <a:endParaRPr/>
            </a:p>
          </p:txBody>
        </p:sp>
      </p:grpSp>
      <p:grpSp>
        <p:nvGrpSpPr>
          <p:cNvPr id="433" name="Google Shape;433;p10"/>
          <p:cNvGrpSpPr/>
          <p:nvPr/>
        </p:nvGrpSpPr>
        <p:grpSpPr>
          <a:xfrm>
            <a:off x="5613591" y="3218278"/>
            <a:ext cx="11485721" cy="28575"/>
            <a:chOff x="19050" y="0"/>
            <a:chExt cx="15314295" cy="38100"/>
          </a:xfrm>
        </p:grpSpPr>
        <p:sp>
          <p:nvSpPr>
            <p:cNvPr id="434" name="Google Shape;434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36" name="Google Shape;436;p10"/>
          <p:cNvGrpSpPr/>
          <p:nvPr/>
        </p:nvGrpSpPr>
        <p:grpSpPr>
          <a:xfrm>
            <a:off x="5819423" y="3253428"/>
            <a:ext cx="11289381" cy="626781"/>
            <a:chOff x="0" y="0"/>
            <a:chExt cx="15052508" cy="835708"/>
          </a:xfrm>
        </p:grpSpPr>
        <p:sp>
          <p:nvSpPr>
            <p:cNvPr id="437" name="Google Shape;437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38" name="Google Shape;438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Numéricos</a:t>
              </a:r>
              <a:endParaRPr/>
            </a:p>
          </p:txBody>
        </p:sp>
      </p:grpSp>
      <p:grpSp>
        <p:nvGrpSpPr>
          <p:cNvPr id="439" name="Google Shape;439;p10"/>
          <p:cNvGrpSpPr/>
          <p:nvPr/>
        </p:nvGrpSpPr>
        <p:grpSpPr>
          <a:xfrm>
            <a:off x="5613591" y="3856396"/>
            <a:ext cx="11485721" cy="28575"/>
            <a:chOff x="19050" y="0"/>
            <a:chExt cx="15314295" cy="38100"/>
          </a:xfrm>
        </p:grpSpPr>
        <p:sp>
          <p:nvSpPr>
            <p:cNvPr id="440" name="Google Shape;440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42" name="Google Shape;442;p10"/>
          <p:cNvGrpSpPr/>
          <p:nvPr/>
        </p:nvGrpSpPr>
        <p:grpSpPr>
          <a:xfrm>
            <a:off x="5819423" y="3891546"/>
            <a:ext cx="11289381" cy="626781"/>
            <a:chOff x="0" y="0"/>
            <a:chExt cx="15052508" cy="835708"/>
          </a:xfrm>
        </p:grpSpPr>
        <p:sp>
          <p:nvSpPr>
            <p:cNvPr id="443" name="Google Shape;443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44" name="Google Shape;444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Gráficos</a:t>
              </a:r>
              <a:endParaRPr/>
            </a:p>
          </p:txBody>
        </p:sp>
      </p:grpSp>
      <p:grpSp>
        <p:nvGrpSpPr>
          <p:cNvPr id="445" name="Google Shape;445;p10"/>
          <p:cNvGrpSpPr/>
          <p:nvPr/>
        </p:nvGrpSpPr>
        <p:grpSpPr>
          <a:xfrm>
            <a:off x="5613591" y="4494516"/>
            <a:ext cx="11485721" cy="28575"/>
            <a:chOff x="19050" y="0"/>
            <a:chExt cx="15314295" cy="38100"/>
          </a:xfrm>
        </p:grpSpPr>
        <p:sp>
          <p:nvSpPr>
            <p:cNvPr id="446" name="Google Shape;446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48" name="Google Shape;448;p10"/>
          <p:cNvGrpSpPr/>
          <p:nvPr/>
        </p:nvGrpSpPr>
        <p:grpSpPr>
          <a:xfrm>
            <a:off x="5819423" y="4529664"/>
            <a:ext cx="11289381" cy="626781"/>
            <a:chOff x="0" y="0"/>
            <a:chExt cx="15052508" cy="835708"/>
          </a:xfrm>
        </p:grpSpPr>
        <p:sp>
          <p:nvSpPr>
            <p:cNvPr id="449" name="Google Shape;449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50" name="Google Shape;450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 Cadenas</a:t>
              </a:r>
              <a:endParaRPr/>
            </a:p>
          </p:txBody>
        </p:sp>
      </p:grpSp>
      <p:grpSp>
        <p:nvGrpSpPr>
          <p:cNvPr id="451" name="Google Shape;451;p10"/>
          <p:cNvGrpSpPr/>
          <p:nvPr/>
        </p:nvGrpSpPr>
        <p:grpSpPr>
          <a:xfrm>
            <a:off x="5613591" y="5132634"/>
            <a:ext cx="11485721" cy="28575"/>
            <a:chOff x="19050" y="0"/>
            <a:chExt cx="15314295" cy="38100"/>
          </a:xfrm>
        </p:grpSpPr>
        <p:sp>
          <p:nvSpPr>
            <p:cNvPr id="452" name="Google Shape;452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54" name="Google Shape;454;p10"/>
          <p:cNvGrpSpPr/>
          <p:nvPr/>
        </p:nvGrpSpPr>
        <p:grpSpPr>
          <a:xfrm>
            <a:off x="5819423" y="5167784"/>
            <a:ext cx="11289381" cy="626781"/>
            <a:chOff x="0" y="0"/>
            <a:chExt cx="15052508" cy="835708"/>
          </a:xfrm>
        </p:grpSpPr>
        <p:sp>
          <p:nvSpPr>
            <p:cNvPr id="455" name="Google Shape;455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56" name="Google Shape;456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Geometría Computacional</a:t>
              </a:r>
              <a:endParaRPr/>
            </a:p>
          </p:txBody>
        </p:sp>
      </p:grpSp>
      <p:grpSp>
        <p:nvGrpSpPr>
          <p:cNvPr id="457" name="Google Shape;457;p10"/>
          <p:cNvGrpSpPr/>
          <p:nvPr/>
        </p:nvGrpSpPr>
        <p:grpSpPr>
          <a:xfrm>
            <a:off x="5613591" y="5770752"/>
            <a:ext cx="11485721" cy="28575"/>
            <a:chOff x="19050" y="0"/>
            <a:chExt cx="15314295" cy="38100"/>
          </a:xfrm>
        </p:grpSpPr>
        <p:sp>
          <p:nvSpPr>
            <p:cNvPr id="458" name="Google Shape;458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60" name="Google Shape;460;p10"/>
          <p:cNvGrpSpPr/>
          <p:nvPr/>
        </p:nvGrpSpPr>
        <p:grpSpPr>
          <a:xfrm>
            <a:off x="5819423" y="5805901"/>
            <a:ext cx="11289381" cy="626781"/>
            <a:chOff x="0" y="0"/>
            <a:chExt cx="15052508" cy="835708"/>
          </a:xfrm>
        </p:grpSpPr>
        <p:sp>
          <p:nvSpPr>
            <p:cNvPr id="461" name="Google Shape;461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62" name="Google Shape;462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Combinatoria</a:t>
              </a:r>
              <a:endParaRPr/>
            </a:p>
          </p:txBody>
        </p:sp>
      </p:grpSp>
      <p:grpSp>
        <p:nvGrpSpPr>
          <p:cNvPr id="463" name="Google Shape;463;p10"/>
          <p:cNvGrpSpPr/>
          <p:nvPr/>
        </p:nvGrpSpPr>
        <p:grpSpPr>
          <a:xfrm>
            <a:off x="5613591" y="6408872"/>
            <a:ext cx="11485721" cy="28575"/>
            <a:chOff x="19050" y="0"/>
            <a:chExt cx="15314295" cy="38100"/>
          </a:xfrm>
        </p:grpSpPr>
        <p:sp>
          <p:nvSpPr>
            <p:cNvPr id="464" name="Google Shape;464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65" name="Google Shape;465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66" name="Google Shape;466;p10"/>
          <p:cNvGrpSpPr/>
          <p:nvPr/>
        </p:nvGrpSpPr>
        <p:grpSpPr>
          <a:xfrm>
            <a:off x="5819423" y="6444021"/>
            <a:ext cx="11289381" cy="626781"/>
            <a:chOff x="0" y="0"/>
            <a:chExt cx="15052508" cy="835708"/>
          </a:xfrm>
        </p:grpSpPr>
        <p:sp>
          <p:nvSpPr>
            <p:cNvPr id="467" name="Google Shape;467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68" name="Google Shape;468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Criptografía</a:t>
              </a:r>
              <a:endParaRPr/>
            </a:p>
          </p:txBody>
        </p:sp>
      </p:grpSp>
      <p:grpSp>
        <p:nvGrpSpPr>
          <p:cNvPr id="469" name="Google Shape;469;p10"/>
          <p:cNvGrpSpPr/>
          <p:nvPr/>
        </p:nvGrpSpPr>
        <p:grpSpPr>
          <a:xfrm>
            <a:off x="5613591" y="7046990"/>
            <a:ext cx="11485721" cy="28575"/>
            <a:chOff x="19050" y="0"/>
            <a:chExt cx="15314295" cy="38100"/>
          </a:xfrm>
        </p:grpSpPr>
        <p:sp>
          <p:nvSpPr>
            <p:cNvPr id="470" name="Google Shape;470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72" name="Google Shape;472;p10"/>
          <p:cNvGrpSpPr/>
          <p:nvPr/>
        </p:nvGrpSpPr>
        <p:grpSpPr>
          <a:xfrm>
            <a:off x="5819423" y="7082139"/>
            <a:ext cx="11289381" cy="626781"/>
            <a:chOff x="0" y="0"/>
            <a:chExt cx="15052508" cy="835708"/>
          </a:xfrm>
        </p:grpSpPr>
        <p:sp>
          <p:nvSpPr>
            <p:cNvPr id="473" name="Google Shape;473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74" name="Google Shape;474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Comprensión/Análisis de Datos</a:t>
              </a:r>
              <a:endParaRPr/>
            </a:p>
          </p:txBody>
        </p:sp>
      </p:grpSp>
      <p:grpSp>
        <p:nvGrpSpPr>
          <p:cNvPr id="475" name="Google Shape;475;p10"/>
          <p:cNvGrpSpPr/>
          <p:nvPr/>
        </p:nvGrpSpPr>
        <p:grpSpPr>
          <a:xfrm>
            <a:off x="5613591" y="7685109"/>
            <a:ext cx="11485721" cy="28575"/>
            <a:chOff x="19050" y="0"/>
            <a:chExt cx="15314295" cy="38100"/>
          </a:xfrm>
        </p:grpSpPr>
        <p:sp>
          <p:nvSpPr>
            <p:cNvPr id="476" name="Google Shape;476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77" name="Google Shape;477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78" name="Google Shape;478;p10"/>
          <p:cNvGrpSpPr/>
          <p:nvPr/>
        </p:nvGrpSpPr>
        <p:grpSpPr>
          <a:xfrm>
            <a:off x="5819423" y="7720257"/>
            <a:ext cx="11289381" cy="626781"/>
            <a:chOff x="0" y="0"/>
            <a:chExt cx="15052508" cy="835708"/>
          </a:xfrm>
        </p:grpSpPr>
        <p:sp>
          <p:nvSpPr>
            <p:cNvPr id="479" name="Google Shape;479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0" name="Google Shape;480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Machine Learning</a:t>
              </a:r>
              <a:endParaRPr/>
            </a:p>
          </p:txBody>
        </p:sp>
      </p:grpSp>
      <p:grpSp>
        <p:nvGrpSpPr>
          <p:cNvPr id="481" name="Google Shape;481;p10"/>
          <p:cNvGrpSpPr/>
          <p:nvPr/>
        </p:nvGrpSpPr>
        <p:grpSpPr>
          <a:xfrm>
            <a:off x="5613591" y="8323227"/>
            <a:ext cx="11485721" cy="28575"/>
            <a:chOff x="19050" y="0"/>
            <a:chExt cx="15314295" cy="38100"/>
          </a:xfrm>
        </p:grpSpPr>
        <p:sp>
          <p:nvSpPr>
            <p:cNvPr id="482" name="Google Shape;482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484" name="Google Shape;484;p10"/>
          <p:cNvGrpSpPr/>
          <p:nvPr/>
        </p:nvGrpSpPr>
        <p:grpSpPr>
          <a:xfrm>
            <a:off x="5819423" y="8358377"/>
            <a:ext cx="11289381" cy="626781"/>
            <a:chOff x="0" y="0"/>
            <a:chExt cx="15052508" cy="835708"/>
          </a:xfrm>
        </p:grpSpPr>
        <p:sp>
          <p:nvSpPr>
            <p:cNvPr id="485" name="Google Shape;485;p10"/>
            <p:cNvSpPr/>
            <p:nvPr/>
          </p:nvSpPr>
          <p:spPr>
            <a:xfrm>
              <a:off x="0" y="0"/>
              <a:ext cx="15052508" cy="835708"/>
            </a:xfrm>
            <a:custGeom>
              <a:avLst/>
              <a:gdLst/>
              <a:ahLst/>
              <a:cxnLst/>
              <a:rect l="l" t="t" r="r" b="b"/>
              <a:pathLst>
                <a:path w="15052508" h="835708" extrusionOk="0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6" name="Google Shape;486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Parsing</a:t>
              </a:r>
              <a:endParaRPr/>
            </a:p>
          </p:txBody>
        </p:sp>
      </p:grpSp>
      <p:grpSp>
        <p:nvGrpSpPr>
          <p:cNvPr id="487" name="Google Shape;487;p10"/>
          <p:cNvGrpSpPr/>
          <p:nvPr/>
        </p:nvGrpSpPr>
        <p:grpSpPr>
          <a:xfrm>
            <a:off x="5613591" y="8961345"/>
            <a:ext cx="11485721" cy="28575"/>
            <a:chOff x="19050" y="0"/>
            <a:chExt cx="15314295" cy="38100"/>
          </a:xfrm>
        </p:grpSpPr>
        <p:sp>
          <p:nvSpPr>
            <p:cNvPr id="488" name="Google Shape;488;p10"/>
            <p:cNvSpPr/>
            <p:nvPr/>
          </p:nvSpPr>
          <p:spPr>
            <a:xfrm>
              <a:off x="19050" y="19050"/>
              <a:ext cx="15314295" cy="0"/>
            </a:xfrm>
            <a:custGeom>
              <a:avLst/>
              <a:gdLst/>
              <a:ahLst/>
              <a:cxnLst/>
              <a:rect l="l" t="t" r="r" b="b"/>
              <a:pathLst>
                <a:path w="15314295" h="120000" extrusionOk="0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19050" y="0"/>
              <a:ext cx="15314295" cy="38100"/>
            </a:xfrm>
            <a:custGeom>
              <a:avLst/>
              <a:gdLst/>
              <a:ahLst/>
              <a:cxnLst/>
              <a:rect l="l" t="t" r="r" b="b"/>
              <a:pathLst>
                <a:path w="15314295" h="38100" extrusionOk="0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11"/>
          <p:cNvGrpSpPr/>
          <p:nvPr/>
        </p:nvGrpSpPr>
        <p:grpSpPr>
          <a:xfrm>
            <a:off x="7670209" y="1730917"/>
            <a:ext cx="2655665" cy="1696784"/>
            <a:chOff x="0" y="0"/>
            <a:chExt cx="3540887" cy="2262378"/>
          </a:xfrm>
        </p:grpSpPr>
        <p:sp>
          <p:nvSpPr>
            <p:cNvPr id="495" name="Google Shape;495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11"/>
          <p:cNvGrpSpPr/>
          <p:nvPr/>
        </p:nvGrpSpPr>
        <p:grpSpPr>
          <a:xfrm>
            <a:off x="7962111" y="2008224"/>
            <a:ext cx="2655665" cy="1696783"/>
            <a:chOff x="0" y="0"/>
            <a:chExt cx="3540887" cy="2262378"/>
          </a:xfrm>
        </p:grpSpPr>
        <p:sp>
          <p:nvSpPr>
            <p:cNvPr id="498" name="Google Shape;498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11"/>
          <p:cNvGrpSpPr/>
          <p:nvPr/>
        </p:nvGrpSpPr>
        <p:grpSpPr>
          <a:xfrm>
            <a:off x="8010970" y="2057084"/>
            <a:ext cx="2557958" cy="1599066"/>
            <a:chOff x="0" y="0"/>
            <a:chExt cx="3410610" cy="2132088"/>
          </a:xfrm>
        </p:grpSpPr>
        <p:sp>
          <p:nvSpPr>
            <p:cNvPr id="501" name="Google Shape;501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02" name="Google Shape;502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Por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Complejidad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3" name="Google Shape;503;p11"/>
          <p:cNvGrpSpPr/>
          <p:nvPr/>
        </p:nvGrpSpPr>
        <p:grpSpPr>
          <a:xfrm>
            <a:off x="1248404" y="4163178"/>
            <a:ext cx="2655665" cy="1696784"/>
            <a:chOff x="0" y="0"/>
            <a:chExt cx="3540887" cy="2262378"/>
          </a:xfrm>
        </p:grpSpPr>
        <p:sp>
          <p:nvSpPr>
            <p:cNvPr id="504" name="Google Shape;504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" name="Google Shape;506;p11"/>
          <p:cNvGrpSpPr/>
          <p:nvPr/>
        </p:nvGrpSpPr>
        <p:grpSpPr>
          <a:xfrm>
            <a:off x="1540304" y="4440483"/>
            <a:ext cx="2655665" cy="1696784"/>
            <a:chOff x="0" y="0"/>
            <a:chExt cx="3540887" cy="2262378"/>
          </a:xfrm>
        </p:grpSpPr>
        <p:sp>
          <p:nvSpPr>
            <p:cNvPr id="507" name="Google Shape;507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" name="Google Shape;509;p11"/>
          <p:cNvGrpSpPr/>
          <p:nvPr/>
        </p:nvGrpSpPr>
        <p:grpSpPr>
          <a:xfrm>
            <a:off x="1589163" y="4489342"/>
            <a:ext cx="2557958" cy="1599066"/>
            <a:chOff x="0" y="0"/>
            <a:chExt cx="3410610" cy="2132088"/>
          </a:xfrm>
        </p:grpSpPr>
        <p:sp>
          <p:nvSpPr>
            <p:cNvPr id="510" name="Google Shape;510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11" name="Google Shape;511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 Constante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2" name="Google Shape;512;p11"/>
          <p:cNvGrpSpPr/>
          <p:nvPr/>
        </p:nvGrpSpPr>
        <p:grpSpPr>
          <a:xfrm>
            <a:off x="1248404" y="6595437"/>
            <a:ext cx="2655665" cy="1696783"/>
            <a:chOff x="0" y="0"/>
            <a:chExt cx="3540887" cy="2262378"/>
          </a:xfrm>
        </p:grpSpPr>
        <p:sp>
          <p:nvSpPr>
            <p:cNvPr id="513" name="Google Shape;513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11"/>
          <p:cNvGrpSpPr/>
          <p:nvPr/>
        </p:nvGrpSpPr>
        <p:grpSpPr>
          <a:xfrm>
            <a:off x="1540304" y="6872742"/>
            <a:ext cx="2655665" cy="1696784"/>
            <a:chOff x="0" y="0"/>
            <a:chExt cx="3540887" cy="2262378"/>
          </a:xfrm>
        </p:grpSpPr>
        <p:sp>
          <p:nvSpPr>
            <p:cNvPr id="516" name="Google Shape;516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11"/>
          <p:cNvGrpSpPr/>
          <p:nvPr/>
        </p:nvGrpSpPr>
        <p:grpSpPr>
          <a:xfrm>
            <a:off x="1589163" y="6921602"/>
            <a:ext cx="2557958" cy="1599066"/>
            <a:chOff x="0" y="0"/>
            <a:chExt cx="3410610" cy="2132088"/>
          </a:xfrm>
        </p:grpSpPr>
        <p:sp>
          <p:nvSpPr>
            <p:cNvPr id="519" name="Google Shape;519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20" name="Google Shape;520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ejecución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siempre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es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mismo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1" name="Google Shape;521;p11"/>
          <p:cNvGrpSpPr/>
          <p:nvPr/>
        </p:nvGrpSpPr>
        <p:grpSpPr>
          <a:xfrm>
            <a:off x="4459306" y="4163178"/>
            <a:ext cx="2655665" cy="1696784"/>
            <a:chOff x="0" y="0"/>
            <a:chExt cx="3540887" cy="2262378"/>
          </a:xfrm>
        </p:grpSpPr>
        <p:sp>
          <p:nvSpPr>
            <p:cNvPr id="522" name="Google Shape;522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11"/>
          <p:cNvGrpSpPr/>
          <p:nvPr/>
        </p:nvGrpSpPr>
        <p:grpSpPr>
          <a:xfrm>
            <a:off x="4751206" y="4440483"/>
            <a:ext cx="2655665" cy="1696784"/>
            <a:chOff x="0" y="0"/>
            <a:chExt cx="3540887" cy="2262378"/>
          </a:xfrm>
        </p:grpSpPr>
        <p:sp>
          <p:nvSpPr>
            <p:cNvPr id="525" name="Google Shape;525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1"/>
          <p:cNvGrpSpPr/>
          <p:nvPr/>
        </p:nvGrpSpPr>
        <p:grpSpPr>
          <a:xfrm>
            <a:off x="4800066" y="4489342"/>
            <a:ext cx="2557958" cy="1599066"/>
            <a:chOff x="0" y="0"/>
            <a:chExt cx="3410610" cy="2132088"/>
          </a:xfrm>
        </p:grpSpPr>
        <p:sp>
          <p:nvSpPr>
            <p:cNvPr id="528" name="Google Shape;528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29" name="Google Shape;529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 Lineal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0" name="Google Shape;530;p11"/>
          <p:cNvGrpSpPr/>
          <p:nvPr/>
        </p:nvGrpSpPr>
        <p:grpSpPr>
          <a:xfrm>
            <a:off x="4459306" y="6595437"/>
            <a:ext cx="2655665" cy="1696783"/>
            <a:chOff x="0" y="0"/>
            <a:chExt cx="3540887" cy="2262378"/>
          </a:xfrm>
        </p:grpSpPr>
        <p:sp>
          <p:nvSpPr>
            <p:cNvPr id="531" name="Google Shape;531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11"/>
          <p:cNvGrpSpPr/>
          <p:nvPr/>
        </p:nvGrpSpPr>
        <p:grpSpPr>
          <a:xfrm>
            <a:off x="4751206" y="6872742"/>
            <a:ext cx="2655665" cy="1696784"/>
            <a:chOff x="0" y="0"/>
            <a:chExt cx="3540887" cy="2262378"/>
          </a:xfrm>
        </p:grpSpPr>
        <p:sp>
          <p:nvSpPr>
            <p:cNvPr id="534" name="Google Shape;534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11"/>
          <p:cNvGrpSpPr/>
          <p:nvPr/>
        </p:nvGrpSpPr>
        <p:grpSpPr>
          <a:xfrm>
            <a:off x="4800066" y="6921602"/>
            <a:ext cx="2557958" cy="1599066"/>
            <a:chOff x="0" y="0"/>
            <a:chExt cx="3410610" cy="2132088"/>
          </a:xfrm>
        </p:grpSpPr>
        <p:sp>
          <p:nvSpPr>
            <p:cNvPr id="537" name="Google Shape;537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38" name="Google Shape;538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ejecución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es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proporcional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a la entrada del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9" name="Google Shape;539;p11"/>
          <p:cNvGrpSpPr/>
          <p:nvPr/>
        </p:nvGrpSpPr>
        <p:grpSpPr>
          <a:xfrm>
            <a:off x="7670209" y="4163178"/>
            <a:ext cx="2655665" cy="1696784"/>
            <a:chOff x="0" y="0"/>
            <a:chExt cx="3540887" cy="2262378"/>
          </a:xfrm>
        </p:grpSpPr>
        <p:sp>
          <p:nvSpPr>
            <p:cNvPr id="540" name="Google Shape;540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11"/>
          <p:cNvGrpSpPr/>
          <p:nvPr/>
        </p:nvGrpSpPr>
        <p:grpSpPr>
          <a:xfrm>
            <a:off x="7962111" y="4440483"/>
            <a:ext cx="2655665" cy="1696784"/>
            <a:chOff x="0" y="0"/>
            <a:chExt cx="3540887" cy="2262378"/>
          </a:xfrm>
        </p:grpSpPr>
        <p:sp>
          <p:nvSpPr>
            <p:cNvPr id="543" name="Google Shape;543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" name="Google Shape;545;p11"/>
          <p:cNvGrpSpPr/>
          <p:nvPr/>
        </p:nvGrpSpPr>
        <p:grpSpPr>
          <a:xfrm>
            <a:off x="8010970" y="4489342"/>
            <a:ext cx="2557958" cy="1599066"/>
            <a:chOff x="0" y="0"/>
            <a:chExt cx="3410610" cy="2132088"/>
          </a:xfrm>
        </p:grpSpPr>
        <p:sp>
          <p:nvSpPr>
            <p:cNvPr id="546" name="Google Shape;546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47" name="Google Shape;547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Logarítmico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8" name="Google Shape;548;p11"/>
          <p:cNvGrpSpPr/>
          <p:nvPr/>
        </p:nvGrpSpPr>
        <p:grpSpPr>
          <a:xfrm>
            <a:off x="7670209" y="6595437"/>
            <a:ext cx="2655665" cy="1696783"/>
            <a:chOff x="0" y="0"/>
            <a:chExt cx="3540887" cy="2262378"/>
          </a:xfrm>
        </p:grpSpPr>
        <p:sp>
          <p:nvSpPr>
            <p:cNvPr id="549" name="Google Shape;549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11"/>
          <p:cNvGrpSpPr/>
          <p:nvPr/>
        </p:nvGrpSpPr>
        <p:grpSpPr>
          <a:xfrm>
            <a:off x="7962111" y="6872742"/>
            <a:ext cx="2655665" cy="1696784"/>
            <a:chOff x="0" y="0"/>
            <a:chExt cx="3540887" cy="2262378"/>
          </a:xfrm>
        </p:grpSpPr>
        <p:sp>
          <p:nvSpPr>
            <p:cNvPr id="552" name="Google Shape;552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554;p11"/>
          <p:cNvGrpSpPr/>
          <p:nvPr/>
        </p:nvGrpSpPr>
        <p:grpSpPr>
          <a:xfrm>
            <a:off x="8010970" y="6921602"/>
            <a:ext cx="2557958" cy="1599066"/>
            <a:chOff x="0" y="0"/>
            <a:chExt cx="3410610" cy="2132088"/>
          </a:xfrm>
        </p:grpSpPr>
        <p:sp>
          <p:nvSpPr>
            <p:cNvPr id="555" name="Google Shape;555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56" name="Google Shape;556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es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logarítmico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a la entrada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57" name="Google Shape;557;p11"/>
          <p:cNvGrpSpPr/>
          <p:nvPr/>
        </p:nvGrpSpPr>
        <p:grpSpPr>
          <a:xfrm>
            <a:off x="10881114" y="4163178"/>
            <a:ext cx="2655666" cy="1696784"/>
            <a:chOff x="0" y="0"/>
            <a:chExt cx="3540887" cy="2262378"/>
          </a:xfrm>
        </p:grpSpPr>
        <p:sp>
          <p:nvSpPr>
            <p:cNvPr id="558" name="Google Shape;558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" name="Google Shape;560;p11"/>
          <p:cNvGrpSpPr/>
          <p:nvPr/>
        </p:nvGrpSpPr>
        <p:grpSpPr>
          <a:xfrm>
            <a:off x="11173014" y="4440483"/>
            <a:ext cx="2655666" cy="1696784"/>
            <a:chOff x="0" y="0"/>
            <a:chExt cx="3540887" cy="2262378"/>
          </a:xfrm>
        </p:grpSpPr>
        <p:sp>
          <p:nvSpPr>
            <p:cNvPr id="561" name="Google Shape;561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11"/>
          <p:cNvGrpSpPr/>
          <p:nvPr/>
        </p:nvGrpSpPr>
        <p:grpSpPr>
          <a:xfrm>
            <a:off x="11221874" y="4489342"/>
            <a:ext cx="2557957" cy="1599066"/>
            <a:chOff x="0" y="0"/>
            <a:chExt cx="3410610" cy="2132088"/>
          </a:xfrm>
        </p:grpSpPr>
        <p:sp>
          <p:nvSpPr>
            <p:cNvPr id="564" name="Google Shape;564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65" name="Google Shape;565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Polinomial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6" name="Google Shape;566;p11"/>
          <p:cNvGrpSpPr/>
          <p:nvPr/>
        </p:nvGrpSpPr>
        <p:grpSpPr>
          <a:xfrm>
            <a:off x="10881114" y="6595437"/>
            <a:ext cx="2655666" cy="1696783"/>
            <a:chOff x="0" y="0"/>
            <a:chExt cx="3540887" cy="2262378"/>
          </a:xfrm>
        </p:grpSpPr>
        <p:sp>
          <p:nvSpPr>
            <p:cNvPr id="567" name="Google Shape;567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9" name="Google Shape;569;p11"/>
          <p:cNvGrpSpPr/>
          <p:nvPr/>
        </p:nvGrpSpPr>
        <p:grpSpPr>
          <a:xfrm>
            <a:off x="11173014" y="6872742"/>
            <a:ext cx="2655666" cy="1696784"/>
            <a:chOff x="0" y="0"/>
            <a:chExt cx="3540887" cy="2262378"/>
          </a:xfrm>
        </p:grpSpPr>
        <p:sp>
          <p:nvSpPr>
            <p:cNvPr id="570" name="Google Shape;570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>
            <a:off x="11221874" y="6921602"/>
            <a:ext cx="2557957" cy="1599066"/>
            <a:chOff x="0" y="0"/>
            <a:chExt cx="3410610" cy="2132088"/>
          </a:xfrm>
        </p:grpSpPr>
        <p:sp>
          <p:nvSpPr>
            <p:cNvPr id="573" name="Google Shape;573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74" name="Google Shape;574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ejecución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es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una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potencia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tamaño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la entrada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5" name="Google Shape;575;p11"/>
          <p:cNvGrpSpPr/>
          <p:nvPr/>
        </p:nvGrpSpPr>
        <p:grpSpPr>
          <a:xfrm>
            <a:off x="14092017" y="4163178"/>
            <a:ext cx="2655666" cy="1696784"/>
            <a:chOff x="0" y="0"/>
            <a:chExt cx="3540887" cy="2262378"/>
          </a:xfrm>
        </p:grpSpPr>
        <p:sp>
          <p:nvSpPr>
            <p:cNvPr id="576" name="Google Shape;576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11"/>
          <p:cNvGrpSpPr/>
          <p:nvPr/>
        </p:nvGrpSpPr>
        <p:grpSpPr>
          <a:xfrm>
            <a:off x="14383917" y="4440483"/>
            <a:ext cx="2655665" cy="1696784"/>
            <a:chOff x="0" y="0"/>
            <a:chExt cx="3540887" cy="2262378"/>
          </a:xfrm>
        </p:grpSpPr>
        <p:sp>
          <p:nvSpPr>
            <p:cNvPr id="579" name="Google Shape;579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11"/>
          <p:cNvGrpSpPr/>
          <p:nvPr/>
        </p:nvGrpSpPr>
        <p:grpSpPr>
          <a:xfrm>
            <a:off x="14432776" y="4489342"/>
            <a:ext cx="2557958" cy="1599066"/>
            <a:chOff x="0" y="0"/>
            <a:chExt cx="3410610" cy="2132088"/>
          </a:xfrm>
        </p:grpSpPr>
        <p:sp>
          <p:nvSpPr>
            <p:cNvPr id="582" name="Google Shape;582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83" name="Google Shape;583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Exponencial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4" name="Google Shape;584;p11"/>
          <p:cNvGrpSpPr/>
          <p:nvPr/>
        </p:nvGrpSpPr>
        <p:grpSpPr>
          <a:xfrm>
            <a:off x="14092017" y="6595437"/>
            <a:ext cx="2655666" cy="1696783"/>
            <a:chOff x="0" y="0"/>
            <a:chExt cx="3540887" cy="2262378"/>
          </a:xfrm>
        </p:grpSpPr>
        <p:sp>
          <p:nvSpPr>
            <p:cNvPr id="585" name="Google Shape;585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" name="Google Shape;587;p11"/>
          <p:cNvGrpSpPr/>
          <p:nvPr/>
        </p:nvGrpSpPr>
        <p:grpSpPr>
          <a:xfrm>
            <a:off x="14383917" y="6872742"/>
            <a:ext cx="2655665" cy="1696784"/>
            <a:chOff x="0" y="0"/>
            <a:chExt cx="3540887" cy="2262378"/>
          </a:xfrm>
        </p:grpSpPr>
        <p:sp>
          <p:nvSpPr>
            <p:cNvPr id="588" name="Google Shape;588;p11"/>
            <p:cNvSpPr/>
            <p:nvPr/>
          </p:nvSpPr>
          <p:spPr>
            <a:xfrm>
              <a:off x="19050" y="19050"/>
              <a:ext cx="3502787" cy="2224278"/>
            </a:xfrm>
            <a:custGeom>
              <a:avLst/>
              <a:gdLst/>
              <a:ahLst/>
              <a:cxnLst/>
              <a:rect l="l" t="t" r="r" b="b"/>
              <a:pathLst>
                <a:path w="3502787" h="2224278" extrusionOk="0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0" y="0"/>
              <a:ext cx="3540887" cy="2262378"/>
            </a:xfrm>
            <a:custGeom>
              <a:avLst/>
              <a:gdLst/>
              <a:ahLst/>
              <a:cxnLst/>
              <a:rect l="l" t="t" r="r" b="b"/>
              <a:pathLst>
                <a:path w="3540887" h="2262378" extrusionOk="0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11"/>
          <p:cNvGrpSpPr/>
          <p:nvPr/>
        </p:nvGrpSpPr>
        <p:grpSpPr>
          <a:xfrm>
            <a:off x="14432776" y="6921602"/>
            <a:ext cx="2557958" cy="1599066"/>
            <a:chOff x="0" y="0"/>
            <a:chExt cx="3410610" cy="2132088"/>
          </a:xfrm>
        </p:grpSpPr>
        <p:sp>
          <p:nvSpPr>
            <p:cNvPr id="591" name="Google Shape;591;p11"/>
            <p:cNvSpPr/>
            <p:nvPr/>
          </p:nvSpPr>
          <p:spPr>
            <a:xfrm>
              <a:off x="0" y="0"/>
              <a:ext cx="3410610" cy="2132088"/>
            </a:xfrm>
            <a:custGeom>
              <a:avLst/>
              <a:gdLst/>
              <a:ahLst/>
              <a:cxnLst/>
              <a:rect l="l" t="t" r="r" b="b"/>
              <a:pathLst>
                <a:path w="3410610" h="2132088" extrusionOk="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92" name="Google Shape;592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tiempo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es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una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función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10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exponencial</a:t>
              </a:r>
              <a:r>
                <a:rPr lang="en-US" sz="210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 la entrada</a:t>
              </a:r>
              <a:endParaRPr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12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598" name="Google Shape;598;p12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99" name="Google Shape;599;p12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Diseño de Algoritmos</a:t>
              </a:r>
              <a:endParaRPr/>
            </a:p>
          </p:txBody>
        </p:sp>
      </p:grpSp>
      <p:grpSp>
        <p:nvGrpSpPr>
          <p:cNvPr id="600" name="Google Shape;600;p12"/>
          <p:cNvGrpSpPr/>
          <p:nvPr/>
        </p:nvGrpSpPr>
        <p:grpSpPr>
          <a:xfrm>
            <a:off x="1357312" y="3272286"/>
            <a:ext cx="15559088" cy="555117"/>
            <a:chOff x="0" y="0"/>
            <a:chExt cx="20745450" cy="740156"/>
          </a:xfrm>
        </p:grpSpPr>
        <p:sp>
          <p:nvSpPr>
            <p:cNvPr id="601" name="Google Shape;601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12"/>
          <p:cNvGrpSpPr/>
          <p:nvPr/>
        </p:nvGrpSpPr>
        <p:grpSpPr>
          <a:xfrm>
            <a:off x="1383014" y="3297987"/>
            <a:ext cx="15507687" cy="503673"/>
            <a:chOff x="0" y="0"/>
            <a:chExt cx="20676915" cy="671564"/>
          </a:xfrm>
        </p:grpSpPr>
        <p:sp>
          <p:nvSpPr>
            <p:cNvPr id="604" name="Google Shape;604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05" name="Google Shape;605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Definir el Problema</a:t>
              </a:r>
              <a:endParaRPr/>
            </a:p>
          </p:txBody>
        </p:sp>
      </p:grpSp>
      <p:grpSp>
        <p:nvGrpSpPr>
          <p:cNvPr id="606" name="Google Shape;606;p12"/>
          <p:cNvGrpSpPr/>
          <p:nvPr/>
        </p:nvGrpSpPr>
        <p:grpSpPr>
          <a:xfrm>
            <a:off x="1357312" y="3863586"/>
            <a:ext cx="15559088" cy="555117"/>
            <a:chOff x="0" y="0"/>
            <a:chExt cx="20745450" cy="740156"/>
          </a:xfrm>
        </p:grpSpPr>
        <p:sp>
          <p:nvSpPr>
            <p:cNvPr id="607" name="Google Shape;607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9AC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2"/>
          <p:cNvGrpSpPr/>
          <p:nvPr/>
        </p:nvGrpSpPr>
        <p:grpSpPr>
          <a:xfrm>
            <a:off x="1383014" y="3889287"/>
            <a:ext cx="15507687" cy="503673"/>
            <a:chOff x="0" y="0"/>
            <a:chExt cx="20676915" cy="671564"/>
          </a:xfrm>
        </p:grpSpPr>
        <p:sp>
          <p:nvSpPr>
            <p:cNvPr id="610" name="Google Shape;610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11" name="Google Shape;611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Desarrollo de un Modelo</a:t>
              </a:r>
              <a:endParaRPr/>
            </a:p>
          </p:txBody>
        </p:sp>
      </p:grpSp>
      <p:grpSp>
        <p:nvGrpSpPr>
          <p:cNvPr id="612" name="Google Shape;612;p12"/>
          <p:cNvGrpSpPr/>
          <p:nvPr/>
        </p:nvGrpSpPr>
        <p:grpSpPr>
          <a:xfrm>
            <a:off x="1357312" y="4454886"/>
            <a:ext cx="15559088" cy="555117"/>
            <a:chOff x="0" y="0"/>
            <a:chExt cx="20745450" cy="740156"/>
          </a:xfrm>
        </p:grpSpPr>
        <p:sp>
          <p:nvSpPr>
            <p:cNvPr id="613" name="Google Shape;613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8A60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12"/>
          <p:cNvGrpSpPr/>
          <p:nvPr/>
        </p:nvGrpSpPr>
        <p:grpSpPr>
          <a:xfrm>
            <a:off x="1383014" y="4480587"/>
            <a:ext cx="15507687" cy="503673"/>
            <a:chOff x="0" y="0"/>
            <a:chExt cx="20676915" cy="671564"/>
          </a:xfrm>
        </p:grpSpPr>
        <p:sp>
          <p:nvSpPr>
            <p:cNvPr id="616" name="Google Shape;616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17" name="Google Shape;617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Especificación del Algoritmo</a:t>
              </a:r>
              <a:endParaRPr/>
            </a:p>
          </p:txBody>
        </p:sp>
      </p:grpSp>
      <p:grpSp>
        <p:nvGrpSpPr>
          <p:cNvPr id="618" name="Google Shape;618;p12"/>
          <p:cNvGrpSpPr/>
          <p:nvPr/>
        </p:nvGrpSpPr>
        <p:grpSpPr>
          <a:xfrm>
            <a:off x="1357312" y="5046186"/>
            <a:ext cx="15559088" cy="555117"/>
            <a:chOff x="0" y="0"/>
            <a:chExt cx="20745450" cy="740156"/>
          </a:xfrm>
        </p:grpSpPr>
        <p:sp>
          <p:nvSpPr>
            <p:cNvPr id="619" name="Google Shape;619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A4C8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" name="Google Shape;621;p12"/>
          <p:cNvGrpSpPr/>
          <p:nvPr/>
        </p:nvGrpSpPr>
        <p:grpSpPr>
          <a:xfrm>
            <a:off x="1383014" y="5071887"/>
            <a:ext cx="15507687" cy="503673"/>
            <a:chOff x="0" y="0"/>
            <a:chExt cx="20676915" cy="671564"/>
          </a:xfrm>
        </p:grpSpPr>
        <p:sp>
          <p:nvSpPr>
            <p:cNvPr id="622" name="Google Shape;622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23" name="Google Shape;623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Designación del Algoritmo</a:t>
              </a:r>
              <a:endParaRPr/>
            </a:p>
          </p:txBody>
        </p:sp>
      </p:grpSp>
      <p:grpSp>
        <p:nvGrpSpPr>
          <p:cNvPr id="624" name="Google Shape;624;p12"/>
          <p:cNvGrpSpPr/>
          <p:nvPr/>
        </p:nvGrpSpPr>
        <p:grpSpPr>
          <a:xfrm>
            <a:off x="1357312" y="5637487"/>
            <a:ext cx="15559088" cy="555117"/>
            <a:chOff x="0" y="0"/>
            <a:chExt cx="20745450" cy="740156"/>
          </a:xfrm>
        </p:grpSpPr>
        <p:sp>
          <p:nvSpPr>
            <p:cNvPr id="625" name="Google Shape;625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795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" name="Google Shape;627;p12"/>
          <p:cNvGrpSpPr/>
          <p:nvPr/>
        </p:nvGrpSpPr>
        <p:grpSpPr>
          <a:xfrm>
            <a:off x="1383014" y="5663188"/>
            <a:ext cx="15507687" cy="503673"/>
            <a:chOff x="0" y="0"/>
            <a:chExt cx="20676915" cy="671564"/>
          </a:xfrm>
        </p:grpSpPr>
        <p:sp>
          <p:nvSpPr>
            <p:cNvPr id="628" name="Google Shape;628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29" name="Google Shape;629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Pruebas y Correcciones del Algoritmo</a:t>
              </a:r>
              <a:endParaRPr/>
            </a:p>
          </p:txBody>
        </p:sp>
      </p:grpSp>
      <p:grpSp>
        <p:nvGrpSpPr>
          <p:cNvPr id="630" name="Google Shape;630;p12"/>
          <p:cNvGrpSpPr/>
          <p:nvPr/>
        </p:nvGrpSpPr>
        <p:grpSpPr>
          <a:xfrm>
            <a:off x="1357312" y="6228788"/>
            <a:ext cx="15559088" cy="555117"/>
            <a:chOff x="0" y="0"/>
            <a:chExt cx="20745450" cy="740156"/>
          </a:xfrm>
        </p:grpSpPr>
        <p:sp>
          <p:nvSpPr>
            <p:cNvPr id="631" name="Google Shape;631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AFC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12"/>
          <p:cNvGrpSpPr/>
          <p:nvPr/>
        </p:nvGrpSpPr>
        <p:grpSpPr>
          <a:xfrm>
            <a:off x="1383014" y="6254489"/>
            <a:ext cx="15507687" cy="503673"/>
            <a:chOff x="0" y="0"/>
            <a:chExt cx="20676915" cy="671564"/>
          </a:xfrm>
        </p:grpSpPr>
        <p:sp>
          <p:nvSpPr>
            <p:cNvPr id="634" name="Google Shape;634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35" name="Google Shape;635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Análisis del Algoritmo</a:t>
              </a:r>
              <a:endParaRPr/>
            </a:p>
          </p:txBody>
        </p:sp>
      </p:grpSp>
      <p:grpSp>
        <p:nvGrpSpPr>
          <p:cNvPr id="636" name="Google Shape;636;p12"/>
          <p:cNvGrpSpPr/>
          <p:nvPr/>
        </p:nvGrpSpPr>
        <p:grpSpPr>
          <a:xfrm>
            <a:off x="1357312" y="6820086"/>
            <a:ext cx="15559088" cy="555117"/>
            <a:chOff x="0" y="0"/>
            <a:chExt cx="20745450" cy="740156"/>
          </a:xfrm>
        </p:grpSpPr>
        <p:sp>
          <p:nvSpPr>
            <p:cNvPr id="637" name="Google Shape;637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6655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2"/>
          <p:cNvGrpSpPr/>
          <p:nvPr/>
        </p:nvGrpSpPr>
        <p:grpSpPr>
          <a:xfrm>
            <a:off x="1383014" y="6845787"/>
            <a:ext cx="15507687" cy="503673"/>
            <a:chOff x="0" y="0"/>
            <a:chExt cx="20676915" cy="671564"/>
          </a:xfrm>
        </p:grpSpPr>
        <p:sp>
          <p:nvSpPr>
            <p:cNvPr id="640" name="Google Shape;640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41" name="Google Shape;641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Implementación del Algoritmo</a:t>
              </a:r>
              <a:endParaRPr/>
            </a:p>
          </p:txBody>
        </p:sp>
      </p:grpSp>
      <p:grpSp>
        <p:nvGrpSpPr>
          <p:cNvPr id="642" name="Google Shape;642;p12"/>
          <p:cNvGrpSpPr/>
          <p:nvPr/>
        </p:nvGrpSpPr>
        <p:grpSpPr>
          <a:xfrm>
            <a:off x="1357312" y="7411388"/>
            <a:ext cx="15559088" cy="555117"/>
            <a:chOff x="0" y="0"/>
            <a:chExt cx="20745450" cy="740156"/>
          </a:xfrm>
        </p:grpSpPr>
        <p:sp>
          <p:nvSpPr>
            <p:cNvPr id="643" name="Google Shape;643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BBC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645;p12"/>
          <p:cNvGrpSpPr/>
          <p:nvPr/>
        </p:nvGrpSpPr>
        <p:grpSpPr>
          <a:xfrm>
            <a:off x="1383014" y="7437088"/>
            <a:ext cx="15507687" cy="503673"/>
            <a:chOff x="0" y="0"/>
            <a:chExt cx="20676915" cy="671564"/>
          </a:xfrm>
        </p:grpSpPr>
        <p:sp>
          <p:nvSpPr>
            <p:cNvPr id="646" name="Google Shape;646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47" name="Google Shape;647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Pruebas en Programa</a:t>
              </a:r>
              <a:endParaRPr/>
            </a:p>
          </p:txBody>
        </p:sp>
      </p:grpSp>
      <p:grpSp>
        <p:nvGrpSpPr>
          <p:cNvPr id="648" name="Google Shape;648;p12"/>
          <p:cNvGrpSpPr/>
          <p:nvPr/>
        </p:nvGrpSpPr>
        <p:grpSpPr>
          <a:xfrm>
            <a:off x="1357312" y="8002688"/>
            <a:ext cx="15559088" cy="555117"/>
            <a:chOff x="0" y="0"/>
            <a:chExt cx="20745450" cy="740156"/>
          </a:xfrm>
        </p:grpSpPr>
        <p:sp>
          <p:nvSpPr>
            <p:cNvPr id="649" name="Google Shape;649;p12"/>
            <p:cNvSpPr/>
            <p:nvPr/>
          </p:nvSpPr>
          <p:spPr>
            <a:xfrm>
              <a:off x="19050" y="19050"/>
              <a:ext cx="20707350" cy="701929"/>
            </a:xfrm>
            <a:custGeom>
              <a:avLst/>
              <a:gdLst/>
              <a:ahLst/>
              <a:cxnLst/>
              <a:rect l="l" t="t" r="r" b="b"/>
              <a:pathLst>
                <a:path w="20707350" h="701929" extrusionOk="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534F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0" y="0"/>
              <a:ext cx="20745450" cy="740156"/>
            </a:xfrm>
            <a:custGeom>
              <a:avLst/>
              <a:gdLst/>
              <a:ahLst/>
              <a:cxnLst/>
              <a:rect l="l" t="t" r="r" b="b"/>
              <a:pathLst>
                <a:path w="20745450" h="740156" extrusionOk="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12"/>
          <p:cNvGrpSpPr/>
          <p:nvPr/>
        </p:nvGrpSpPr>
        <p:grpSpPr>
          <a:xfrm>
            <a:off x="1383014" y="8028388"/>
            <a:ext cx="15507687" cy="503673"/>
            <a:chOff x="0" y="0"/>
            <a:chExt cx="20676915" cy="671564"/>
          </a:xfrm>
        </p:grpSpPr>
        <p:sp>
          <p:nvSpPr>
            <p:cNvPr id="652" name="Google Shape;652;p12"/>
            <p:cNvSpPr/>
            <p:nvPr/>
          </p:nvSpPr>
          <p:spPr>
            <a:xfrm>
              <a:off x="0" y="0"/>
              <a:ext cx="20676915" cy="671564"/>
            </a:xfrm>
            <a:custGeom>
              <a:avLst/>
              <a:gdLst/>
              <a:ahLst/>
              <a:cxnLst/>
              <a:rect l="l" t="t" r="r" b="b"/>
              <a:pathLst>
                <a:path w="20676915" h="671564" extrusionOk="0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53" name="Google Shape;653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Documentación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13"/>
          <p:cNvGrpSpPr/>
          <p:nvPr/>
        </p:nvGrpSpPr>
        <p:grpSpPr>
          <a:xfrm>
            <a:off x="497394" y="872004"/>
            <a:ext cx="6875272" cy="8543084"/>
            <a:chOff x="0" y="0"/>
            <a:chExt cx="9167030" cy="11390778"/>
          </a:xfrm>
        </p:grpSpPr>
        <p:sp>
          <p:nvSpPr>
            <p:cNvPr id="659" name="Google Shape;659;p13"/>
            <p:cNvSpPr/>
            <p:nvPr/>
          </p:nvSpPr>
          <p:spPr>
            <a:xfrm>
              <a:off x="0" y="0"/>
              <a:ext cx="9167030" cy="11390778"/>
            </a:xfrm>
            <a:custGeom>
              <a:avLst/>
              <a:gdLst/>
              <a:ahLst/>
              <a:cxnLst/>
              <a:rect l="l" t="t" r="r" b="b"/>
              <a:pathLst>
                <a:path w="9167030" h="11390778" extrusionOk="0">
                  <a:moveTo>
                    <a:pt x="0" y="0"/>
                  </a:moveTo>
                  <a:lnTo>
                    <a:pt x="9167030" y="0"/>
                  </a:lnTo>
                  <a:lnTo>
                    <a:pt x="9167030" y="11390778"/>
                  </a:lnTo>
                  <a:lnTo>
                    <a:pt x="0" y="11390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60" name="Google Shape;660;p13"/>
            <p:cNvSpPr txBox="1"/>
            <p:nvPr/>
          </p:nvSpPr>
          <p:spPr>
            <a:xfrm>
              <a:off x="0" y="95250"/>
              <a:ext cx="9167030" cy="112955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Diagramas de Flujo</a:t>
              </a:r>
              <a:endParaRPr/>
            </a:p>
          </p:txBody>
        </p:sp>
      </p:grpSp>
      <p:grpSp>
        <p:nvGrpSpPr>
          <p:cNvPr id="661" name="Google Shape;661;p13"/>
          <p:cNvGrpSpPr/>
          <p:nvPr/>
        </p:nvGrpSpPr>
        <p:grpSpPr>
          <a:xfrm>
            <a:off x="10561924" y="1169322"/>
            <a:ext cx="4000120" cy="3998405"/>
            <a:chOff x="-1651" y="0"/>
            <a:chExt cx="5333492" cy="5331206"/>
          </a:xfrm>
        </p:grpSpPr>
        <p:sp>
          <p:nvSpPr>
            <p:cNvPr id="662" name="Google Shape;662;p13"/>
            <p:cNvSpPr/>
            <p:nvPr/>
          </p:nvSpPr>
          <p:spPr>
            <a:xfrm>
              <a:off x="19050" y="19050"/>
              <a:ext cx="5292090" cy="5292090"/>
            </a:xfrm>
            <a:custGeom>
              <a:avLst/>
              <a:gdLst/>
              <a:ahLst/>
              <a:cxnLst/>
              <a:rect l="l" t="t" r="r" b="b"/>
              <a:pathLst>
                <a:path w="5292090" h="5292090" extrusionOk="0">
                  <a:moveTo>
                    <a:pt x="0" y="3439795"/>
                  </a:moveTo>
                  <a:lnTo>
                    <a:pt x="1322959" y="3439795"/>
                  </a:lnTo>
                  <a:lnTo>
                    <a:pt x="1322959" y="0"/>
                  </a:lnTo>
                  <a:lnTo>
                    <a:pt x="3969004" y="0"/>
                  </a:lnTo>
                  <a:lnTo>
                    <a:pt x="3969004" y="3439795"/>
                  </a:lnTo>
                  <a:lnTo>
                    <a:pt x="5292090" y="3439795"/>
                  </a:lnTo>
                  <a:lnTo>
                    <a:pt x="2646045" y="529209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-1651" y="0"/>
              <a:ext cx="5333492" cy="5331206"/>
            </a:xfrm>
            <a:custGeom>
              <a:avLst/>
              <a:gdLst/>
              <a:ahLst/>
              <a:cxnLst/>
              <a:rect l="l" t="t" r="r" b="b"/>
              <a:pathLst>
                <a:path w="5333492" h="5331206" extrusionOk="0">
                  <a:moveTo>
                    <a:pt x="20701" y="3439795"/>
                  </a:moveTo>
                  <a:lnTo>
                    <a:pt x="1343660" y="3439795"/>
                  </a:lnTo>
                  <a:lnTo>
                    <a:pt x="1343660" y="3458845"/>
                  </a:lnTo>
                  <a:lnTo>
                    <a:pt x="1324610" y="3458845"/>
                  </a:lnTo>
                  <a:lnTo>
                    <a:pt x="1324610" y="19050"/>
                  </a:lnTo>
                  <a:cubicBezTo>
                    <a:pt x="1324610" y="8509"/>
                    <a:pt x="1333119" y="0"/>
                    <a:pt x="1343660" y="0"/>
                  </a:cubicBezTo>
                  <a:lnTo>
                    <a:pt x="3989705" y="0"/>
                  </a:lnTo>
                  <a:cubicBezTo>
                    <a:pt x="4000246" y="0"/>
                    <a:pt x="4008755" y="8509"/>
                    <a:pt x="4008755" y="19050"/>
                  </a:cubicBezTo>
                  <a:lnTo>
                    <a:pt x="4008755" y="3458845"/>
                  </a:lnTo>
                  <a:lnTo>
                    <a:pt x="3989705" y="3458845"/>
                  </a:lnTo>
                  <a:lnTo>
                    <a:pt x="3989705" y="3439795"/>
                  </a:lnTo>
                  <a:lnTo>
                    <a:pt x="5312791" y="3439795"/>
                  </a:lnTo>
                  <a:cubicBezTo>
                    <a:pt x="5321046" y="3439795"/>
                    <a:pt x="5328412" y="3445129"/>
                    <a:pt x="5330952" y="3453130"/>
                  </a:cubicBezTo>
                  <a:cubicBezTo>
                    <a:pt x="5333492" y="3461131"/>
                    <a:pt x="5330571" y="3469640"/>
                    <a:pt x="5323713" y="3474466"/>
                  </a:cubicBezTo>
                  <a:lnTo>
                    <a:pt x="2677668" y="5326634"/>
                  </a:lnTo>
                  <a:cubicBezTo>
                    <a:pt x="2671064" y="5331206"/>
                    <a:pt x="2662428" y="5331206"/>
                    <a:pt x="2655824" y="5326634"/>
                  </a:cubicBezTo>
                  <a:lnTo>
                    <a:pt x="9779" y="3474466"/>
                  </a:lnTo>
                  <a:cubicBezTo>
                    <a:pt x="2921" y="3469640"/>
                    <a:pt x="0" y="3461004"/>
                    <a:pt x="2540" y="3453130"/>
                  </a:cubicBezTo>
                  <a:cubicBezTo>
                    <a:pt x="5080" y="3445256"/>
                    <a:pt x="12446" y="3439795"/>
                    <a:pt x="20701" y="3439795"/>
                  </a:cubicBezTo>
                  <a:moveTo>
                    <a:pt x="20701" y="3477895"/>
                  </a:moveTo>
                  <a:lnTo>
                    <a:pt x="20701" y="3458845"/>
                  </a:lnTo>
                  <a:lnTo>
                    <a:pt x="31623" y="3443224"/>
                  </a:lnTo>
                  <a:lnTo>
                    <a:pt x="2677668" y="5295519"/>
                  </a:lnTo>
                  <a:lnTo>
                    <a:pt x="2666746" y="5311140"/>
                  </a:lnTo>
                  <a:lnTo>
                    <a:pt x="2655824" y="5295519"/>
                  </a:lnTo>
                  <a:lnTo>
                    <a:pt x="5301869" y="3443224"/>
                  </a:lnTo>
                  <a:lnTo>
                    <a:pt x="5312791" y="3458845"/>
                  </a:lnTo>
                  <a:lnTo>
                    <a:pt x="5312791" y="3477895"/>
                  </a:lnTo>
                  <a:lnTo>
                    <a:pt x="3989705" y="3477895"/>
                  </a:lnTo>
                  <a:cubicBezTo>
                    <a:pt x="3979164" y="3477895"/>
                    <a:pt x="3970655" y="3469386"/>
                    <a:pt x="3970655" y="3458845"/>
                  </a:cubicBezTo>
                  <a:lnTo>
                    <a:pt x="3970655" y="19050"/>
                  </a:lnTo>
                  <a:lnTo>
                    <a:pt x="3989705" y="19050"/>
                  </a:lnTo>
                  <a:lnTo>
                    <a:pt x="3989705" y="38100"/>
                  </a:lnTo>
                  <a:lnTo>
                    <a:pt x="1343660" y="38100"/>
                  </a:lnTo>
                  <a:lnTo>
                    <a:pt x="1343660" y="19050"/>
                  </a:lnTo>
                  <a:lnTo>
                    <a:pt x="1362710" y="19050"/>
                  </a:lnTo>
                  <a:lnTo>
                    <a:pt x="1362710" y="3458845"/>
                  </a:lnTo>
                  <a:cubicBezTo>
                    <a:pt x="1362710" y="3469386"/>
                    <a:pt x="1354201" y="3477895"/>
                    <a:pt x="1343660" y="3477895"/>
                  </a:cubicBezTo>
                  <a:lnTo>
                    <a:pt x="20701" y="34778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13"/>
          <p:cNvGrpSpPr/>
          <p:nvPr/>
        </p:nvGrpSpPr>
        <p:grpSpPr>
          <a:xfrm>
            <a:off x="11555420" y="1169322"/>
            <a:ext cx="2013088" cy="3303024"/>
            <a:chOff x="0" y="0"/>
            <a:chExt cx="2684118" cy="4404032"/>
          </a:xfrm>
        </p:grpSpPr>
        <p:sp>
          <p:nvSpPr>
            <p:cNvPr id="665" name="Google Shape;665;p13"/>
            <p:cNvSpPr/>
            <p:nvPr/>
          </p:nvSpPr>
          <p:spPr>
            <a:xfrm>
              <a:off x="0" y="0"/>
              <a:ext cx="2684118" cy="4404032"/>
            </a:xfrm>
            <a:custGeom>
              <a:avLst/>
              <a:gdLst/>
              <a:ahLst/>
              <a:cxnLst/>
              <a:rect l="l" t="t" r="r" b="b"/>
              <a:pathLst>
                <a:path w="2684118" h="4404032" extrusionOk="0">
                  <a:moveTo>
                    <a:pt x="0" y="0"/>
                  </a:moveTo>
                  <a:lnTo>
                    <a:pt x="2684118" y="0"/>
                  </a:lnTo>
                  <a:lnTo>
                    <a:pt x="2684118" y="4404032"/>
                  </a:lnTo>
                  <a:lnTo>
                    <a:pt x="0" y="4404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66" name="Google Shape;666;p13"/>
            <p:cNvSpPr txBox="1"/>
            <p:nvPr/>
          </p:nvSpPr>
          <p:spPr>
            <a:xfrm>
              <a:off x="0" y="0"/>
              <a:ext cx="2684118" cy="4404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son?</a:t>
              </a:r>
              <a:endParaRPr/>
            </a:p>
          </p:txBody>
        </p:sp>
      </p:grpSp>
      <p:grpSp>
        <p:nvGrpSpPr>
          <p:cNvPr id="667" name="Google Shape;667;p13"/>
          <p:cNvGrpSpPr/>
          <p:nvPr/>
        </p:nvGrpSpPr>
        <p:grpSpPr>
          <a:xfrm rot="7200000">
            <a:off x="12856158" y="5143122"/>
            <a:ext cx="4000118" cy="3998405"/>
            <a:chOff x="-1651" y="0"/>
            <a:chExt cx="5333492" cy="5331206"/>
          </a:xfrm>
        </p:grpSpPr>
        <p:sp>
          <p:nvSpPr>
            <p:cNvPr id="668" name="Google Shape;668;p13"/>
            <p:cNvSpPr/>
            <p:nvPr/>
          </p:nvSpPr>
          <p:spPr>
            <a:xfrm>
              <a:off x="19050" y="19050"/>
              <a:ext cx="5292090" cy="5292090"/>
            </a:xfrm>
            <a:custGeom>
              <a:avLst/>
              <a:gdLst/>
              <a:ahLst/>
              <a:cxnLst/>
              <a:rect l="l" t="t" r="r" b="b"/>
              <a:pathLst>
                <a:path w="5292090" h="5292090" extrusionOk="0">
                  <a:moveTo>
                    <a:pt x="0" y="3439795"/>
                  </a:moveTo>
                  <a:lnTo>
                    <a:pt x="1322959" y="3439795"/>
                  </a:lnTo>
                  <a:lnTo>
                    <a:pt x="1322959" y="0"/>
                  </a:lnTo>
                  <a:lnTo>
                    <a:pt x="3969004" y="0"/>
                  </a:lnTo>
                  <a:lnTo>
                    <a:pt x="3969004" y="3439795"/>
                  </a:lnTo>
                  <a:lnTo>
                    <a:pt x="5292090" y="3439795"/>
                  </a:lnTo>
                  <a:lnTo>
                    <a:pt x="2646045" y="5292090"/>
                  </a:ln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-1651" y="0"/>
              <a:ext cx="5333492" cy="5331206"/>
            </a:xfrm>
            <a:custGeom>
              <a:avLst/>
              <a:gdLst/>
              <a:ahLst/>
              <a:cxnLst/>
              <a:rect l="l" t="t" r="r" b="b"/>
              <a:pathLst>
                <a:path w="5333492" h="5331206" extrusionOk="0">
                  <a:moveTo>
                    <a:pt x="20701" y="3439795"/>
                  </a:moveTo>
                  <a:lnTo>
                    <a:pt x="1343660" y="3439795"/>
                  </a:lnTo>
                  <a:lnTo>
                    <a:pt x="1343660" y="3458845"/>
                  </a:lnTo>
                  <a:lnTo>
                    <a:pt x="1324610" y="3458845"/>
                  </a:lnTo>
                  <a:lnTo>
                    <a:pt x="1324610" y="19050"/>
                  </a:lnTo>
                  <a:cubicBezTo>
                    <a:pt x="1324610" y="8509"/>
                    <a:pt x="1333119" y="0"/>
                    <a:pt x="1343660" y="0"/>
                  </a:cubicBezTo>
                  <a:lnTo>
                    <a:pt x="3989705" y="0"/>
                  </a:lnTo>
                  <a:cubicBezTo>
                    <a:pt x="4000246" y="0"/>
                    <a:pt x="4008755" y="8509"/>
                    <a:pt x="4008755" y="19050"/>
                  </a:cubicBezTo>
                  <a:lnTo>
                    <a:pt x="4008755" y="3458845"/>
                  </a:lnTo>
                  <a:lnTo>
                    <a:pt x="3989705" y="3458845"/>
                  </a:lnTo>
                  <a:lnTo>
                    <a:pt x="3989705" y="3439795"/>
                  </a:lnTo>
                  <a:lnTo>
                    <a:pt x="5312791" y="3439795"/>
                  </a:lnTo>
                  <a:cubicBezTo>
                    <a:pt x="5321046" y="3439795"/>
                    <a:pt x="5328412" y="3445129"/>
                    <a:pt x="5330952" y="3453130"/>
                  </a:cubicBezTo>
                  <a:cubicBezTo>
                    <a:pt x="5333492" y="3461131"/>
                    <a:pt x="5330571" y="3469640"/>
                    <a:pt x="5323713" y="3474466"/>
                  </a:cubicBezTo>
                  <a:lnTo>
                    <a:pt x="2677668" y="5326634"/>
                  </a:lnTo>
                  <a:cubicBezTo>
                    <a:pt x="2671064" y="5331206"/>
                    <a:pt x="2662428" y="5331206"/>
                    <a:pt x="2655824" y="5326634"/>
                  </a:cubicBezTo>
                  <a:lnTo>
                    <a:pt x="9779" y="3474466"/>
                  </a:lnTo>
                  <a:cubicBezTo>
                    <a:pt x="2921" y="3469640"/>
                    <a:pt x="0" y="3461004"/>
                    <a:pt x="2540" y="3453130"/>
                  </a:cubicBezTo>
                  <a:cubicBezTo>
                    <a:pt x="5080" y="3445256"/>
                    <a:pt x="12446" y="3439795"/>
                    <a:pt x="20701" y="3439795"/>
                  </a:cubicBezTo>
                  <a:moveTo>
                    <a:pt x="20701" y="3477895"/>
                  </a:moveTo>
                  <a:lnTo>
                    <a:pt x="20701" y="3458845"/>
                  </a:lnTo>
                  <a:lnTo>
                    <a:pt x="31623" y="3443224"/>
                  </a:lnTo>
                  <a:lnTo>
                    <a:pt x="2677668" y="5295519"/>
                  </a:lnTo>
                  <a:lnTo>
                    <a:pt x="2666746" y="5311140"/>
                  </a:lnTo>
                  <a:lnTo>
                    <a:pt x="2655824" y="5295519"/>
                  </a:lnTo>
                  <a:lnTo>
                    <a:pt x="5301869" y="3443224"/>
                  </a:lnTo>
                  <a:lnTo>
                    <a:pt x="5312791" y="3458845"/>
                  </a:lnTo>
                  <a:lnTo>
                    <a:pt x="5312791" y="3477895"/>
                  </a:lnTo>
                  <a:lnTo>
                    <a:pt x="3989705" y="3477895"/>
                  </a:lnTo>
                  <a:cubicBezTo>
                    <a:pt x="3979164" y="3477895"/>
                    <a:pt x="3970655" y="3469386"/>
                    <a:pt x="3970655" y="3458845"/>
                  </a:cubicBezTo>
                  <a:lnTo>
                    <a:pt x="3970655" y="19050"/>
                  </a:lnTo>
                  <a:lnTo>
                    <a:pt x="3989705" y="19050"/>
                  </a:lnTo>
                  <a:lnTo>
                    <a:pt x="3989705" y="38100"/>
                  </a:lnTo>
                  <a:lnTo>
                    <a:pt x="1343660" y="38100"/>
                  </a:lnTo>
                  <a:lnTo>
                    <a:pt x="1343660" y="19050"/>
                  </a:lnTo>
                  <a:lnTo>
                    <a:pt x="1362710" y="19050"/>
                  </a:lnTo>
                  <a:lnTo>
                    <a:pt x="1362710" y="3458845"/>
                  </a:lnTo>
                  <a:cubicBezTo>
                    <a:pt x="1362710" y="3469386"/>
                    <a:pt x="1354201" y="3477895"/>
                    <a:pt x="1343660" y="3477895"/>
                  </a:cubicBezTo>
                  <a:lnTo>
                    <a:pt x="20701" y="34778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13"/>
          <p:cNvGrpSpPr/>
          <p:nvPr/>
        </p:nvGrpSpPr>
        <p:grpSpPr>
          <a:xfrm rot="1800000">
            <a:off x="13505824" y="6309607"/>
            <a:ext cx="3303024" cy="2013088"/>
            <a:chOff x="0" y="0"/>
            <a:chExt cx="4404032" cy="2684118"/>
          </a:xfrm>
        </p:grpSpPr>
        <p:sp>
          <p:nvSpPr>
            <p:cNvPr id="671" name="Google Shape;671;p13"/>
            <p:cNvSpPr/>
            <p:nvPr/>
          </p:nvSpPr>
          <p:spPr>
            <a:xfrm>
              <a:off x="0" y="0"/>
              <a:ext cx="4404032" cy="2684118"/>
            </a:xfrm>
            <a:custGeom>
              <a:avLst/>
              <a:gdLst/>
              <a:ahLst/>
              <a:cxnLst/>
              <a:rect l="l" t="t" r="r" b="b"/>
              <a:pathLst>
                <a:path w="4404032" h="2684118" extrusionOk="0">
                  <a:moveTo>
                    <a:pt x="0" y="0"/>
                  </a:moveTo>
                  <a:lnTo>
                    <a:pt x="4404032" y="0"/>
                  </a:lnTo>
                  <a:lnTo>
                    <a:pt x="4404032" y="2684118"/>
                  </a:lnTo>
                  <a:lnTo>
                    <a:pt x="0" y="2684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72" name="Google Shape;672;p13"/>
            <p:cNvSpPr txBox="1"/>
            <p:nvPr/>
          </p:nvSpPr>
          <p:spPr>
            <a:xfrm>
              <a:off x="0" y="0"/>
              <a:ext cx="4404032" cy="2684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Nomenclatura</a:t>
              </a:r>
              <a:endParaRPr/>
            </a:p>
          </p:txBody>
        </p:sp>
      </p:grpSp>
      <p:grpSp>
        <p:nvGrpSpPr>
          <p:cNvPr id="673" name="Google Shape;673;p13"/>
          <p:cNvGrpSpPr/>
          <p:nvPr/>
        </p:nvGrpSpPr>
        <p:grpSpPr>
          <a:xfrm rot="-7200000">
            <a:off x="8267629" y="5143088"/>
            <a:ext cx="4000118" cy="3998405"/>
            <a:chOff x="-1651" y="0"/>
            <a:chExt cx="5333492" cy="5331206"/>
          </a:xfrm>
        </p:grpSpPr>
        <p:sp>
          <p:nvSpPr>
            <p:cNvPr id="674" name="Google Shape;674;p13"/>
            <p:cNvSpPr/>
            <p:nvPr/>
          </p:nvSpPr>
          <p:spPr>
            <a:xfrm>
              <a:off x="19050" y="19050"/>
              <a:ext cx="5292090" cy="5292090"/>
            </a:xfrm>
            <a:custGeom>
              <a:avLst/>
              <a:gdLst/>
              <a:ahLst/>
              <a:cxnLst/>
              <a:rect l="l" t="t" r="r" b="b"/>
              <a:pathLst>
                <a:path w="5292090" h="5292090" extrusionOk="0">
                  <a:moveTo>
                    <a:pt x="0" y="3439795"/>
                  </a:moveTo>
                  <a:lnTo>
                    <a:pt x="1322959" y="3439795"/>
                  </a:lnTo>
                  <a:lnTo>
                    <a:pt x="1322959" y="0"/>
                  </a:lnTo>
                  <a:lnTo>
                    <a:pt x="3969004" y="0"/>
                  </a:lnTo>
                  <a:lnTo>
                    <a:pt x="3969004" y="3439795"/>
                  </a:lnTo>
                  <a:lnTo>
                    <a:pt x="5292090" y="3439795"/>
                  </a:lnTo>
                  <a:lnTo>
                    <a:pt x="2646045" y="529209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-1651" y="0"/>
              <a:ext cx="5333492" cy="5331206"/>
            </a:xfrm>
            <a:custGeom>
              <a:avLst/>
              <a:gdLst/>
              <a:ahLst/>
              <a:cxnLst/>
              <a:rect l="l" t="t" r="r" b="b"/>
              <a:pathLst>
                <a:path w="5333492" h="5331206" extrusionOk="0">
                  <a:moveTo>
                    <a:pt x="20701" y="3439795"/>
                  </a:moveTo>
                  <a:lnTo>
                    <a:pt x="1343660" y="3439795"/>
                  </a:lnTo>
                  <a:lnTo>
                    <a:pt x="1343660" y="3458845"/>
                  </a:lnTo>
                  <a:lnTo>
                    <a:pt x="1324610" y="3458845"/>
                  </a:lnTo>
                  <a:lnTo>
                    <a:pt x="1324610" y="19050"/>
                  </a:lnTo>
                  <a:cubicBezTo>
                    <a:pt x="1324610" y="8509"/>
                    <a:pt x="1333119" y="0"/>
                    <a:pt x="1343660" y="0"/>
                  </a:cubicBezTo>
                  <a:lnTo>
                    <a:pt x="3989705" y="0"/>
                  </a:lnTo>
                  <a:cubicBezTo>
                    <a:pt x="4000246" y="0"/>
                    <a:pt x="4008755" y="8509"/>
                    <a:pt x="4008755" y="19050"/>
                  </a:cubicBezTo>
                  <a:lnTo>
                    <a:pt x="4008755" y="3458845"/>
                  </a:lnTo>
                  <a:lnTo>
                    <a:pt x="3989705" y="3458845"/>
                  </a:lnTo>
                  <a:lnTo>
                    <a:pt x="3989705" y="3439795"/>
                  </a:lnTo>
                  <a:lnTo>
                    <a:pt x="5312791" y="3439795"/>
                  </a:lnTo>
                  <a:cubicBezTo>
                    <a:pt x="5321046" y="3439795"/>
                    <a:pt x="5328412" y="3445129"/>
                    <a:pt x="5330952" y="3453130"/>
                  </a:cubicBezTo>
                  <a:cubicBezTo>
                    <a:pt x="5333492" y="3461131"/>
                    <a:pt x="5330571" y="3469640"/>
                    <a:pt x="5323713" y="3474466"/>
                  </a:cubicBezTo>
                  <a:lnTo>
                    <a:pt x="2677668" y="5326634"/>
                  </a:lnTo>
                  <a:cubicBezTo>
                    <a:pt x="2671064" y="5331206"/>
                    <a:pt x="2662428" y="5331206"/>
                    <a:pt x="2655824" y="5326634"/>
                  </a:cubicBezTo>
                  <a:lnTo>
                    <a:pt x="9779" y="3474466"/>
                  </a:lnTo>
                  <a:cubicBezTo>
                    <a:pt x="2921" y="3469640"/>
                    <a:pt x="0" y="3461004"/>
                    <a:pt x="2540" y="3453130"/>
                  </a:cubicBezTo>
                  <a:cubicBezTo>
                    <a:pt x="5080" y="3445256"/>
                    <a:pt x="12446" y="3439795"/>
                    <a:pt x="20701" y="3439795"/>
                  </a:cubicBezTo>
                  <a:moveTo>
                    <a:pt x="20701" y="3477895"/>
                  </a:moveTo>
                  <a:lnTo>
                    <a:pt x="20701" y="3458845"/>
                  </a:lnTo>
                  <a:lnTo>
                    <a:pt x="31623" y="3443224"/>
                  </a:lnTo>
                  <a:lnTo>
                    <a:pt x="2677668" y="5295519"/>
                  </a:lnTo>
                  <a:lnTo>
                    <a:pt x="2666746" y="5311140"/>
                  </a:lnTo>
                  <a:lnTo>
                    <a:pt x="2655824" y="5295519"/>
                  </a:lnTo>
                  <a:lnTo>
                    <a:pt x="5301869" y="3443224"/>
                  </a:lnTo>
                  <a:lnTo>
                    <a:pt x="5312791" y="3458845"/>
                  </a:lnTo>
                  <a:lnTo>
                    <a:pt x="5312791" y="3477895"/>
                  </a:lnTo>
                  <a:lnTo>
                    <a:pt x="3989705" y="3477895"/>
                  </a:lnTo>
                  <a:cubicBezTo>
                    <a:pt x="3979164" y="3477895"/>
                    <a:pt x="3970655" y="3469386"/>
                    <a:pt x="3970655" y="3458845"/>
                  </a:cubicBezTo>
                  <a:lnTo>
                    <a:pt x="3970655" y="19050"/>
                  </a:lnTo>
                  <a:lnTo>
                    <a:pt x="3989705" y="19050"/>
                  </a:lnTo>
                  <a:lnTo>
                    <a:pt x="3989705" y="38100"/>
                  </a:lnTo>
                  <a:lnTo>
                    <a:pt x="1343660" y="38100"/>
                  </a:lnTo>
                  <a:lnTo>
                    <a:pt x="1343660" y="19050"/>
                  </a:lnTo>
                  <a:lnTo>
                    <a:pt x="1362710" y="19050"/>
                  </a:lnTo>
                  <a:lnTo>
                    <a:pt x="1362710" y="3458845"/>
                  </a:lnTo>
                  <a:cubicBezTo>
                    <a:pt x="1362710" y="3469386"/>
                    <a:pt x="1354201" y="3477895"/>
                    <a:pt x="1343660" y="3477895"/>
                  </a:cubicBezTo>
                  <a:lnTo>
                    <a:pt x="20701" y="34778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13"/>
          <p:cNvGrpSpPr/>
          <p:nvPr/>
        </p:nvGrpSpPr>
        <p:grpSpPr>
          <a:xfrm rot="-1800000">
            <a:off x="8315079" y="6309607"/>
            <a:ext cx="3303024" cy="2013089"/>
            <a:chOff x="0" y="0"/>
            <a:chExt cx="4404032" cy="2684118"/>
          </a:xfrm>
        </p:grpSpPr>
        <p:sp>
          <p:nvSpPr>
            <p:cNvPr id="677" name="Google Shape;677;p13"/>
            <p:cNvSpPr/>
            <p:nvPr/>
          </p:nvSpPr>
          <p:spPr>
            <a:xfrm>
              <a:off x="0" y="0"/>
              <a:ext cx="4404032" cy="2684118"/>
            </a:xfrm>
            <a:custGeom>
              <a:avLst/>
              <a:gdLst/>
              <a:ahLst/>
              <a:cxnLst/>
              <a:rect l="l" t="t" r="r" b="b"/>
              <a:pathLst>
                <a:path w="4404032" h="2684118" extrusionOk="0">
                  <a:moveTo>
                    <a:pt x="0" y="0"/>
                  </a:moveTo>
                  <a:lnTo>
                    <a:pt x="4404032" y="0"/>
                  </a:lnTo>
                  <a:lnTo>
                    <a:pt x="4404032" y="2684118"/>
                  </a:lnTo>
                  <a:lnTo>
                    <a:pt x="0" y="2684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78" name="Google Shape;678;p13"/>
            <p:cNvSpPr txBox="1"/>
            <p:nvPr/>
          </p:nvSpPr>
          <p:spPr>
            <a:xfrm>
              <a:off x="0" y="0"/>
              <a:ext cx="4404032" cy="2684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Proceso y Diseño de Algoritmos</a:t>
              </a:r>
              <a:endParaRPr/>
            </a:p>
          </p:txBody>
        </p:sp>
      </p:grpSp>
      <p:sp>
        <p:nvSpPr>
          <p:cNvPr id="679" name="Google Shape;679;p13" descr="Dibujo en blanco y negro  Descripción generada automáticamente con confianza baja"/>
          <p:cNvSpPr/>
          <p:nvPr/>
        </p:nvSpPr>
        <p:spPr>
          <a:xfrm>
            <a:off x="831514" y="7072312"/>
            <a:ext cx="5809635" cy="3224347"/>
          </a:xfrm>
          <a:custGeom>
            <a:avLst/>
            <a:gdLst/>
            <a:ahLst/>
            <a:cxnLst/>
            <a:rect l="l" t="t" r="r" b="b"/>
            <a:pathLst>
              <a:path w="5809635" h="3224347" extrusionOk="0">
                <a:moveTo>
                  <a:pt x="0" y="0"/>
                </a:moveTo>
                <a:lnTo>
                  <a:pt x="5809636" y="0"/>
                </a:lnTo>
                <a:lnTo>
                  <a:pt x="5809636" y="3224348"/>
                </a:lnTo>
                <a:lnTo>
                  <a:pt x="0" y="322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14"/>
          <p:cNvGrpSpPr/>
          <p:nvPr/>
        </p:nvGrpSpPr>
        <p:grpSpPr>
          <a:xfrm>
            <a:off x="1257298" y="1090984"/>
            <a:ext cx="8235110" cy="2871416"/>
            <a:chOff x="0" y="0"/>
            <a:chExt cx="10980146" cy="3828554"/>
          </a:xfrm>
        </p:grpSpPr>
        <p:sp>
          <p:nvSpPr>
            <p:cNvPr id="685" name="Google Shape;685;p14"/>
            <p:cNvSpPr/>
            <p:nvPr/>
          </p:nvSpPr>
          <p:spPr>
            <a:xfrm>
              <a:off x="0" y="0"/>
              <a:ext cx="10980146" cy="3828554"/>
            </a:xfrm>
            <a:custGeom>
              <a:avLst/>
              <a:gdLst/>
              <a:ahLst/>
              <a:cxnLst/>
              <a:rect l="l" t="t" r="r" b="b"/>
              <a:pathLst>
                <a:path w="10980146" h="3828554" extrusionOk="0">
                  <a:moveTo>
                    <a:pt x="0" y="0"/>
                  </a:moveTo>
                  <a:lnTo>
                    <a:pt x="10980146" y="0"/>
                  </a:lnTo>
                  <a:lnTo>
                    <a:pt x="10980146" y="3828554"/>
                  </a:lnTo>
                  <a:lnTo>
                    <a:pt x="0" y="382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86" name="Google Shape;686;p14"/>
            <p:cNvSpPr txBox="1"/>
            <p:nvPr/>
          </p:nvSpPr>
          <p:spPr>
            <a:xfrm>
              <a:off x="0" y="47625"/>
              <a:ext cx="10980146" cy="3780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Diagramas de Flujo</a:t>
              </a:r>
              <a:endParaRPr/>
            </a:p>
          </p:txBody>
        </p:sp>
      </p:grpSp>
      <p:grpSp>
        <p:nvGrpSpPr>
          <p:cNvPr id="687" name="Google Shape;687;p14"/>
          <p:cNvGrpSpPr/>
          <p:nvPr/>
        </p:nvGrpSpPr>
        <p:grpSpPr>
          <a:xfrm>
            <a:off x="1257298" y="4133374"/>
            <a:ext cx="8235110" cy="5132069"/>
            <a:chOff x="0" y="-66675"/>
            <a:chExt cx="10980146" cy="6842759"/>
          </a:xfrm>
        </p:grpSpPr>
        <p:sp>
          <p:nvSpPr>
            <p:cNvPr id="688" name="Google Shape;688;p14"/>
            <p:cNvSpPr/>
            <p:nvPr/>
          </p:nvSpPr>
          <p:spPr>
            <a:xfrm>
              <a:off x="0" y="0"/>
              <a:ext cx="10980146" cy="6776084"/>
            </a:xfrm>
            <a:custGeom>
              <a:avLst/>
              <a:gdLst/>
              <a:ahLst/>
              <a:cxnLst/>
              <a:rect l="l" t="t" r="r" b="b"/>
              <a:pathLst>
                <a:path w="10980146" h="6776084" extrusionOk="0">
                  <a:moveTo>
                    <a:pt x="0" y="0"/>
                  </a:moveTo>
                  <a:lnTo>
                    <a:pt x="10980146" y="0"/>
                  </a:lnTo>
                  <a:lnTo>
                    <a:pt x="10980146" y="6776084"/>
                  </a:lnTo>
                  <a:lnTo>
                    <a:pt x="0" y="6776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89" name="Google Shape;689;p14"/>
            <p:cNvSpPr txBox="1"/>
            <p:nvPr/>
          </p:nvSpPr>
          <p:spPr>
            <a:xfrm>
              <a:off x="0" y="-66675"/>
              <a:ext cx="10980146" cy="68427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 diagrama de flujo es una representación gráfica de un algoritmo, proceso o sistema que utiliza símbolos estandarizados para ilustrar la secuencia de pasos y decisiones que se deben seguir para completar una tarea específica</a:t>
              </a:r>
              <a:endParaRPr/>
            </a:p>
          </p:txBody>
        </p:sp>
      </p:grpSp>
      <p:sp>
        <p:nvSpPr>
          <p:cNvPr id="690" name="Google Shape;690;p14" descr="Diagrama de flujo"/>
          <p:cNvSpPr/>
          <p:nvPr/>
        </p:nvSpPr>
        <p:spPr>
          <a:xfrm>
            <a:off x="11363223" y="2256336"/>
            <a:ext cx="5774436" cy="5774436"/>
          </a:xfrm>
          <a:custGeom>
            <a:avLst/>
            <a:gdLst/>
            <a:ahLst/>
            <a:cxnLst/>
            <a:rect l="l" t="t" r="r" b="b"/>
            <a:pathLst>
              <a:path w="5774436" h="5774436" extrusionOk="0">
                <a:moveTo>
                  <a:pt x="0" y="0"/>
                </a:moveTo>
                <a:lnTo>
                  <a:pt x="5774436" y="0"/>
                </a:lnTo>
                <a:lnTo>
                  <a:pt x="5774436" y="5774436"/>
                </a:lnTo>
                <a:lnTo>
                  <a:pt x="0" y="5774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15"/>
          <p:cNvGrpSpPr/>
          <p:nvPr/>
        </p:nvGrpSpPr>
        <p:grpSpPr>
          <a:xfrm>
            <a:off x="1257300" y="1059783"/>
            <a:ext cx="15773383" cy="2977006"/>
            <a:chOff x="0" y="0"/>
            <a:chExt cx="21031177" cy="3969342"/>
          </a:xfrm>
        </p:grpSpPr>
        <p:sp>
          <p:nvSpPr>
            <p:cNvPr id="696" name="Google Shape;696;p15"/>
            <p:cNvSpPr/>
            <p:nvPr/>
          </p:nvSpPr>
          <p:spPr>
            <a:xfrm>
              <a:off x="0" y="0"/>
              <a:ext cx="21031177" cy="3969342"/>
            </a:xfrm>
            <a:custGeom>
              <a:avLst/>
              <a:gdLst/>
              <a:ahLst/>
              <a:cxnLst/>
              <a:rect l="l" t="t" r="r" b="b"/>
              <a:pathLst>
                <a:path w="21031177" h="3969342" extrusionOk="0">
                  <a:moveTo>
                    <a:pt x="0" y="0"/>
                  </a:moveTo>
                  <a:lnTo>
                    <a:pt x="21031177" y="0"/>
                  </a:lnTo>
                  <a:lnTo>
                    <a:pt x="21031177" y="3969342"/>
                  </a:lnTo>
                  <a:lnTo>
                    <a:pt x="0" y="3969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97" name="Google Shape;697;p15"/>
            <p:cNvSpPr txBox="1"/>
            <p:nvPr/>
          </p:nvSpPr>
          <p:spPr>
            <a:xfrm>
              <a:off x="0" y="95250"/>
              <a:ext cx="21031176" cy="3874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Símbolos Más Utilizados</a:t>
              </a:r>
              <a:endParaRPr/>
            </a:p>
          </p:txBody>
        </p:sp>
      </p:grpSp>
      <p:grpSp>
        <p:nvGrpSpPr>
          <p:cNvPr id="698" name="Google Shape;698;p15"/>
          <p:cNvGrpSpPr/>
          <p:nvPr/>
        </p:nvGrpSpPr>
        <p:grpSpPr>
          <a:xfrm>
            <a:off x="2141818" y="4335747"/>
            <a:ext cx="2953702" cy="1886046"/>
            <a:chOff x="0" y="0"/>
            <a:chExt cx="3938270" cy="2514727"/>
          </a:xfrm>
        </p:grpSpPr>
        <p:sp>
          <p:nvSpPr>
            <p:cNvPr id="699" name="Google Shape;699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15"/>
          <p:cNvGrpSpPr/>
          <p:nvPr/>
        </p:nvGrpSpPr>
        <p:grpSpPr>
          <a:xfrm>
            <a:off x="2466837" y="4644514"/>
            <a:ext cx="2953702" cy="1886046"/>
            <a:chOff x="0" y="0"/>
            <a:chExt cx="3938270" cy="2514727"/>
          </a:xfrm>
        </p:grpSpPr>
        <p:sp>
          <p:nvSpPr>
            <p:cNvPr id="702" name="Google Shape;702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704;p15"/>
          <p:cNvGrpSpPr/>
          <p:nvPr/>
        </p:nvGrpSpPr>
        <p:grpSpPr>
          <a:xfrm>
            <a:off x="2521240" y="4698918"/>
            <a:ext cx="2844932" cy="1777246"/>
            <a:chOff x="0" y="0"/>
            <a:chExt cx="3793242" cy="2369662"/>
          </a:xfrm>
        </p:grpSpPr>
        <p:sp>
          <p:nvSpPr>
            <p:cNvPr id="705" name="Google Shape;705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06" name="Google Shape;706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Inicio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/Fin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2141818" y="7043962"/>
            <a:ext cx="2953702" cy="1886046"/>
            <a:chOff x="0" y="0"/>
            <a:chExt cx="3938270" cy="2514727"/>
          </a:xfrm>
        </p:grpSpPr>
        <p:sp>
          <p:nvSpPr>
            <p:cNvPr id="708" name="Google Shape;708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" name="Google Shape;710;p15"/>
          <p:cNvGrpSpPr/>
          <p:nvPr/>
        </p:nvGrpSpPr>
        <p:grpSpPr>
          <a:xfrm>
            <a:off x="2466837" y="7352730"/>
            <a:ext cx="2953702" cy="1886046"/>
            <a:chOff x="0" y="0"/>
            <a:chExt cx="3938270" cy="2514727"/>
          </a:xfrm>
        </p:grpSpPr>
        <p:sp>
          <p:nvSpPr>
            <p:cNvPr id="711" name="Google Shape;711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" name="Google Shape;713;p15"/>
          <p:cNvGrpSpPr/>
          <p:nvPr/>
        </p:nvGrpSpPr>
        <p:grpSpPr>
          <a:xfrm>
            <a:off x="2521240" y="7407134"/>
            <a:ext cx="2844932" cy="1777247"/>
            <a:chOff x="0" y="0"/>
            <a:chExt cx="3793242" cy="2369662"/>
          </a:xfrm>
        </p:grpSpPr>
        <p:sp>
          <p:nvSpPr>
            <p:cNvPr id="714" name="Google Shape;714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15" name="Google Shape;715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Representa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punto de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inicio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o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finalización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del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proceso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.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Proceso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: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Representa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acción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o paso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específico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a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realizar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6" name="Google Shape;716;p15"/>
          <p:cNvGrpSpPr/>
          <p:nvPr/>
        </p:nvGrpSpPr>
        <p:grpSpPr>
          <a:xfrm>
            <a:off x="5717019" y="4335747"/>
            <a:ext cx="2953702" cy="1886046"/>
            <a:chOff x="0" y="0"/>
            <a:chExt cx="3938270" cy="2514727"/>
          </a:xfrm>
        </p:grpSpPr>
        <p:sp>
          <p:nvSpPr>
            <p:cNvPr id="717" name="Google Shape;717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15"/>
          <p:cNvGrpSpPr/>
          <p:nvPr/>
        </p:nvGrpSpPr>
        <p:grpSpPr>
          <a:xfrm>
            <a:off x="6042038" y="4644514"/>
            <a:ext cx="2953702" cy="1886046"/>
            <a:chOff x="0" y="0"/>
            <a:chExt cx="3938270" cy="2514727"/>
          </a:xfrm>
        </p:grpSpPr>
        <p:sp>
          <p:nvSpPr>
            <p:cNvPr id="720" name="Google Shape;720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" name="Google Shape;722;p15"/>
          <p:cNvGrpSpPr/>
          <p:nvPr/>
        </p:nvGrpSpPr>
        <p:grpSpPr>
          <a:xfrm>
            <a:off x="6096441" y="4698918"/>
            <a:ext cx="2844932" cy="1777246"/>
            <a:chOff x="0" y="0"/>
            <a:chExt cx="3793242" cy="2369662"/>
          </a:xfrm>
        </p:grpSpPr>
        <p:sp>
          <p:nvSpPr>
            <p:cNvPr id="723" name="Google Shape;723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24" name="Google Shape;724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Decisión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25" name="Google Shape;725;p15"/>
          <p:cNvGrpSpPr/>
          <p:nvPr/>
        </p:nvGrpSpPr>
        <p:grpSpPr>
          <a:xfrm>
            <a:off x="5717019" y="7043962"/>
            <a:ext cx="2953702" cy="1886046"/>
            <a:chOff x="0" y="0"/>
            <a:chExt cx="3938270" cy="2514727"/>
          </a:xfrm>
        </p:grpSpPr>
        <p:sp>
          <p:nvSpPr>
            <p:cNvPr id="726" name="Google Shape;726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15"/>
          <p:cNvGrpSpPr/>
          <p:nvPr/>
        </p:nvGrpSpPr>
        <p:grpSpPr>
          <a:xfrm>
            <a:off x="6042038" y="7352730"/>
            <a:ext cx="2953702" cy="1886046"/>
            <a:chOff x="0" y="0"/>
            <a:chExt cx="3938270" cy="2514727"/>
          </a:xfrm>
        </p:grpSpPr>
        <p:sp>
          <p:nvSpPr>
            <p:cNvPr id="729" name="Google Shape;729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" name="Google Shape;731;p15"/>
          <p:cNvGrpSpPr/>
          <p:nvPr/>
        </p:nvGrpSpPr>
        <p:grpSpPr>
          <a:xfrm>
            <a:off x="6096441" y="7407134"/>
            <a:ext cx="2844932" cy="1777247"/>
            <a:chOff x="0" y="0"/>
            <a:chExt cx="3793242" cy="2369662"/>
          </a:xfrm>
        </p:grpSpPr>
        <p:sp>
          <p:nvSpPr>
            <p:cNvPr id="732" name="Google Shape;732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33" name="Google Shape;733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Indica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bifurcación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el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flujo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del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proceso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,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donde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se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toma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decisión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basada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condición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34" name="Google Shape;734;p15"/>
          <p:cNvGrpSpPr/>
          <p:nvPr/>
        </p:nvGrpSpPr>
        <p:grpSpPr>
          <a:xfrm>
            <a:off x="9292221" y="4335747"/>
            <a:ext cx="2953703" cy="1886046"/>
            <a:chOff x="0" y="0"/>
            <a:chExt cx="3938270" cy="2514727"/>
          </a:xfrm>
        </p:grpSpPr>
        <p:sp>
          <p:nvSpPr>
            <p:cNvPr id="735" name="Google Shape;735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5"/>
          <p:cNvGrpSpPr/>
          <p:nvPr/>
        </p:nvGrpSpPr>
        <p:grpSpPr>
          <a:xfrm>
            <a:off x="9617239" y="4644514"/>
            <a:ext cx="2953702" cy="1886046"/>
            <a:chOff x="0" y="0"/>
            <a:chExt cx="3938270" cy="2514727"/>
          </a:xfrm>
        </p:grpSpPr>
        <p:sp>
          <p:nvSpPr>
            <p:cNvPr id="738" name="Google Shape;738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15"/>
          <p:cNvGrpSpPr/>
          <p:nvPr/>
        </p:nvGrpSpPr>
        <p:grpSpPr>
          <a:xfrm>
            <a:off x="9671643" y="4698918"/>
            <a:ext cx="2844932" cy="1777246"/>
            <a:chOff x="0" y="0"/>
            <a:chExt cx="3793242" cy="2369662"/>
          </a:xfrm>
        </p:grpSpPr>
        <p:sp>
          <p:nvSpPr>
            <p:cNvPr id="741" name="Google Shape;741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42" name="Google Shape;742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Conector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43" name="Google Shape;743;p15"/>
          <p:cNvGrpSpPr/>
          <p:nvPr/>
        </p:nvGrpSpPr>
        <p:grpSpPr>
          <a:xfrm>
            <a:off x="9292221" y="7043962"/>
            <a:ext cx="2953703" cy="1886046"/>
            <a:chOff x="0" y="0"/>
            <a:chExt cx="3938270" cy="2514727"/>
          </a:xfrm>
        </p:grpSpPr>
        <p:sp>
          <p:nvSpPr>
            <p:cNvPr id="744" name="Google Shape;744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5"/>
          <p:cNvGrpSpPr/>
          <p:nvPr/>
        </p:nvGrpSpPr>
        <p:grpSpPr>
          <a:xfrm>
            <a:off x="9617239" y="7352730"/>
            <a:ext cx="2953702" cy="1886046"/>
            <a:chOff x="0" y="0"/>
            <a:chExt cx="3938270" cy="2514727"/>
          </a:xfrm>
        </p:grpSpPr>
        <p:sp>
          <p:nvSpPr>
            <p:cNvPr id="747" name="Google Shape;747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15"/>
          <p:cNvGrpSpPr/>
          <p:nvPr/>
        </p:nvGrpSpPr>
        <p:grpSpPr>
          <a:xfrm>
            <a:off x="9671643" y="7407134"/>
            <a:ext cx="2844932" cy="1777247"/>
            <a:chOff x="0" y="0"/>
            <a:chExt cx="3793242" cy="2369662"/>
          </a:xfrm>
        </p:grpSpPr>
        <p:sp>
          <p:nvSpPr>
            <p:cNvPr id="750" name="Google Shape;750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51" name="Google Shape;751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Une partes del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diagrama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que se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encuentran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diferentes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páginas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o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secciones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52" name="Google Shape;752;p15"/>
          <p:cNvGrpSpPr/>
          <p:nvPr/>
        </p:nvGrpSpPr>
        <p:grpSpPr>
          <a:xfrm>
            <a:off x="12867422" y="4335747"/>
            <a:ext cx="2953702" cy="1886046"/>
            <a:chOff x="0" y="0"/>
            <a:chExt cx="3938270" cy="2514727"/>
          </a:xfrm>
        </p:grpSpPr>
        <p:sp>
          <p:nvSpPr>
            <p:cNvPr id="753" name="Google Shape;753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15"/>
          <p:cNvGrpSpPr/>
          <p:nvPr/>
        </p:nvGrpSpPr>
        <p:grpSpPr>
          <a:xfrm>
            <a:off x="13192440" y="4644514"/>
            <a:ext cx="2953702" cy="1886046"/>
            <a:chOff x="0" y="0"/>
            <a:chExt cx="3938270" cy="2514727"/>
          </a:xfrm>
        </p:grpSpPr>
        <p:sp>
          <p:nvSpPr>
            <p:cNvPr id="756" name="Google Shape;756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8" name="Google Shape;758;p15"/>
          <p:cNvGrpSpPr/>
          <p:nvPr/>
        </p:nvGrpSpPr>
        <p:grpSpPr>
          <a:xfrm>
            <a:off x="13246843" y="4698918"/>
            <a:ext cx="2844932" cy="1777246"/>
            <a:chOff x="0" y="0"/>
            <a:chExt cx="3793242" cy="2369662"/>
          </a:xfrm>
        </p:grpSpPr>
        <p:sp>
          <p:nvSpPr>
            <p:cNvPr id="759" name="Google Shape;759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60" name="Google Shape;760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Flecha de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Dirección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61" name="Google Shape;761;p15"/>
          <p:cNvGrpSpPr/>
          <p:nvPr/>
        </p:nvGrpSpPr>
        <p:grpSpPr>
          <a:xfrm>
            <a:off x="12867422" y="7043962"/>
            <a:ext cx="2953702" cy="1886046"/>
            <a:chOff x="0" y="0"/>
            <a:chExt cx="3938270" cy="2514727"/>
          </a:xfrm>
        </p:grpSpPr>
        <p:sp>
          <p:nvSpPr>
            <p:cNvPr id="762" name="Google Shape;762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" name="Google Shape;764;p15"/>
          <p:cNvGrpSpPr/>
          <p:nvPr/>
        </p:nvGrpSpPr>
        <p:grpSpPr>
          <a:xfrm>
            <a:off x="13192440" y="7352730"/>
            <a:ext cx="2953702" cy="1886046"/>
            <a:chOff x="0" y="0"/>
            <a:chExt cx="3938270" cy="2514727"/>
          </a:xfrm>
        </p:grpSpPr>
        <p:sp>
          <p:nvSpPr>
            <p:cNvPr id="765" name="Google Shape;765;p15"/>
            <p:cNvSpPr/>
            <p:nvPr/>
          </p:nvSpPr>
          <p:spPr>
            <a:xfrm>
              <a:off x="19050" y="19050"/>
              <a:ext cx="3900170" cy="2476627"/>
            </a:xfrm>
            <a:custGeom>
              <a:avLst/>
              <a:gdLst/>
              <a:ahLst/>
              <a:cxnLst/>
              <a:rect l="l" t="t" r="r" b="b"/>
              <a:pathLst>
                <a:path w="3900170" h="2476627" extrusionOk="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5"/>
            <p:cNvSpPr/>
            <p:nvPr/>
          </p:nvSpPr>
          <p:spPr>
            <a:xfrm>
              <a:off x="0" y="0"/>
              <a:ext cx="3938270" cy="2514727"/>
            </a:xfrm>
            <a:custGeom>
              <a:avLst/>
              <a:gdLst/>
              <a:ahLst/>
              <a:cxnLst/>
              <a:rect l="l" t="t" r="r" b="b"/>
              <a:pathLst>
                <a:path w="3938270" h="2514727" extrusionOk="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" name="Google Shape;767;p15"/>
          <p:cNvGrpSpPr/>
          <p:nvPr/>
        </p:nvGrpSpPr>
        <p:grpSpPr>
          <a:xfrm>
            <a:off x="13246843" y="7407134"/>
            <a:ext cx="2844932" cy="1777247"/>
            <a:chOff x="0" y="0"/>
            <a:chExt cx="3793242" cy="2369662"/>
          </a:xfrm>
        </p:grpSpPr>
        <p:sp>
          <p:nvSpPr>
            <p:cNvPr id="768" name="Google Shape;768;p15"/>
            <p:cNvSpPr/>
            <p:nvPr/>
          </p:nvSpPr>
          <p:spPr>
            <a:xfrm>
              <a:off x="0" y="0"/>
              <a:ext cx="3793242" cy="2369662"/>
            </a:xfrm>
            <a:custGeom>
              <a:avLst/>
              <a:gdLst/>
              <a:ahLst/>
              <a:cxnLst/>
              <a:rect l="l" t="t" r="r" b="b"/>
              <a:pathLst>
                <a:path w="3793242" h="2369662" extrusionOk="0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69" name="Google Shape;769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Indica la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secuencia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la que se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siguen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1950" b="0" i="0" u="none" strike="noStrike" cap="none" dirty="0" err="1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los</a:t>
              </a:r>
              <a:r>
                <a:rPr lang="en-US" sz="1950" b="0" i="0" u="none" strike="noStrike" cap="none" dirty="0">
                  <a:solidFill>
                    <a:schemeClr val="tx1"/>
                  </a:solidFill>
                  <a:latin typeface="Vollkorn"/>
                  <a:ea typeface="Vollkorn"/>
                  <a:cs typeface="Vollkorn"/>
                  <a:sym typeface="Vollkorn"/>
                </a:rPr>
                <a:t> pasos</a:t>
              </a:r>
              <a:endParaRPr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6" descr="Conceptos básicos de programación: Símbolos de un diagrama ..."/>
          <p:cNvSpPr/>
          <p:nvPr/>
        </p:nvSpPr>
        <p:spPr>
          <a:xfrm>
            <a:off x="3886796" y="926804"/>
            <a:ext cx="10514409" cy="8433392"/>
          </a:xfrm>
          <a:custGeom>
            <a:avLst/>
            <a:gdLst/>
            <a:ahLst/>
            <a:cxnLst/>
            <a:rect l="l" t="t" r="r" b="b"/>
            <a:pathLst>
              <a:path w="10514409" h="8433392" extrusionOk="0">
                <a:moveTo>
                  <a:pt x="0" y="0"/>
                </a:moveTo>
                <a:lnTo>
                  <a:pt x="10514408" y="0"/>
                </a:lnTo>
                <a:lnTo>
                  <a:pt x="10514408" y="8433391"/>
                </a:lnTo>
                <a:lnTo>
                  <a:pt x="0" y="8433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780" name="Google Shape;780;p17"/>
          <p:cNvGrpSpPr/>
          <p:nvPr/>
        </p:nvGrpSpPr>
        <p:grpSpPr>
          <a:xfrm>
            <a:off x="985836" y="957262"/>
            <a:ext cx="16326231" cy="8372475"/>
            <a:chOff x="0" y="0"/>
            <a:chExt cx="21768308" cy="11163300"/>
          </a:xfrm>
        </p:grpSpPr>
        <p:sp>
          <p:nvSpPr>
            <p:cNvPr id="781" name="Google Shape;781;p17"/>
            <p:cNvSpPr/>
            <p:nvPr/>
          </p:nvSpPr>
          <p:spPr>
            <a:xfrm>
              <a:off x="190500" y="190500"/>
              <a:ext cx="21387308" cy="10782300"/>
            </a:xfrm>
            <a:custGeom>
              <a:avLst/>
              <a:gdLst/>
              <a:ahLst/>
              <a:cxnLst/>
              <a:rect l="l" t="t" r="r" b="b"/>
              <a:pathLst>
                <a:path w="21387308" h="10782300" extrusionOk="0">
                  <a:moveTo>
                    <a:pt x="0" y="0"/>
                  </a:moveTo>
                  <a:lnTo>
                    <a:pt x="21387308" y="0"/>
                  </a:lnTo>
                  <a:lnTo>
                    <a:pt x="21387308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0" y="0"/>
              <a:ext cx="21768308" cy="11163300"/>
            </a:xfrm>
            <a:custGeom>
              <a:avLst/>
              <a:gdLst/>
              <a:ahLst/>
              <a:cxnLst/>
              <a:rect l="l" t="t" r="r" b="b"/>
              <a:pathLst>
                <a:path w="21768308" h="11163300" extrusionOk="0">
                  <a:moveTo>
                    <a:pt x="190500" y="0"/>
                  </a:moveTo>
                  <a:lnTo>
                    <a:pt x="21577808" y="0"/>
                  </a:lnTo>
                  <a:cubicBezTo>
                    <a:pt x="21682965" y="0"/>
                    <a:pt x="21768308" y="85344"/>
                    <a:pt x="21768308" y="190500"/>
                  </a:cubicBezTo>
                  <a:lnTo>
                    <a:pt x="21768308" y="10972800"/>
                  </a:lnTo>
                  <a:cubicBezTo>
                    <a:pt x="21768308" y="11077956"/>
                    <a:pt x="21682965" y="11163300"/>
                    <a:pt x="21577808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21577808" y="10782300"/>
                  </a:lnTo>
                  <a:lnTo>
                    <a:pt x="21577808" y="10972800"/>
                  </a:lnTo>
                  <a:lnTo>
                    <a:pt x="21387308" y="10972800"/>
                  </a:lnTo>
                  <a:lnTo>
                    <a:pt x="21387308" y="190500"/>
                  </a:lnTo>
                  <a:lnTo>
                    <a:pt x="21577808" y="190500"/>
                  </a:lnTo>
                  <a:lnTo>
                    <a:pt x="21577808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3" name="Google Shape;783;p17" descr="Flujograma | Lógica de Diseño"/>
          <p:cNvSpPr/>
          <p:nvPr/>
        </p:nvSpPr>
        <p:spPr>
          <a:xfrm>
            <a:off x="3394516" y="1672302"/>
            <a:ext cx="11522652" cy="6942398"/>
          </a:xfrm>
          <a:custGeom>
            <a:avLst/>
            <a:gdLst/>
            <a:ahLst/>
            <a:cxnLst/>
            <a:rect l="l" t="t" r="r" b="b"/>
            <a:pathLst>
              <a:path w="11522652" h="6942398" extrusionOk="0">
                <a:moveTo>
                  <a:pt x="0" y="0"/>
                </a:moveTo>
                <a:lnTo>
                  <a:pt x="11522653" y="0"/>
                </a:lnTo>
                <a:lnTo>
                  <a:pt x="11522653" y="6942398"/>
                </a:lnTo>
                <a:lnTo>
                  <a:pt x="0" y="6942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1" b="-41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784" name="Google Shape;784;p17"/>
          <p:cNvSpPr/>
          <p:nvPr/>
        </p:nvSpPr>
        <p:spPr>
          <a:xfrm>
            <a:off x="1209219" y="1190200"/>
            <a:ext cx="15881795" cy="7906607"/>
          </a:xfrm>
          <a:custGeom>
            <a:avLst/>
            <a:gdLst/>
            <a:ahLst/>
            <a:cxnLst/>
            <a:rect l="l" t="t" r="r" b="b"/>
            <a:pathLst>
              <a:path w="21175726" h="10542143" extrusionOk="0">
                <a:moveTo>
                  <a:pt x="12700" y="0"/>
                </a:moveTo>
                <a:lnTo>
                  <a:pt x="21163026" y="0"/>
                </a:lnTo>
                <a:cubicBezTo>
                  <a:pt x="21170012" y="0"/>
                  <a:pt x="21175726" y="5715"/>
                  <a:pt x="21175726" y="12700"/>
                </a:cubicBezTo>
                <a:lnTo>
                  <a:pt x="21175726" y="10529443"/>
                </a:lnTo>
                <a:cubicBezTo>
                  <a:pt x="21175726" y="10536428"/>
                  <a:pt x="21170012" y="10542143"/>
                  <a:pt x="21163026" y="10542143"/>
                </a:cubicBezTo>
                <a:lnTo>
                  <a:pt x="12700" y="10542143"/>
                </a:lnTo>
                <a:cubicBezTo>
                  <a:pt x="5715" y="10542143"/>
                  <a:pt x="0" y="10536428"/>
                  <a:pt x="0" y="10529443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29443"/>
                </a:lnTo>
                <a:lnTo>
                  <a:pt x="12700" y="10529443"/>
                </a:lnTo>
                <a:lnTo>
                  <a:pt x="12700" y="10516743"/>
                </a:lnTo>
                <a:lnTo>
                  <a:pt x="21163026" y="10516743"/>
                </a:lnTo>
                <a:lnTo>
                  <a:pt x="21163026" y="10529443"/>
                </a:lnTo>
                <a:lnTo>
                  <a:pt x="21150326" y="10529443"/>
                </a:lnTo>
                <a:lnTo>
                  <a:pt x="21150326" y="12700"/>
                </a:lnTo>
                <a:lnTo>
                  <a:pt x="21163026" y="12700"/>
                </a:lnTo>
                <a:lnTo>
                  <a:pt x="21163026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789;p18"/>
          <p:cNvGrpSpPr/>
          <p:nvPr/>
        </p:nvGrpSpPr>
        <p:grpSpPr>
          <a:xfrm>
            <a:off x="1271588" y="1683544"/>
            <a:ext cx="7872412" cy="3581400"/>
            <a:chOff x="0" y="0"/>
            <a:chExt cx="10496550" cy="4775200"/>
          </a:xfrm>
        </p:grpSpPr>
        <p:sp>
          <p:nvSpPr>
            <p:cNvPr id="790" name="Google Shape;790;p18"/>
            <p:cNvSpPr/>
            <p:nvPr/>
          </p:nvSpPr>
          <p:spPr>
            <a:xfrm>
              <a:off x="0" y="0"/>
              <a:ext cx="10496550" cy="4775200"/>
            </a:xfrm>
            <a:custGeom>
              <a:avLst/>
              <a:gdLst/>
              <a:ahLst/>
              <a:cxnLst/>
              <a:rect l="l" t="t" r="r" b="b"/>
              <a:pathLst>
                <a:path w="10496550" h="4775200" extrusionOk="0">
                  <a:moveTo>
                    <a:pt x="0" y="0"/>
                  </a:moveTo>
                  <a:lnTo>
                    <a:pt x="10496550" y="0"/>
                  </a:lnTo>
                  <a:lnTo>
                    <a:pt x="1049655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91" name="Google Shape;791;p18"/>
            <p:cNvSpPr txBox="1"/>
            <p:nvPr/>
          </p:nvSpPr>
          <p:spPr>
            <a:xfrm>
              <a:off x="0" y="95250"/>
              <a:ext cx="10496550" cy="467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Ejemplos</a:t>
              </a:r>
              <a:endParaRPr/>
            </a:p>
          </p:txBody>
        </p:sp>
      </p:grpSp>
      <p:sp>
        <p:nvSpPr>
          <p:cNvPr id="792" name="Google Shape;792;p18" descr="Marca de verificación"/>
          <p:cNvSpPr/>
          <p:nvPr/>
        </p:nvSpPr>
        <p:spPr>
          <a:xfrm>
            <a:off x="11490018" y="2408163"/>
            <a:ext cx="5470674" cy="5470674"/>
          </a:xfrm>
          <a:custGeom>
            <a:avLst/>
            <a:gdLst/>
            <a:ahLst/>
            <a:cxnLst/>
            <a:rect l="l" t="t" r="r" b="b"/>
            <a:pathLst>
              <a:path w="5470674" h="5470674" extrusionOk="0">
                <a:moveTo>
                  <a:pt x="0" y="0"/>
                </a:moveTo>
                <a:lnTo>
                  <a:pt x="5470674" y="0"/>
                </a:lnTo>
                <a:lnTo>
                  <a:pt x="5470674" y="5470674"/>
                </a:lnTo>
                <a:lnTo>
                  <a:pt x="0" y="547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19"/>
          <p:cNvGrpSpPr/>
          <p:nvPr/>
        </p:nvGrpSpPr>
        <p:grpSpPr>
          <a:xfrm>
            <a:off x="512464" y="1638240"/>
            <a:ext cx="6744773" cy="4395404"/>
            <a:chOff x="0" y="0"/>
            <a:chExt cx="8993030" cy="5860538"/>
          </a:xfrm>
        </p:grpSpPr>
        <p:sp>
          <p:nvSpPr>
            <p:cNvPr id="798" name="Google Shape;798;p19"/>
            <p:cNvSpPr/>
            <p:nvPr/>
          </p:nvSpPr>
          <p:spPr>
            <a:xfrm>
              <a:off x="0" y="0"/>
              <a:ext cx="8993030" cy="5860538"/>
            </a:xfrm>
            <a:custGeom>
              <a:avLst/>
              <a:gdLst/>
              <a:ahLst/>
              <a:cxnLst/>
              <a:rect l="l" t="t" r="r" b="b"/>
              <a:pathLst>
                <a:path w="8993030" h="5860538" extrusionOk="0">
                  <a:moveTo>
                    <a:pt x="0" y="0"/>
                  </a:moveTo>
                  <a:lnTo>
                    <a:pt x="8993030" y="0"/>
                  </a:lnTo>
                  <a:lnTo>
                    <a:pt x="8993030" y="5860538"/>
                  </a:lnTo>
                  <a:lnTo>
                    <a:pt x="0" y="5860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99" name="Google Shape;799;p19"/>
            <p:cNvSpPr txBox="1"/>
            <p:nvPr/>
          </p:nvSpPr>
          <p:spPr>
            <a:xfrm>
              <a:off x="0" y="47625"/>
              <a:ext cx="8993030" cy="5812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Funcionamiento de la Lampara</a:t>
              </a:r>
              <a:endParaRPr/>
            </a:p>
          </p:txBody>
        </p:sp>
      </p:grpSp>
      <p:sp>
        <p:nvSpPr>
          <p:cNvPr id="800" name="Google Shape;800;p19" descr="Diagrama de flujo - Wikipedia, la enciclopedia libre"/>
          <p:cNvSpPr/>
          <p:nvPr/>
        </p:nvSpPr>
        <p:spPr>
          <a:xfrm>
            <a:off x="9767721" y="1370338"/>
            <a:ext cx="5527680" cy="7546322"/>
          </a:xfrm>
          <a:custGeom>
            <a:avLst/>
            <a:gdLst/>
            <a:ahLst/>
            <a:cxnLst/>
            <a:rect l="l" t="t" r="r" b="b"/>
            <a:pathLst>
              <a:path w="5527680" h="7546322" extrusionOk="0">
                <a:moveTo>
                  <a:pt x="0" y="0"/>
                </a:moveTo>
                <a:lnTo>
                  <a:pt x="5527680" y="0"/>
                </a:lnTo>
                <a:lnTo>
                  <a:pt x="5527680" y="7546322"/>
                </a:lnTo>
                <a:lnTo>
                  <a:pt x="0" y="7546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" r="-5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06" name="Google Shape;806;p20"/>
          <p:cNvGrpSpPr/>
          <p:nvPr/>
        </p:nvGrpSpPr>
        <p:grpSpPr>
          <a:xfrm>
            <a:off x="9529014" y="2241228"/>
            <a:ext cx="8758986" cy="3581400"/>
            <a:chOff x="0" y="0"/>
            <a:chExt cx="11678648" cy="4775200"/>
          </a:xfrm>
        </p:grpSpPr>
        <p:sp>
          <p:nvSpPr>
            <p:cNvPr id="807" name="Google Shape;807;p20"/>
            <p:cNvSpPr/>
            <p:nvPr/>
          </p:nvSpPr>
          <p:spPr>
            <a:xfrm>
              <a:off x="0" y="0"/>
              <a:ext cx="11678648" cy="4775200"/>
            </a:xfrm>
            <a:custGeom>
              <a:avLst/>
              <a:gdLst/>
              <a:ahLst/>
              <a:cxnLst/>
              <a:rect l="l" t="t" r="r" b="b"/>
              <a:pathLst>
                <a:path w="11678648" h="4775200" extrusionOk="0">
                  <a:moveTo>
                    <a:pt x="0" y="0"/>
                  </a:moveTo>
                  <a:lnTo>
                    <a:pt x="11678648" y="0"/>
                  </a:lnTo>
                  <a:lnTo>
                    <a:pt x="11678648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08" name="Google Shape;808;p20"/>
            <p:cNvSpPr txBox="1"/>
            <p:nvPr/>
          </p:nvSpPr>
          <p:spPr>
            <a:xfrm>
              <a:off x="0" y="85725"/>
              <a:ext cx="11678648" cy="4689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Proceso de Compra a Proveedores</a:t>
              </a:r>
              <a:endParaRPr/>
            </a:p>
          </p:txBody>
        </p:sp>
      </p:grpSp>
      <p:sp>
        <p:nvSpPr>
          <p:cNvPr id="809" name="Google Shape;809;p20" descr="Diagrama de flujo de proceso: cómo hacerlo y ejemplos"/>
          <p:cNvSpPr/>
          <p:nvPr/>
        </p:nvSpPr>
        <p:spPr>
          <a:xfrm>
            <a:off x="1189028" y="636316"/>
            <a:ext cx="7712834" cy="9312004"/>
          </a:xfrm>
          <a:custGeom>
            <a:avLst/>
            <a:gdLst/>
            <a:ahLst/>
            <a:cxnLst/>
            <a:rect l="l" t="t" r="r" b="b"/>
            <a:pathLst>
              <a:path w="7712834" h="9312004" extrusionOk="0">
                <a:moveTo>
                  <a:pt x="0" y="0"/>
                </a:moveTo>
                <a:lnTo>
                  <a:pt x="7712833" y="0"/>
                </a:lnTo>
                <a:lnTo>
                  <a:pt x="7712833" y="9312005"/>
                </a:lnTo>
                <a:lnTo>
                  <a:pt x="0" y="9312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077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21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815" name="Google Shape;815;p21"/>
            <p:cNvSpPr/>
            <p:nvPr/>
          </p:nvSpPr>
          <p:spPr>
            <a:xfrm>
              <a:off x="0" y="0"/>
              <a:ext cx="9867900" cy="3192582"/>
            </a:xfrm>
            <a:custGeom>
              <a:avLst/>
              <a:gdLst/>
              <a:ahLst/>
              <a:cxnLst/>
              <a:rect l="l" t="t" r="r" b="b"/>
              <a:pathLst>
                <a:path w="9867900" h="3192582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16" name="Google Shape;816;p21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/>
            </a:p>
          </p:txBody>
        </p:sp>
      </p:grpSp>
      <p:grpSp>
        <p:nvGrpSpPr>
          <p:cNvPr id="817" name="Google Shape;817;p21"/>
          <p:cNvGrpSpPr/>
          <p:nvPr/>
        </p:nvGrpSpPr>
        <p:grpSpPr>
          <a:xfrm>
            <a:off x="1243012" y="4237317"/>
            <a:ext cx="7429500" cy="1011365"/>
            <a:chOff x="0" y="0"/>
            <a:chExt cx="9906000" cy="1348486"/>
          </a:xfrm>
        </p:grpSpPr>
        <p:sp>
          <p:nvSpPr>
            <p:cNvPr id="818" name="Google Shape;818;p21"/>
            <p:cNvSpPr/>
            <p:nvPr/>
          </p:nvSpPr>
          <p:spPr>
            <a:xfrm>
              <a:off x="19050" y="19050"/>
              <a:ext cx="9867900" cy="1310386"/>
            </a:xfrm>
            <a:custGeom>
              <a:avLst/>
              <a:gdLst/>
              <a:ahLst/>
              <a:cxnLst/>
              <a:rect l="l" t="t" r="r" b="b"/>
              <a:pathLst>
                <a:path w="9867900" h="1310386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1310386"/>
                  </a:lnTo>
                  <a:lnTo>
                    <a:pt x="0" y="1310386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0" y="0"/>
              <a:ext cx="9906000" cy="1348486"/>
            </a:xfrm>
            <a:custGeom>
              <a:avLst/>
              <a:gdLst/>
              <a:ahLst/>
              <a:cxnLst/>
              <a:rect l="l" t="t" r="r" b="b"/>
              <a:pathLst>
                <a:path w="9906000" h="1348486" extrusionOk="0">
                  <a:moveTo>
                    <a:pt x="19050" y="0"/>
                  </a:moveTo>
                  <a:lnTo>
                    <a:pt x="9886950" y="0"/>
                  </a:lnTo>
                  <a:cubicBezTo>
                    <a:pt x="9897491" y="0"/>
                    <a:pt x="9906000" y="8509"/>
                    <a:pt x="9906000" y="19050"/>
                  </a:cubicBezTo>
                  <a:lnTo>
                    <a:pt x="9906000" y="1329436"/>
                  </a:lnTo>
                  <a:cubicBezTo>
                    <a:pt x="9906000" y="1339977"/>
                    <a:pt x="9897491" y="1348486"/>
                    <a:pt x="9886950" y="1348486"/>
                  </a:cubicBezTo>
                  <a:lnTo>
                    <a:pt x="19050" y="1348486"/>
                  </a:lnTo>
                  <a:cubicBezTo>
                    <a:pt x="8509" y="1348486"/>
                    <a:pt x="0" y="1339977"/>
                    <a:pt x="0" y="132943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29436"/>
                  </a:lnTo>
                  <a:lnTo>
                    <a:pt x="19050" y="1329436"/>
                  </a:lnTo>
                  <a:lnTo>
                    <a:pt x="19050" y="1310386"/>
                  </a:lnTo>
                  <a:lnTo>
                    <a:pt x="9886950" y="1310386"/>
                  </a:lnTo>
                  <a:lnTo>
                    <a:pt x="9886950" y="1329436"/>
                  </a:lnTo>
                  <a:lnTo>
                    <a:pt x="9867900" y="1329436"/>
                  </a:lnTo>
                  <a:lnTo>
                    <a:pt x="9867900" y="19050"/>
                  </a:lnTo>
                  <a:lnTo>
                    <a:pt x="9886950" y="19050"/>
                  </a:lnTo>
                  <a:lnTo>
                    <a:pt x="98869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21"/>
          <p:cNvGrpSpPr/>
          <p:nvPr/>
        </p:nvGrpSpPr>
        <p:grpSpPr>
          <a:xfrm>
            <a:off x="1613058" y="3661677"/>
            <a:ext cx="5209222" cy="1179957"/>
            <a:chOff x="0" y="0"/>
            <a:chExt cx="6945630" cy="1573276"/>
          </a:xfrm>
        </p:grpSpPr>
        <p:sp>
          <p:nvSpPr>
            <p:cNvPr id="821" name="Google Shape;821;p21"/>
            <p:cNvSpPr/>
            <p:nvPr/>
          </p:nvSpPr>
          <p:spPr>
            <a:xfrm>
              <a:off x="19050" y="19050"/>
              <a:ext cx="6907530" cy="1535176"/>
            </a:xfrm>
            <a:custGeom>
              <a:avLst/>
              <a:gdLst/>
              <a:ahLst/>
              <a:cxnLst/>
              <a:rect l="l" t="t" r="r" b="b"/>
              <a:pathLst>
                <a:path w="6907530" h="1535176" extrusionOk="0">
                  <a:moveTo>
                    <a:pt x="0" y="255905"/>
                  </a:moveTo>
                  <a:cubicBezTo>
                    <a:pt x="0" y="114554"/>
                    <a:pt x="116713" y="0"/>
                    <a:pt x="260731" y="0"/>
                  </a:cubicBezTo>
                  <a:lnTo>
                    <a:pt x="6646799" y="0"/>
                  </a:lnTo>
                  <a:cubicBezTo>
                    <a:pt x="6790817" y="0"/>
                    <a:pt x="6907530" y="114554"/>
                    <a:pt x="6907530" y="255905"/>
                  </a:cubicBezTo>
                  <a:lnTo>
                    <a:pt x="6907530" y="1279271"/>
                  </a:lnTo>
                  <a:cubicBezTo>
                    <a:pt x="6907530" y="1420622"/>
                    <a:pt x="6790817" y="1535176"/>
                    <a:pt x="6646799" y="1535176"/>
                  </a:cubicBezTo>
                  <a:lnTo>
                    <a:pt x="260731" y="1535176"/>
                  </a:lnTo>
                  <a:cubicBezTo>
                    <a:pt x="116713" y="1535176"/>
                    <a:pt x="0" y="1420622"/>
                    <a:pt x="0" y="127927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0" y="0"/>
              <a:ext cx="6945630" cy="1573276"/>
            </a:xfrm>
            <a:custGeom>
              <a:avLst/>
              <a:gdLst/>
              <a:ahLst/>
              <a:cxnLst/>
              <a:rect l="l" t="t" r="r" b="b"/>
              <a:pathLst>
                <a:path w="6945630" h="1573276" extrusionOk="0">
                  <a:moveTo>
                    <a:pt x="0" y="274955"/>
                  </a:moveTo>
                  <a:cubicBezTo>
                    <a:pt x="0" y="122682"/>
                    <a:pt x="125603" y="0"/>
                    <a:pt x="279781" y="0"/>
                  </a:cubicBezTo>
                  <a:lnTo>
                    <a:pt x="6665849" y="0"/>
                  </a:lnTo>
                  <a:lnTo>
                    <a:pt x="6665849" y="19050"/>
                  </a:lnTo>
                  <a:lnTo>
                    <a:pt x="6665849" y="0"/>
                  </a:lnTo>
                  <a:cubicBezTo>
                    <a:pt x="6820027" y="0"/>
                    <a:pt x="6945630" y="122682"/>
                    <a:pt x="6945630" y="274955"/>
                  </a:cubicBezTo>
                  <a:lnTo>
                    <a:pt x="6926580" y="274955"/>
                  </a:lnTo>
                  <a:lnTo>
                    <a:pt x="6945630" y="274955"/>
                  </a:lnTo>
                  <a:lnTo>
                    <a:pt x="6945630" y="1298321"/>
                  </a:lnTo>
                  <a:lnTo>
                    <a:pt x="6926580" y="1298321"/>
                  </a:lnTo>
                  <a:lnTo>
                    <a:pt x="6945630" y="1298321"/>
                  </a:lnTo>
                  <a:cubicBezTo>
                    <a:pt x="6945630" y="1450467"/>
                    <a:pt x="6820027" y="1573276"/>
                    <a:pt x="6665849" y="1573276"/>
                  </a:cubicBezTo>
                  <a:lnTo>
                    <a:pt x="6665849" y="1554226"/>
                  </a:lnTo>
                  <a:lnTo>
                    <a:pt x="6665849" y="1573276"/>
                  </a:lnTo>
                  <a:lnTo>
                    <a:pt x="279781" y="1573276"/>
                  </a:lnTo>
                  <a:lnTo>
                    <a:pt x="279781" y="1554226"/>
                  </a:lnTo>
                  <a:lnTo>
                    <a:pt x="279781" y="1573276"/>
                  </a:lnTo>
                  <a:cubicBezTo>
                    <a:pt x="125603" y="1573149"/>
                    <a:pt x="0" y="1450467"/>
                    <a:pt x="0" y="1298194"/>
                  </a:cubicBezTo>
                  <a:lnTo>
                    <a:pt x="0" y="274955"/>
                  </a:lnTo>
                  <a:lnTo>
                    <a:pt x="19050" y="274955"/>
                  </a:lnTo>
                  <a:lnTo>
                    <a:pt x="0" y="274955"/>
                  </a:lnTo>
                  <a:moveTo>
                    <a:pt x="38100" y="274955"/>
                  </a:moveTo>
                  <a:lnTo>
                    <a:pt x="38100" y="1298321"/>
                  </a:lnTo>
                  <a:lnTo>
                    <a:pt x="19050" y="1298321"/>
                  </a:lnTo>
                  <a:lnTo>
                    <a:pt x="38100" y="1298321"/>
                  </a:lnTo>
                  <a:cubicBezTo>
                    <a:pt x="38100" y="1428750"/>
                    <a:pt x="145923" y="1535176"/>
                    <a:pt x="279781" y="1535176"/>
                  </a:cubicBezTo>
                  <a:lnTo>
                    <a:pt x="6665849" y="1535176"/>
                  </a:lnTo>
                  <a:cubicBezTo>
                    <a:pt x="6799707" y="1535176"/>
                    <a:pt x="6907530" y="1428877"/>
                    <a:pt x="6907530" y="1298321"/>
                  </a:cubicBezTo>
                  <a:lnTo>
                    <a:pt x="6907530" y="274955"/>
                  </a:lnTo>
                  <a:cubicBezTo>
                    <a:pt x="6907530" y="144399"/>
                    <a:pt x="6799707" y="38100"/>
                    <a:pt x="6665849" y="38100"/>
                  </a:cubicBezTo>
                  <a:lnTo>
                    <a:pt x="279781" y="38100"/>
                  </a:lnTo>
                  <a:lnTo>
                    <a:pt x="279781" y="19050"/>
                  </a:lnTo>
                  <a:lnTo>
                    <a:pt x="279781" y="38100"/>
                  </a:lnTo>
                  <a:cubicBezTo>
                    <a:pt x="145923" y="38100"/>
                    <a:pt x="38100" y="144399"/>
                    <a:pt x="38100" y="274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21"/>
          <p:cNvGrpSpPr/>
          <p:nvPr/>
        </p:nvGrpSpPr>
        <p:grpSpPr>
          <a:xfrm>
            <a:off x="1669258" y="3717878"/>
            <a:ext cx="5096822" cy="1067454"/>
            <a:chOff x="0" y="0"/>
            <a:chExt cx="6795762" cy="1423272"/>
          </a:xfrm>
        </p:grpSpPr>
        <p:sp>
          <p:nvSpPr>
            <p:cNvPr id="824" name="Google Shape;824;p21"/>
            <p:cNvSpPr/>
            <p:nvPr/>
          </p:nvSpPr>
          <p:spPr>
            <a:xfrm>
              <a:off x="0" y="0"/>
              <a:ext cx="6795762" cy="1423272"/>
            </a:xfrm>
            <a:custGeom>
              <a:avLst/>
              <a:gdLst/>
              <a:ahLst/>
              <a:cxnLst/>
              <a:rect l="l" t="t" r="r" b="b"/>
              <a:pathLst>
                <a:path w="6795762" h="1423272" extrusionOk="0">
                  <a:moveTo>
                    <a:pt x="0" y="0"/>
                  </a:moveTo>
                  <a:lnTo>
                    <a:pt x="6795762" y="0"/>
                  </a:lnTo>
                  <a:lnTo>
                    <a:pt x="6795762" y="1423272"/>
                  </a:lnTo>
                  <a:lnTo>
                    <a:pt x="0" y="1423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25" name="Google Shape;825;p21"/>
            <p:cNvSpPr txBox="1"/>
            <p:nvPr/>
          </p:nvSpPr>
          <p:spPr>
            <a:xfrm>
              <a:off x="0" y="47625"/>
              <a:ext cx="6795762" cy="1375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es?</a:t>
              </a:r>
              <a:endParaRPr/>
            </a:p>
          </p:txBody>
        </p:sp>
      </p:grpSp>
      <p:grpSp>
        <p:nvGrpSpPr>
          <p:cNvPr id="826" name="Google Shape;826;p21"/>
          <p:cNvGrpSpPr/>
          <p:nvPr/>
        </p:nvGrpSpPr>
        <p:grpSpPr>
          <a:xfrm>
            <a:off x="1243012" y="6006357"/>
            <a:ext cx="7429500" cy="1011364"/>
            <a:chOff x="0" y="0"/>
            <a:chExt cx="9906000" cy="1348486"/>
          </a:xfrm>
        </p:grpSpPr>
        <p:sp>
          <p:nvSpPr>
            <p:cNvPr id="827" name="Google Shape;827;p21"/>
            <p:cNvSpPr/>
            <p:nvPr/>
          </p:nvSpPr>
          <p:spPr>
            <a:xfrm>
              <a:off x="19050" y="19050"/>
              <a:ext cx="9867900" cy="1310386"/>
            </a:xfrm>
            <a:custGeom>
              <a:avLst/>
              <a:gdLst/>
              <a:ahLst/>
              <a:cxnLst/>
              <a:rect l="l" t="t" r="r" b="b"/>
              <a:pathLst>
                <a:path w="9867900" h="1310386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1310386"/>
                  </a:lnTo>
                  <a:lnTo>
                    <a:pt x="0" y="1310386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0" y="0"/>
              <a:ext cx="9906000" cy="1348486"/>
            </a:xfrm>
            <a:custGeom>
              <a:avLst/>
              <a:gdLst/>
              <a:ahLst/>
              <a:cxnLst/>
              <a:rect l="l" t="t" r="r" b="b"/>
              <a:pathLst>
                <a:path w="9906000" h="1348486" extrusionOk="0">
                  <a:moveTo>
                    <a:pt x="19050" y="0"/>
                  </a:moveTo>
                  <a:lnTo>
                    <a:pt x="9886950" y="0"/>
                  </a:lnTo>
                  <a:cubicBezTo>
                    <a:pt x="9897491" y="0"/>
                    <a:pt x="9906000" y="8509"/>
                    <a:pt x="9906000" y="19050"/>
                  </a:cubicBezTo>
                  <a:lnTo>
                    <a:pt x="9906000" y="1329436"/>
                  </a:lnTo>
                  <a:cubicBezTo>
                    <a:pt x="9906000" y="1339977"/>
                    <a:pt x="9897491" y="1348486"/>
                    <a:pt x="9886950" y="1348486"/>
                  </a:cubicBezTo>
                  <a:lnTo>
                    <a:pt x="19050" y="1348486"/>
                  </a:lnTo>
                  <a:cubicBezTo>
                    <a:pt x="8509" y="1348486"/>
                    <a:pt x="0" y="1339977"/>
                    <a:pt x="0" y="132943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29436"/>
                  </a:lnTo>
                  <a:lnTo>
                    <a:pt x="19050" y="1329436"/>
                  </a:lnTo>
                  <a:lnTo>
                    <a:pt x="19050" y="1310386"/>
                  </a:lnTo>
                  <a:lnTo>
                    <a:pt x="9886950" y="1310386"/>
                  </a:lnTo>
                  <a:lnTo>
                    <a:pt x="9886950" y="1329436"/>
                  </a:lnTo>
                  <a:lnTo>
                    <a:pt x="9867900" y="1329436"/>
                  </a:lnTo>
                  <a:lnTo>
                    <a:pt x="9867900" y="19050"/>
                  </a:lnTo>
                  <a:lnTo>
                    <a:pt x="9886950" y="19050"/>
                  </a:lnTo>
                  <a:lnTo>
                    <a:pt x="98869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1"/>
          <p:cNvGrpSpPr/>
          <p:nvPr/>
        </p:nvGrpSpPr>
        <p:grpSpPr>
          <a:xfrm>
            <a:off x="1613058" y="5430717"/>
            <a:ext cx="5209222" cy="1179957"/>
            <a:chOff x="0" y="0"/>
            <a:chExt cx="6945630" cy="1573276"/>
          </a:xfrm>
        </p:grpSpPr>
        <p:sp>
          <p:nvSpPr>
            <p:cNvPr id="830" name="Google Shape;830;p21"/>
            <p:cNvSpPr/>
            <p:nvPr/>
          </p:nvSpPr>
          <p:spPr>
            <a:xfrm>
              <a:off x="19050" y="19050"/>
              <a:ext cx="6907530" cy="1535176"/>
            </a:xfrm>
            <a:custGeom>
              <a:avLst/>
              <a:gdLst/>
              <a:ahLst/>
              <a:cxnLst/>
              <a:rect l="l" t="t" r="r" b="b"/>
              <a:pathLst>
                <a:path w="6907530" h="1535176" extrusionOk="0">
                  <a:moveTo>
                    <a:pt x="0" y="255905"/>
                  </a:moveTo>
                  <a:cubicBezTo>
                    <a:pt x="0" y="114554"/>
                    <a:pt x="116713" y="0"/>
                    <a:pt x="260731" y="0"/>
                  </a:cubicBezTo>
                  <a:lnTo>
                    <a:pt x="6646799" y="0"/>
                  </a:lnTo>
                  <a:cubicBezTo>
                    <a:pt x="6790817" y="0"/>
                    <a:pt x="6907530" y="114554"/>
                    <a:pt x="6907530" y="255905"/>
                  </a:cubicBezTo>
                  <a:lnTo>
                    <a:pt x="6907530" y="1279271"/>
                  </a:lnTo>
                  <a:cubicBezTo>
                    <a:pt x="6907530" y="1420622"/>
                    <a:pt x="6790817" y="1535176"/>
                    <a:pt x="6646799" y="1535176"/>
                  </a:cubicBezTo>
                  <a:lnTo>
                    <a:pt x="260731" y="1535176"/>
                  </a:lnTo>
                  <a:cubicBezTo>
                    <a:pt x="116713" y="1535176"/>
                    <a:pt x="0" y="1420622"/>
                    <a:pt x="0" y="1279271"/>
                  </a:cubicBez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0" y="0"/>
              <a:ext cx="6945630" cy="1573276"/>
            </a:xfrm>
            <a:custGeom>
              <a:avLst/>
              <a:gdLst/>
              <a:ahLst/>
              <a:cxnLst/>
              <a:rect l="l" t="t" r="r" b="b"/>
              <a:pathLst>
                <a:path w="6945630" h="1573276" extrusionOk="0">
                  <a:moveTo>
                    <a:pt x="0" y="274955"/>
                  </a:moveTo>
                  <a:cubicBezTo>
                    <a:pt x="0" y="122682"/>
                    <a:pt x="125603" y="0"/>
                    <a:pt x="279781" y="0"/>
                  </a:cubicBezTo>
                  <a:lnTo>
                    <a:pt x="6665849" y="0"/>
                  </a:lnTo>
                  <a:lnTo>
                    <a:pt x="6665849" y="19050"/>
                  </a:lnTo>
                  <a:lnTo>
                    <a:pt x="6665849" y="0"/>
                  </a:lnTo>
                  <a:cubicBezTo>
                    <a:pt x="6820027" y="0"/>
                    <a:pt x="6945630" y="122682"/>
                    <a:pt x="6945630" y="274955"/>
                  </a:cubicBezTo>
                  <a:lnTo>
                    <a:pt x="6926580" y="274955"/>
                  </a:lnTo>
                  <a:lnTo>
                    <a:pt x="6945630" y="274955"/>
                  </a:lnTo>
                  <a:lnTo>
                    <a:pt x="6945630" y="1298321"/>
                  </a:lnTo>
                  <a:lnTo>
                    <a:pt x="6926580" y="1298321"/>
                  </a:lnTo>
                  <a:lnTo>
                    <a:pt x="6945630" y="1298321"/>
                  </a:lnTo>
                  <a:cubicBezTo>
                    <a:pt x="6945630" y="1450467"/>
                    <a:pt x="6820027" y="1573276"/>
                    <a:pt x="6665849" y="1573276"/>
                  </a:cubicBezTo>
                  <a:lnTo>
                    <a:pt x="6665849" y="1554226"/>
                  </a:lnTo>
                  <a:lnTo>
                    <a:pt x="6665849" y="1573276"/>
                  </a:lnTo>
                  <a:lnTo>
                    <a:pt x="279781" y="1573276"/>
                  </a:lnTo>
                  <a:lnTo>
                    <a:pt x="279781" y="1554226"/>
                  </a:lnTo>
                  <a:lnTo>
                    <a:pt x="279781" y="1573276"/>
                  </a:lnTo>
                  <a:cubicBezTo>
                    <a:pt x="125603" y="1573149"/>
                    <a:pt x="0" y="1450467"/>
                    <a:pt x="0" y="1298194"/>
                  </a:cubicBezTo>
                  <a:lnTo>
                    <a:pt x="0" y="274955"/>
                  </a:lnTo>
                  <a:lnTo>
                    <a:pt x="19050" y="274955"/>
                  </a:lnTo>
                  <a:lnTo>
                    <a:pt x="0" y="274955"/>
                  </a:lnTo>
                  <a:moveTo>
                    <a:pt x="38100" y="274955"/>
                  </a:moveTo>
                  <a:lnTo>
                    <a:pt x="38100" y="1298321"/>
                  </a:lnTo>
                  <a:lnTo>
                    <a:pt x="19050" y="1298321"/>
                  </a:lnTo>
                  <a:lnTo>
                    <a:pt x="38100" y="1298321"/>
                  </a:lnTo>
                  <a:cubicBezTo>
                    <a:pt x="38100" y="1428750"/>
                    <a:pt x="145923" y="1535176"/>
                    <a:pt x="279781" y="1535176"/>
                  </a:cubicBezTo>
                  <a:lnTo>
                    <a:pt x="6665849" y="1535176"/>
                  </a:lnTo>
                  <a:cubicBezTo>
                    <a:pt x="6799707" y="1535176"/>
                    <a:pt x="6907530" y="1428877"/>
                    <a:pt x="6907530" y="1298321"/>
                  </a:cubicBezTo>
                  <a:lnTo>
                    <a:pt x="6907530" y="274955"/>
                  </a:lnTo>
                  <a:cubicBezTo>
                    <a:pt x="6907530" y="144399"/>
                    <a:pt x="6799707" y="38100"/>
                    <a:pt x="6665849" y="38100"/>
                  </a:cubicBezTo>
                  <a:lnTo>
                    <a:pt x="279781" y="38100"/>
                  </a:lnTo>
                  <a:lnTo>
                    <a:pt x="279781" y="19050"/>
                  </a:lnTo>
                  <a:lnTo>
                    <a:pt x="279781" y="38100"/>
                  </a:lnTo>
                  <a:cubicBezTo>
                    <a:pt x="145923" y="38100"/>
                    <a:pt x="38100" y="144399"/>
                    <a:pt x="38100" y="274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" name="Google Shape;832;p21"/>
          <p:cNvGrpSpPr/>
          <p:nvPr/>
        </p:nvGrpSpPr>
        <p:grpSpPr>
          <a:xfrm>
            <a:off x="1669258" y="5486918"/>
            <a:ext cx="5096822" cy="1067454"/>
            <a:chOff x="0" y="0"/>
            <a:chExt cx="6795762" cy="1423272"/>
          </a:xfrm>
        </p:grpSpPr>
        <p:sp>
          <p:nvSpPr>
            <p:cNvPr id="833" name="Google Shape;833;p21"/>
            <p:cNvSpPr/>
            <p:nvPr/>
          </p:nvSpPr>
          <p:spPr>
            <a:xfrm>
              <a:off x="0" y="0"/>
              <a:ext cx="6795762" cy="1423272"/>
            </a:xfrm>
            <a:custGeom>
              <a:avLst/>
              <a:gdLst/>
              <a:ahLst/>
              <a:cxnLst/>
              <a:rect l="l" t="t" r="r" b="b"/>
              <a:pathLst>
                <a:path w="6795762" h="1423272" extrusionOk="0">
                  <a:moveTo>
                    <a:pt x="0" y="0"/>
                  </a:moveTo>
                  <a:lnTo>
                    <a:pt x="6795762" y="0"/>
                  </a:lnTo>
                  <a:lnTo>
                    <a:pt x="6795762" y="1423272"/>
                  </a:lnTo>
                  <a:lnTo>
                    <a:pt x="0" y="1423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34" name="Google Shape;834;p21"/>
            <p:cNvSpPr txBox="1"/>
            <p:nvPr/>
          </p:nvSpPr>
          <p:spPr>
            <a:xfrm>
              <a:off x="0" y="47625"/>
              <a:ext cx="6795762" cy="1375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Importancia</a:t>
              </a:r>
              <a:endParaRPr/>
            </a:p>
          </p:txBody>
        </p:sp>
      </p:grpSp>
      <p:grpSp>
        <p:nvGrpSpPr>
          <p:cNvPr id="835" name="Google Shape;835;p21"/>
          <p:cNvGrpSpPr/>
          <p:nvPr/>
        </p:nvGrpSpPr>
        <p:grpSpPr>
          <a:xfrm>
            <a:off x="1243012" y="7775397"/>
            <a:ext cx="7429500" cy="1011365"/>
            <a:chOff x="0" y="0"/>
            <a:chExt cx="9906000" cy="1348486"/>
          </a:xfrm>
        </p:grpSpPr>
        <p:sp>
          <p:nvSpPr>
            <p:cNvPr id="836" name="Google Shape;836;p21"/>
            <p:cNvSpPr/>
            <p:nvPr/>
          </p:nvSpPr>
          <p:spPr>
            <a:xfrm>
              <a:off x="19050" y="19050"/>
              <a:ext cx="9867900" cy="1310386"/>
            </a:xfrm>
            <a:custGeom>
              <a:avLst/>
              <a:gdLst/>
              <a:ahLst/>
              <a:cxnLst/>
              <a:rect l="l" t="t" r="r" b="b"/>
              <a:pathLst>
                <a:path w="9867900" h="1310386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1310386"/>
                  </a:lnTo>
                  <a:lnTo>
                    <a:pt x="0" y="1310386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0" y="0"/>
              <a:ext cx="9906000" cy="1348486"/>
            </a:xfrm>
            <a:custGeom>
              <a:avLst/>
              <a:gdLst/>
              <a:ahLst/>
              <a:cxnLst/>
              <a:rect l="l" t="t" r="r" b="b"/>
              <a:pathLst>
                <a:path w="9906000" h="1348486" extrusionOk="0">
                  <a:moveTo>
                    <a:pt x="19050" y="0"/>
                  </a:moveTo>
                  <a:lnTo>
                    <a:pt x="9886950" y="0"/>
                  </a:lnTo>
                  <a:cubicBezTo>
                    <a:pt x="9897491" y="0"/>
                    <a:pt x="9906000" y="8509"/>
                    <a:pt x="9906000" y="19050"/>
                  </a:cubicBezTo>
                  <a:lnTo>
                    <a:pt x="9906000" y="1329436"/>
                  </a:lnTo>
                  <a:cubicBezTo>
                    <a:pt x="9906000" y="1339977"/>
                    <a:pt x="9897491" y="1348486"/>
                    <a:pt x="9886950" y="1348486"/>
                  </a:cubicBezTo>
                  <a:lnTo>
                    <a:pt x="19050" y="1348486"/>
                  </a:lnTo>
                  <a:cubicBezTo>
                    <a:pt x="8509" y="1348486"/>
                    <a:pt x="0" y="1339977"/>
                    <a:pt x="0" y="132943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29436"/>
                  </a:lnTo>
                  <a:lnTo>
                    <a:pt x="19050" y="1329436"/>
                  </a:lnTo>
                  <a:lnTo>
                    <a:pt x="19050" y="1310386"/>
                  </a:lnTo>
                  <a:lnTo>
                    <a:pt x="9886950" y="1310386"/>
                  </a:lnTo>
                  <a:lnTo>
                    <a:pt x="9886950" y="1329436"/>
                  </a:lnTo>
                  <a:lnTo>
                    <a:pt x="9867900" y="1329436"/>
                  </a:lnTo>
                  <a:lnTo>
                    <a:pt x="9867900" y="19050"/>
                  </a:lnTo>
                  <a:lnTo>
                    <a:pt x="9886950" y="19050"/>
                  </a:lnTo>
                  <a:lnTo>
                    <a:pt x="98869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8" name="Google Shape;838;p21"/>
          <p:cNvGrpSpPr/>
          <p:nvPr/>
        </p:nvGrpSpPr>
        <p:grpSpPr>
          <a:xfrm>
            <a:off x="1613058" y="7199757"/>
            <a:ext cx="5209222" cy="1179957"/>
            <a:chOff x="0" y="0"/>
            <a:chExt cx="6945630" cy="1573276"/>
          </a:xfrm>
        </p:grpSpPr>
        <p:sp>
          <p:nvSpPr>
            <p:cNvPr id="839" name="Google Shape;839;p21"/>
            <p:cNvSpPr/>
            <p:nvPr/>
          </p:nvSpPr>
          <p:spPr>
            <a:xfrm>
              <a:off x="19050" y="19050"/>
              <a:ext cx="6907530" cy="1535176"/>
            </a:xfrm>
            <a:custGeom>
              <a:avLst/>
              <a:gdLst/>
              <a:ahLst/>
              <a:cxnLst/>
              <a:rect l="l" t="t" r="r" b="b"/>
              <a:pathLst>
                <a:path w="6907530" h="1535176" extrusionOk="0">
                  <a:moveTo>
                    <a:pt x="0" y="255905"/>
                  </a:moveTo>
                  <a:cubicBezTo>
                    <a:pt x="0" y="114554"/>
                    <a:pt x="116713" y="0"/>
                    <a:pt x="260731" y="0"/>
                  </a:cubicBezTo>
                  <a:lnTo>
                    <a:pt x="6646799" y="0"/>
                  </a:lnTo>
                  <a:cubicBezTo>
                    <a:pt x="6790817" y="0"/>
                    <a:pt x="6907530" y="114554"/>
                    <a:pt x="6907530" y="255905"/>
                  </a:cubicBezTo>
                  <a:lnTo>
                    <a:pt x="6907530" y="1279271"/>
                  </a:lnTo>
                  <a:cubicBezTo>
                    <a:pt x="6907530" y="1420622"/>
                    <a:pt x="6790817" y="1535176"/>
                    <a:pt x="6646799" y="1535176"/>
                  </a:cubicBezTo>
                  <a:lnTo>
                    <a:pt x="260731" y="1535176"/>
                  </a:lnTo>
                  <a:cubicBezTo>
                    <a:pt x="116713" y="1535176"/>
                    <a:pt x="0" y="1420622"/>
                    <a:pt x="0" y="1279271"/>
                  </a:cubicBez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0" y="0"/>
              <a:ext cx="6945630" cy="1573276"/>
            </a:xfrm>
            <a:custGeom>
              <a:avLst/>
              <a:gdLst/>
              <a:ahLst/>
              <a:cxnLst/>
              <a:rect l="l" t="t" r="r" b="b"/>
              <a:pathLst>
                <a:path w="6945630" h="1573276" extrusionOk="0">
                  <a:moveTo>
                    <a:pt x="0" y="274955"/>
                  </a:moveTo>
                  <a:cubicBezTo>
                    <a:pt x="0" y="122682"/>
                    <a:pt x="125603" y="0"/>
                    <a:pt x="279781" y="0"/>
                  </a:cubicBezTo>
                  <a:lnTo>
                    <a:pt x="6665849" y="0"/>
                  </a:lnTo>
                  <a:lnTo>
                    <a:pt x="6665849" y="19050"/>
                  </a:lnTo>
                  <a:lnTo>
                    <a:pt x="6665849" y="0"/>
                  </a:lnTo>
                  <a:cubicBezTo>
                    <a:pt x="6820027" y="0"/>
                    <a:pt x="6945630" y="122682"/>
                    <a:pt x="6945630" y="274955"/>
                  </a:cubicBezTo>
                  <a:lnTo>
                    <a:pt x="6926580" y="274955"/>
                  </a:lnTo>
                  <a:lnTo>
                    <a:pt x="6945630" y="274955"/>
                  </a:lnTo>
                  <a:lnTo>
                    <a:pt x="6945630" y="1298321"/>
                  </a:lnTo>
                  <a:lnTo>
                    <a:pt x="6926580" y="1298321"/>
                  </a:lnTo>
                  <a:lnTo>
                    <a:pt x="6945630" y="1298321"/>
                  </a:lnTo>
                  <a:cubicBezTo>
                    <a:pt x="6945630" y="1450467"/>
                    <a:pt x="6820027" y="1573276"/>
                    <a:pt x="6665849" y="1573276"/>
                  </a:cubicBezTo>
                  <a:lnTo>
                    <a:pt x="6665849" y="1554226"/>
                  </a:lnTo>
                  <a:lnTo>
                    <a:pt x="6665849" y="1573276"/>
                  </a:lnTo>
                  <a:lnTo>
                    <a:pt x="279781" y="1573276"/>
                  </a:lnTo>
                  <a:lnTo>
                    <a:pt x="279781" y="1554226"/>
                  </a:lnTo>
                  <a:lnTo>
                    <a:pt x="279781" y="1573276"/>
                  </a:lnTo>
                  <a:cubicBezTo>
                    <a:pt x="125603" y="1573149"/>
                    <a:pt x="0" y="1450467"/>
                    <a:pt x="0" y="1298194"/>
                  </a:cubicBezTo>
                  <a:lnTo>
                    <a:pt x="0" y="274955"/>
                  </a:lnTo>
                  <a:lnTo>
                    <a:pt x="19050" y="274955"/>
                  </a:lnTo>
                  <a:lnTo>
                    <a:pt x="0" y="274955"/>
                  </a:lnTo>
                  <a:moveTo>
                    <a:pt x="38100" y="274955"/>
                  </a:moveTo>
                  <a:lnTo>
                    <a:pt x="38100" y="1298321"/>
                  </a:lnTo>
                  <a:lnTo>
                    <a:pt x="19050" y="1298321"/>
                  </a:lnTo>
                  <a:lnTo>
                    <a:pt x="38100" y="1298321"/>
                  </a:lnTo>
                  <a:cubicBezTo>
                    <a:pt x="38100" y="1428750"/>
                    <a:pt x="145923" y="1535176"/>
                    <a:pt x="279781" y="1535176"/>
                  </a:cubicBezTo>
                  <a:lnTo>
                    <a:pt x="6665849" y="1535176"/>
                  </a:lnTo>
                  <a:cubicBezTo>
                    <a:pt x="6799707" y="1535176"/>
                    <a:pt x="6907530" y="1428877"/>
                    <a:pt x="6907530" y="1298321"/>
                  </a:cubicBezTo>
                  <a:lnTo>
                    <a:pt x="6907530" y="274955"/>
                  </a:lnTo>
                  <a:cubicBezTo>
                    <a:pt x="6907530" y="144399"/>
                    <a:pt x="6799707" y="38100"/>
                    <a:pt x="6665849" y="38100"/>
                  </a:cubicBezTo>
                  <a:lnTo>
                    <a:pt x="279781" y="38100"/>
                  </a:lnTo>
                  <a:lnTo>
                    <a:pt x="279781" y="19050"/>
                  </a:lnTo>
                  <a:lnTo>
                    <a:pt x="279781" y="38100"/>
                  </a:lnTo>
                  <a:cubicBezTo>
                    <a:pt x="145923" y="38100"/>
                    <a:pt x="38100" y="144399"/>
                    <a:pt x="38100" y="274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1" name="Google Shape;841;p21"/>
          <p:cNvGrpSpPr/>
          <p:nvPr/>
        </p:nvGrpSpPr>
        <p:grpSpPr>
          <a:xfrm>
            <a:off x="1669258" y="7255958"/>
            <a:ext cx="5096822" cy="1067454"/>
            <a:chOff x="0" y="0"/>
            <a:chExt cx="6795762" cy="1423272"/>
          </a:xfrm>
        </p:grpSpPr>
        <p:sp>
          <p:nvSpPr>
            <p:cNvPr id="842" name="Google Shape;842;p21"/>
            <p:cNvSpPr/>
            <p:nvPr/>
          </p:nvSpPr>
          <p:spPr>
            <a:xfrm>
              <a:off x="0" y="0"/>
              <a:ext cx="6795762" cy="1423272"/>
            </a:xfrm>
            <a:custGeom>
              <a:avLst/>
              <a:gdLst/>
              <a:ahLst/>
              <a:cxnLst/>
              <a:rect l="l" t="t" r="r" b="b"/>
              <a:pathLst>
                <a:path w="6795762" h="1423272" extrusionOk="0">
                  <a:moveTo>
                    <a:pt x="0" y="0"/>
                  </a:moveTo>
                  <a:lnTo>
                    <a:pt x="6795762" y="0"/>
                  </a:lnTo>
                  <a:lnTo>
                    <a:pt x="6795762" y="1423272"/>
                  </a:lnTo>
                  <a:lnTo>
                    <a:pt x="0" y="1423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43" name="Google Shape;843;p21"/>
            <p:cNvSpPr txBox="1"/>
            <p:nvPr/>
          </p:nvSpPr>
          <p:spPr>
            <a:xfrm>
              <a:off x="0" y="47625"/>
              <a:ext cx="6795762" cy="1375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Estructuras básicas</a:t>
              </a:r>
              <a:endParaRPr/>
            </a:p>
          </p:txBody>
        </p:sp>
      </p:grpSp>
      <p:sp>
        <p:nvSpPr>
          <p:cNvPr id="844" name="Google Shape;844;p21" descr="Dibujo en blanco y negro con la boca abierta  Descripción generada automáticamente con confianza media"/>
          <p:cNvSpPr/>
          <p:nvPr/>
        </p:nvSpPr>
        <p:spPr>
          <a:xfrm>
            <a:off x="9622890" y="2003877"/>
            <a:ext cx="7236252" cy="6277448"/>
          </a:xfrm>
          <a:custGeom>
            <a:avLst/>
            <a:gdLst/>
            <a:ahLst/>
            <a:cxnLst/>
            <a:rect l="l" t="t" r="r" b="b"/>
            <a:pathLst>
              <a:path w="7236252" h="6277448" extrusionOk="0">
                <a:moveTo>
                  <a:pt x="0" y="0"/>
                </a:moveTo>
                <a:lnTo>
                  <a:pt x="7236252" y="0"/>
                </a:lnTo>
                <a:lnTo>
                  <a:pt x="7236252" y="6277447"/>
                </a:lnTo>
                <a:lnTo>
                  <a:pt x="0" y="6277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5" b="-5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2"/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C4CC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50" name="Google Shape;850;p22"/>
          <p:cNvGrpSpPr/>
          <p:nvPr/>
        </p:nvGrpSpPr>
        <p:grpSpPr>
          <a:xfrm>
            <a:off x="1045029" y="1683002"/>
            <a:ext cx="4561028" cy="6920999"/>
            <a:chOff x="0" y="0"/>
            <a:chExt cx="6081370" cy="9227998"/>
          </a:xfrm>
        </p:grpSpPr>
        <p:sp>
          <p:nvSpPr>
            <p:cNvPr id="851" name="Google Shape;851;p22"/>
            <p:cNvSpPr/>
            <p:nvPr/>
          </p:nvSpPr>
          <p:spPr>
            <a:xfrm>
              <a:off x="0" y="0"/>
              <a:ext cx="6081370" cy="9227998"/>
            </a:xfrm>
            <a:custGeom>
              <a:avLst/>
              <a:gdLst/>
              <a:ahLst/>
              <a:cxnLst/>
              <a:rect l="l" t="t" r="r" b="b"/>
              <a:pathLst>
                <a:path w="6081370" h="9227998" extrusionOk="0">
                  <a:moveTo>
                    <a:pt x="0" y="0"/>
                  </a:moveTo>
                  <a:lnTo>
                    <a:pt x="6081370" y="0"/>
                  </a:lnTo>
                  <a:lnTo>
                    <a:pt x="6081370" y="9227998"/>
                  </a:lnTo>
                  <a:lnTo>
                    <a:pt x="0" y="9227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52" name="Google Shape;852;p22"/>
            <p:cNvSpPr txBox="1"/>
            <p:nvPr/>
          </p:nvSpPr>
          <p:spPr>
            <a:xfrm>
              <a:off x="0" y="47625"/>
              <a:ext cx="6081370" cy="9180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¿Qué es el Pseudocódigo?</a:t>
              </a:r>
              <a:endParaRPr/>
            </a:p>
          </p:txBody>
        </p:sp>
      </p:grpSp>
      <p:grpSp>
        <p:nvGrpSpPr>
          <p:cNvPr id="853" name="Google Shape;853;p22"/>
          <p:cNvGrpSpPr/>
          <p:nvPr/>
        </p:nvGrpSpPr>
        <p:grpSpPr>
          <a:xfrm>
            <a:off x="7067461" y="1640139"/>
            <a:ext cx="9849847" cy="7184774"/>
            <a:chOff x="0" y="-57150"/>
            <a:chExt cx="13133129" cy="9579698"/>
          </a:xfrm>
        </p:grpSpPr>
        <p:sp>
          <p:nvSpPr>
            <p:cNvPr id="854" name="Google Shape;854;p22"/>
            <p:cNvSpPr/>
            <p:nvPr/>
          </p:nvSpPr>
          <p:spPr>
            <a:xfrm>
              <a:off x="0" y="0"/>
              <a:ext cx="13133129" cy="9522548"/>
            </a:xfrm>
            <a:custGeom>
              <a:avLst/>
              <a:gdLst/>
              <a:ahLst/>
              <a:cxnLst/>
              <a:rect l="l" t="t" r="r" b="b"/>
              <a:pathLst>
                <a:path w="13133129" h="9522548" extrusionOk="0">
                  <a:moveTo>
                    <a:pt x="0" y="0"/>
                  </a:moveTo>
                  <a:lnTo>
                    <a:pt x="13133129" y="0"/>
                  </a:lnTo>
                  <a:lnTo>
                    <a:pt x="13133129" y="9522548"/>
                  </a:lnTo>
                  <a:lnTo>
                    <a:pt x="0" y="9522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55" name="Google Shape;855;p22"/>
            <p:cNvSpPr txBox="1"/>
            <p:nvPr/>
          </p:nvSpPr>
          <p:spPr>
            <a:xfrm>
              <a:off x="0" y="-57150"/>
              <a:ext cx="13133128" cy="9579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El pseudocódigo es una descripción informal de un algoritmo o programa, el cuál se puede escribir por medio del lenguaje natural estructurado que puede imitar la lógica del código pero sin seguir las reglas de la sintaxis del lenguaje de programación; teniendo como propósito el mostrar el flujo lógico de un programa o sistema de manera que cualquier persona que tenga o no experiencia en programación pueda comprender y entender los pasos que realiza el algoritmo.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En contraste con el código, el pseudocódigo no se ejecuta en el ordenador, sino que actúa como puente entre la idea y el código final; siendo una forma de planificar el proceso antes de lidiar con detalles técnicos y sintácticos de un lenguaje de programación en concreto.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" name="Google Shape;860;p23"/>
          <p:cNvGrpSpPr/>
          <p:nvPr/>
        </p:nvGrpSpPr>
        <p:grpSpPr>
          <a:xfrm>
            <a:off x="1257300" y="1059783"/>
            <a:ext cx="15773383" cy="2977006"/>
            <a:chOff x="0" y="0"/>
            <a:chExt cx="21031177" cy="3969342"/>
          </a:xfrm>
        </p:grpSpPr>
        <p:sp>
          <p:nvSpPr>
            <p:cNvPr id="861" name="Google Shape;861;p23"/>
            <p:cNvSpPr/>
            <p:nvPr/>
          </p:nvSpPr>
          <p:spPr>
            <a:xfrm>
              <a:off x="0" y="0"/>
              <a:ext cx="21031177" cy="3969342"/>
            </a:xfrm>
            <a:custGeom>
              <a:avLst/>
              <a:gdLst/>
              <a:ahLst/>
              <a:cxnLst/>
              <a:rect l="l" t="t" r="r" b="b"/>
              <a:pathLst>
                <a:path w="21031177" h="3969342" extrusionOk="0">
                  <a:moveTo>
                    <a:pt x="0" y="0"/>
                  </a:moveTo>
                  <a:lnTo>
                    <a:pt x="21031177" y="0"/>
                  </a:lnTo>
                  <a:lnTo>
                    <a:pt x="21031177" y="3969342"/>
                  </a:lnTo>
                  <a:lnTo>
                    <a:pt x="0" y="3969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62" name="Google Shape;862;p23"/>
            <p:cNvSpPr txBox="1"/>
            <p:nvPr/>
          </p:nvSpPr>
          <p:spPr>
            <a:xfrm>
              <a:off x="0" y="95250"/>
              <a:ext cx="21031176" cy="3874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Importancia del uso del Pseudocódigo</a:t>
              </a:r>
              <a:endParaRPr/>
            </a:p>
          </p:txBody>
        </p:sp>
      </p:grpSp>
      <p:sp>
        <p:nvSpPr>
          <p:cNvPr id="863" name="Google Shape;863;p23"/>
          <p:cNvSpPr/>
          <p:nvPr/>
        </p:nvSpPr>
        <p:spPr>
          <a:xfrm>
            <a:off x="1084458" y="4455496"/>
            <a:ext cx="1245738" cy="1245738"/>
          </a:xfrm>
          <a:custGeom>
            <a:avLst/>
            <a:gdLst/>
            <a:ahLst/>
            <a:cxnLst/>
            <a:rect l="l" t="t" r="r" b="b"/>
            <a:pathLst>
              <a:path w="1245738" h="1245738" extrusionOk="0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64" name="Google Shape;864;p23"/>
          <p:cNvGrpSpPr/>
          <p:nvPr/>
        </p:nvGrpSpPr>
        <p:grpSpPr>
          <a:xfrm>
            <a:off x="1074933" y="5892243"/>
            <a:ext cx="3578304" cy="586305"/>
            <a:chOff x="0" y="0"/>
            <a:chExt cx="4771072" cy="781740"/>
          </a:xfrm>
        </p:grpSpPr>
        <p:sp>
          <p:nvSpPr>
            <p:cNvPr id="865" name="Google Shape;865;p23"/>
            <p:cNvSpPr/>
            <p:nvPr/>
          </p:nvSpPr>
          <p:spPr>
            <a:xfrm>
              <a:off x="0" y="0"/>
              <a:ext cx="4771072" cy="781740"/>
            </a:xfrm>
            <a:custGeom>
              <a:avLst/>
              <a:gdLst/>
              <a:ahLst/>
              <a:cxnLst/>
              <a:rect l="l" t="t" r="r" b="b"/>
              <a:pathLst>
                <a:path w="4771072" h="78174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66" name="Google Shape;866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Claridad y simplicidad</a:t>
              </a:r>
              <a:endParaRPr/>
            </a:p>
          </p:txBody>
        </p:sp>
      </p:grpSp>
      <p:grpSp>
        <p:nvGrpSpPr>
          <p:cNvPr id="867" name="Google Shape;867;p23"/>
          <p:cNvGrpSpPr/>
          <p:nvPr/>
        </p:nvGrpSpPr>
        <p:grpSpPr>
          <a:xfrm>
            <a:off x="1074933" y="6552770"/>
            <a:ext cx="3578304" cy="2575792"/>
            <a:chOff x="0" y="0"/>
            <a:chExt cx="4771072" cy="3434390"/>
          </a:xfrm>
        </p:grpSpPr>
        <p:sp>
          <p:nvSpPr>
            <p:cNvPr id="868" name="Google Shape;868;p23"/>
            <p:cNvSpPr/>
            <p:nvPr/>
          </p:nvSpPr>
          <p:spPr>
            <a:xfrm>
              <a:off x="0" y="0"/>
              <a:ext cx="4771072" cy="3434390"/>
            </a:xfrm>
            <a:custGeom>
              <a:avLst/>
              <a:gdLst/>
              <a:ahLst/>
              <a:cxnLst/>
              <a:rect l="l" t="t" r="r" b="b"/>
              <a:pathLst>
                <a:path w="4771072" h="343439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69" name="Google Shape;869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 clave para la descripción lógica de un programa de manera clara, permitiendo expresar ideas sin la necesidad de preocuparse de la sintaxis de un lenguaje específico.</a:t>
              </a:r>
              <a:endParaRPr/>
            </a:p>
          </p:txBody>
        </p:sp>
      </p:grpSp>
      <p:sp>
        <p:nvSpPr>
          <p:cNvPr id="870" name="Google Shape;870;p23"/>
          <p:cNvSpPr/>
          <p:nvPr/>
        </p:nvSpPr>
        <p:spPr>
          <a:xfrm>
            <a:off x="5266584" y="4455496"/>
            <a:ext cx="1245738" cy="1245738"/>
          </a:xfrm>
          <a:custGeom>
            <a:avLst/>
            <a:gdLst/>
            <a:ahLst/>
            <a:cxnLst/>
            <a:rect l="l" t="t" r="r" b="b"/>
            <a:pathLst>
              <a:path w="1245738" h="1245738" extrusionOk="0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71" name="Google Shape;871;p23"/>
          <p:cNvGrpSpPr/>
          <p:nvPr/>
        </p:nvGrpSpPr>
        <p:grpSpPr>
          <a:xfrm>
            <a:off x="5257059" y="5892243"/>
            <a:ext cx="3578304" cy="586305"/>
            <a:chOff x="0" y="0"/>
            <a:chExt cx="4771072" cy="781740"/>
          </a:xfrm>
        </p:grpSpPr>
        <p:sp>
          <p:nvSpPr>
            <p:cNvPr id="872" name="Google Shape;872;p23"/>
            <p:cNvSpPr/>
            <p:nvPr/>
          </p:nvSpPr>
          <p:spPr>
            <a:xfrm>
              <a:off x="0" y="0"/>
              <a:ext cx="4771072" cy="781740"/>
            </a:xfrm>
            <a:custGeom>
              <a:avLst/>
              <a:gdLst/>
              <a:ahLst/>
              <a:cxnLst/>
              <a:rect l="l" t="t" r="r" b="b"/>
              <a:pathLst>
                <a:path w="4771072" h="78174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73" name="Google Shape;873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Planificación pre codificación</a:t>
              </a:r>
              <a:endParaRPr/>
            </a:p>
          </p:txBody>
        </p:sp>
      </p:grpSp>
      <p:grpSp>
        <p:nvGrpSpPr>
          <p:cNvPr id="874" name="Google Shape;874;p23"/>
          <p:cNvGrpSpPr/>
          <p:nvPr/>
        </p:nvGrpSpPr>
        <p:grpSpPr>
          <a:xfrm>
            <a:off x="5257059" y="6552770"/>
            <a:ext cx="3578304" cy="2575792"/>
            <a:chOff x="0" y="0"/>
            <a:chExt cx="4771072" cy="3434390"/>
          </a:xfrm>
        </p:grpSpPr>
        <p:sp>
          <p:nvSpPr>
            <p:cNvPr id="875" name="Google Shape;875;p23"/>
            <p:cNvSpPr/>
            <p:nvPr/>
          </p:nvSpPr>
          <p:spPr>
            <a:xfrm>
              <a:off x="0" y="0"/>
              <a:ext cx="4771072" cy="3434390"/>
            </a:xfrm>
            <a:custGeom>
              <a:avLst/>
              <a:gdLst/>
              <a:ahLst/>
              <a:cxnLst/>
              <a:rect l="l" t="t" r="r" b="b"/>
              <a:pathLst>
                <a:path w="4771072" h="343439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76" name="Google Shape;876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Facilita la planificación del código, donde los desarrolladores definen los pasos del algoritmo, antes de escribir código real, ayudando a evitar errores de diseño, asegurando que la lógica este lo más clara posible.</a:t>
              </a:r>
              <a:endParaRPr/>
            </a:p>
          </p:txBody>
        </p:sp>
      </p:grpSp>
      <p:sp>
        <p:nvSpPr>
          <p:cNvPr id="877" name="Google Shape;877;p23"/>
          <p:cNvSpPr/>
          <p:nvPr/>
        </p:nvSpPr>
        <p:spPr>
          <a:xfrm>
            <a:off x="9448708" y="4455496"/>
            <a:ext cx="1245738" cy="1245738"/>
          </a:xfrm>
          <a:custGeom>
            <a:avLst/>
            <a:gdLst/>
            <a:ahLst/>
            <a:cxnLst/>
            <a:rect l="l" t="t" r="r" b="b"/>
            <a:pathLst>
              <a:path w="1245738" h="1245738" extrusionOk="0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78" name="Google Shape;878;p23"/>
          <p:cNvGrpSpPr/>
          <p:nvPr/>
        </p:nvGrpSpPr>
        <p:grpSpPr>
          <a:xfrm>
            <a:off x="9439184" y="5892243"/>
            <a:ext cx="3578304" cy="586305"/>
            <a:chOff x="0" y="0"/>
            <a:chExt cx="4771072" cy="781740"/>
          </a:xfrm>
        </p:grpSpPr>
        <p:sp>
          <p:nvSpPr>
            <p:cNvPr id="879" name="Google Shape;879;p23"/>
            <p:cNvSpPr/>
            <p:nvPr/>
          </p:nvSpPr>
          <p:spPr>
            <a:xfrm>
              <a:off x="0" y="0"/>
              <a:ext cx="4771072" cy="781740"/>
            </a:xfrm>
            <a:custGeom>
              <a:avLst/>
              <a:gdLst/>
              <a:ahLst/>
              <a:cxnLst/>
              <a:rect l="l" t="t" r="r" b="b"/>
              <a:pathLst>
                <a:path w="4771072" h="78174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80" name="Google Shape;880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Comunicación con el equipo</a:t>
              </a:r>
              <a:endParaRPr/>
            </a:p>
          </p:txBody>
        </p:sp>
      </p:grpSp>
      <p:grpSp>
        <p:nvGrpSpPr>
          <p:cNvPr id="881" name="Google Shape;881;p23"/>
          <p:cNvGrpSpPr/>
          <p:nvPr/>
        </p:nvGrpSpPr>
        <p:grpSpPr>
          <a:xfrm>
            <a:off x="9439184" y="6552770"/>
            <a:ext cx="3578304" cy="2575792"/>
            <a:chOff x="0" y="0"/>
            <a:chExt cx="4771072" cy="3434390"/>
          </a:xfrm>
        </p:grpSpPr>
        <p:sp>
          <p:nvSpPr>
            <p:cNvPr id="882" name="Google Shape;882;p23"/>
            <p:cNvSpPr/>
            <p:nvPr/>
          </p:nvSpPr>
          <p:spPr>
            <a:xfrm>
              <a:off x="0" y="0"/>
              <a:ext cx="4771072" cy="3434390"/>
            </a:xfrm>
            <a:custGeom>
              <a:avLst/>
              <a:gdLst/>
              <a:ahLst/>
              <a:cxnLst/>
              <a:rect l="l" t="t" r="r" b="b"/>
              <a:pathLst>
                <a:path w="4771072" h="343439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83" name="Google Shape;883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Permite comunicar la lógica de un programa de manera sencilla a otros miembros del equipo, independientemente del lenguaje que utilicen, resultando útil en proyectos colaborativos.</a:t>
              </a:r>
              <a:endParaRPr/>
            </a:p>
          </p:txBody>
        </p:sp>
      </p:grpSp>
      <p:sp>
        <p:nvSpPr>
          <p:cNvPr id="884" name="Google Shape;884;p23"/>
          <p:cNvSpPr/>
          <p:nvPr/>
        </p:nvSpPr>
        <p:spPr>
          <a:xfrm>
            <a:off x="13630833" y="4455496"/>
            <a:ext cx="1245738" cy="1245738"/>
          </a:xfrm>
          <a:custGeom>
            <a:avLst/>
            <a:gdLst/>
            <a:ahLst/>
            <a:cxnLst/>
            <a:rect l="l" t="t" r="r" b="b"/>
            <a:pathLst>
              <a:path w="1245738" h="1245738" extrusionOk="0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85" name="Google Shape;885;p23"/>
          <p:cNvGrpSpPr/>
          <p:nvPr/>
        </p:nvGrpSpPr>
        <p:grpSpPr>
          <a:xfrm>
            <a:off x="13621308" y="5892243"/>
            <a:ext cx="3578304" cy="586305"/>
            <a:chOff x="0" y="0"/>
            <a:chExt cx="4771072" cy="781740"/>
          </a:xfrm>
        </p:grpSpPr>
        <p:sp>
          <p:nvSpPr>
            <p:cNvPr id="886" name="Google Shape;886;p23"/>
            <p:cNvSpPr/>
            <p:nvPr/>
          </p:nvSpPr>
          <p:spPr>
            <a:xfrm>
              <a:off x="0" y="0"/>
              <a:ext cx="4771072" cy="781740"/>
            </a:xfrm>
            <a:custGeom>
              <a:avLst/>
              <a:gdLst/>
              <a:ahLst/>
              <a:cxnLst/>
              <a:rect l="l" t="t" r="r" b="b"/>
              <a:pathLst>
                <a:path w="4771072" h="78174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87" name="Google Shape;887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Optimización</a:t>
              </a:r>
              <a:endParaRPr/>
            </a:p>
          </p:txBody>
        </p:sp>
      </p:grpSp>
      <p:grpSp>
        <p:nvGrpSpPr>
          <p:cNvPr id="888" name="Google Shape;888;p23"/>
          <p:cNvGrpSpPr/>
          <p:nvPr/>
        </p:nvGrpSpPr>
        <p:grpSpPr>
          <a:xfrm>
            <a:off x="13621308" y="6552770"/>
            <a:ext cx="3578304" cy="2575792"/>
            <a:chOff x="0" y="0"/>
            <a:chExt cx="4771072" cy="3434390"/>
          </a:xfrm>
        </p:grpSpPr>
        <p:sp>
          <p:nvSpPr>
            <p:cNvPr id="889" name="Google Shape;889;p23"/>
            <p:cNvSpPr/>
            <p:nvPr/>
          </p:nvSpPr>
          <p:spPr>
            <a:xfrm>
              <a:off x="0" y="0"/>
              <a:ext cx="4771072" cy="3434390"/>
            </a:xfrm>
            <a:custGeom>
              <a:avLst/>
              <a:gdLst/>
              <a:ahLst/>
              <a:cxnLst/>
              <a:rect l="l" t="t" r="r" b="b"/>
              <a:pathLst>
                <a:path w="4771072" h="3434390" extrusionOk="0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90" name="Google Shape;890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Permite refinar la lógica de un programa antes de su implementación, ayudando en la detección de ineficiencias y mejorar la estructura del algoritmo, facilitando que el programa final sea más eficiente y mantenible.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96" name="Google Shape;896;p24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897" name="Google Shape;897;p24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98" name="Google Shape;898;p24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Estructuras básicas</a:t>
              </a:r>
              <a:endParaRPr/>
            </a:p>
          </p:txBody>
        </p:sp>
      </p:grpSp>
      <p:sp>
        <p:nvSpPr>
          <p:cNvPr id="899" name="Google Shape;899;p24"/>
          <p:cNvSpPr/>
          <p:nvPr/>
        </p:nvSpPr>
        <p:spPr>
          <a:xfrm>
            <a:off x="0" y="3143250"/>
            <a:ext cx="18288000" cy="7143750"/>
          </a:xfrm>
          <a:custGeom>
            <a:avLst/>
            <a:gdLst/>
            <a:ahLst/>
            <a:cxnLst/>
            <a:rect l="l" t="t" r="r" b="b"/>
            <a:pathLst>
              <a:path w="24384000" h="9525000" extrusionOk="0">
                <a:moveTo>
                  <a:pt x="0" y="0"/>
                </a:moveTo>
                <a:lnTo>
                  <a:pt x="24384000" y="0"/>
                </a:lnTo>
                <a:lnTo>
                  <a:pt x="24384000" y="9525000"/>
                </a:lnTo>
                <a:lnTo>
                  <a:pt x="0" y="9525000"/>
                </a:lnTo>
                <a:close/>
              </a:path>
            </a:pathLst>
          </a:custGeom>
          <a:solidFill>
            <a:srgbClr val="000000">
              <a:alpha val="24705"/>
            </a:srgbClr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00" name="Google Shape;900;p24"/>
          <p:cNvSpPr/>
          <p:nvPr/>
        </p:nvSpPr>
        <p:spPr>
          <a:xfrm>
            <a:off x="1371600" y="3628875"/>
            <a:ext cx="15530512" cy="1415130"/>
          </a:xfrm>
          <a:custGeom>
            <a:avLst/>
            <a:gdLst/>
            <a:ahLst/>
            <a:cxnLst/>
            <a:rect l="l" t="t" r="r" b="b"/>
            <a:pathLst>
              <a:path w="20707350" h="1886839" extrusionOk="0">
                <a:moveTo>
                  <a:pt x="0" y="188722"/>
                </a:moveTo>
                <a:cubicBezTo>
                  <a:pt x="0" y="84455"/>
                  <a:pt x="84455" y="0"/>
                  <a:pt x="188722" y="0"/>
                </a:cubicBezTo>
                <a:lnTo>
                  <a:pt x="20518628" y="0"/>
                </a:lnTo>
                <a:cubicBezTo>
                  <a:pt x="20622768" y="0"/>
                  <a:pt x="20707350" y="84455"/>
                  <a:pt x="20707350" y="188722"/>
                </a:cubicBezTo>
                <a:lnTo>
                  <a:pt x="20707350" y="1698117"/>
                </a:lnTo>
                <a:cubicBezTo>
                  <a:pt x="20707350" y="1802257"/>
                  <a:pt x="20622895" y="1886839"/>
                  <a:pt x="20518628" y="1886839"/>
                </a:cubicBezTo>
                <a:lnTo>
                  <a:pt x="188722" y="1886839"/>
                </a:lnTo>
                <a:cubicBezTo>
                  <a:pt x="84455" y="1886712"/>
                  <a:pt x="0" y="1802257"/>
                  <a:pt x="0" y="1698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4"/>
          <p:cNvSpPr/>
          <p:nvPr/>
        </p:nvSpPr>
        <p:spPr>
          <a:xfrm>
            <a:off x="1799652" y="3947261"/>
            <a:ext cx="778276" cy="778276"/>
          </a:xfrm>
          <a:custGeom>
            <a:avLst/>
            <a:gdLst/>
            <a:ahLst/>
            <a:cxnLst/>
            <a:rect l="l" t="t" r="r" b="b"/>
            <a:pathLst>
              <a:path w="778276" h="778276" extrusionOk="0">
                <a:moveTo>
                  <a:pt x="0" y="0"/>
                </a:moveTo>
                <a:lnTo>
                  <a:pt x="778276" y="0"/>
                </a:lnTo>
                <a:lnTo>
                  <a:pt x="778276" y="778276"/>
                </a:lnTo>
                <a:lnTo>
                  <a:pt x="0" y="778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02" name="Google Shape;902;p24"/>
          <p:cNvGrpSpPr/>
          <p:nvPr/>
        </p:nvGrpSpPr>
        <p:grpSpPr>
          <a:xfrm>
            <a:off x="2996458" y="3619350"/>
            <a:ext cx="7007780" cy="1434101"/>
            <a:chOff x="0" y="0"/>
            <a:chExt cx="9343706" cy="1912134"/>
          </a:xfrm>
        </p:grpSpPr>
        <p:sp>
          <p:nvSpPr>
            <p:cNvPr id="903" name="Google Shape;903;p24"/>
            <p:cNvSpPr/>
            <p:nvPr/>
          </p:nvSpPr>
          <p:spPr>
            <a:xfrm>
              <a:off x="0" y="0"/>
              <a:ext cx="9343706" cy="1912134"/>
            </a:xfrm>
            <a:custGeom>
              <a:avLst/>
              <a:gdLst/>
              <a:ahLst/>
              <a:cxnLst/>
              <a:rect l="l" t="t" r="r" b="b"/>
              <a:pathLst>
                <a:path w="9343706" h="1912134" extrusionOk="0">
                  <a:moveTo>
                    <a:pt x="0" y="0"/>
                  </a:moveTo>
                  <a:lnTo>
                    <a:pt x="9343706" y="0"/>
                  </a:lnTo>
                  <a:lnTo>
                    <a:pt x="9343706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04" name="Google Shape;904;p24"/>
            <p:cNvSpPr txBox="1"/>
            <p:nvPr/>
          </p:nvSpPr>
          <p:spPr>
            <a:xfrm>
              <a:off x="0" y="0"/>
              <a:ext cx="9343706" cy="1912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Lenguaje Simple</a:t>
              </a:r>
              <a:endParaRPr/>
            </a:p>
          </p:txBody>
        </p:sp>
      </p:grpSp>
      <p:grpSp>
        <p:nvGrpSpPr>
          <p:cNvPr id="905" name="Google Shape;905;p24"/>
          <p:cNvGrpSpPr/>
          <p:nvPr/>
        </p:nvGrpSpPr>
        <p:grpSpPr>
          <a:xfrm>
            <a:off x="9985188" y="3619350"/>
            <a:ext cx="6924849" cy="1434101"/>
            <a:chOff x="0" y="0"/>
            <a:chExt cx="9233132" cy="1912134"/>
          </a:xfrm>
        </p:grpSpPr>
        <p:sp>
          <p:nvSpPr>
            <p:cNvPr id="906" name="Google Shape;906;p24"/>
            <p:cNvSpPr/>
            <p:nvPr/>
          </p:nvSpPr>
          <p:spPr>
            <a:xfrm>
              <a:off x="0" y="0"/>
              <a:ext cx="9233132" cy="1912134"/>
            </a:xfrm>
            <a:custGeom>
              <a:avLst/>
              <a:gdLst/>
              <a:ahLst/>
              <a:cxnLst/>
              <a:rect l="l" t="t" r="r" b="b"/>
              <a:pathLst>
                <a:path w="9233132" h="1912134" extrusionOk="0">
                  <a:moveTo>
                    <a:pt x="0" y="0"/>
                  </a:moveTo>
                  <a:lnTo>
                    <a:pt x="9233132" y="0"/>
                  </a:lnTo>
                  <a:lnTo>
                    <a:pt x="9233132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07" name="Google Shape;907;p24"/>
            <p:cNvSpPr txBox="1"/>
            <p:nvPr/>
          </p:nvSpPr>
          <p:spPr>
            <a:xfrm>
              <a:off x="0" y="0"/>
              <a:ext cx="9233132" cy="1912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  Al caracterizarse por utilizar un lenguaje simple y fácil de comprender, se pueden emplear palabras comunes como “Si”, “Sino”, “Mientras”, “Repetir”, para describir acciones y decisiones. Permitiendo centrarse en los pasos lógicos en lugar de los detalles de la implementación técnica.</a:t>
              </a:r>
              <a:endParaRPr/>
            </a:p>
          </p:txBody>
        </p:sp>
      </p:grpSp>
      <p:sp>
        <p:nvSpPr>
          <p:cNvPr id="908" name="Google Shape;908;p24"/>
          <p:cNvSpPr/>
          <p:nvPr/>
        </p:nvSpPr>
        <p:spPr>
          <a:xfrm>
            <a:off x="1371600" y="5397689"/>
            <a:ext cx="15530512" cy="1415130"/>
          </a:xfrm>
          <a:custGeom>
            <a:avLst/>
            <a:gdLst/>
            <a:ahLst/>
            <a:cxnLst/>
            <a:rect l="l" t="t" r="r" b="b"/>
            <a:pathLst>
              <a:path w="20707350" h="1886839" extrusionOk="0">
                <a:moveTo>
                  <a:pt x="0" y="188722"/>
                </a:moveTo>
                <a:cubicBezTo>
                  <a:pt x="0" y="84455"/>
                  <a:pt x="84455" y="0"/>
                  <a:pt x="188722" y="0"/>
                </a:cubicBezTo>
                <a:lnTo>
                  <a:pt x="20518628" y="0"/>
                </a:lnTo>
                <a:cubicBezTo>
                  <a:pt x="20622768" y="0"/>
                  <a:pt x="20707350" y="84455"/>
                  <a:pt x="20707350" y="188722"/>
                </a:cubicBezTo>
                <a:lnTo>
                  <a:pt x="20707350" y="1698117"/>
                </a:lnTo>
                <a:cubicBezTo>
                  <a:pt x="20707350" y="1802257"/>
                  <a:pt x="20622895" y="1886839"/>
                  <a:pt x="20518628" y="1886839"/>
                </a:cubicBezTo>
                <a:lnTo>
                  <a:pt x="188722" y="1886839"/>
                </a:lnTo>
                <a:cubicBezTo>
                  <a:pt x="84455" y="1886712"/>
                  <a:pt x="0" y="1802257"/>
                  <a:pt x="0" y="1698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4"/>
          <p:cNvSpPr/>
          <p:nvPr/>
        </p:nvSpPr>
        <p:spPr>
          <a:xfrm>
            <a:off x="1799652" y="5716076"/>
            <a:ext cx="778276" cy="778277"/>
          </a:xfrm>
          <a:custGeom>
            <a:avLst/>
            <a:gdLst/>
            <a:ahLst/>
            <a:cxnLst/>
            <a:rect l="l" t="t" r="r" b="b"/>
            <a:pathLst>
              <a:path w="778276" h="778277" extrusionOk="0">
                <a:moveTo>
                  <a:pt x="0" y="0"/>
                </a:moveTo>
                <a:lnTo>
                  <a:pt x="778276" y="0"/>
                </a:lnTo>
                <a:lnTo>
                  <a:pt x="778276" y="778276"/>
                </a:lnTo>
                <a:lnTo>
                  <a:pt x="0" y="778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10" name="Google Shape;910;p24"/>
          <p:cNvGrpSpPr/>
          <p:nvPr/>
        </p:nvGrpSpPr>
        <p:grpSpPr>
          <a:xfrm>
            <a:off x="2996458" y="5388164"/>
            <a:ext cx="7007780" cy="1434101"/>
            <a:chOff x="0" y="0"/>
            <a:chExt cx="9343706" cy="1912134"/>
          </a:xfrm>
        </p:grpSpPr>
        <p:sp>
          <p:nvSpPr>
            <p:cNvPr id="911" name="Google Shape;911;p24"/>
            <p:cNvSpPr/>
            <p:nvPr/>
          </p:nvSpPr>
          <p:spPr>
            <a:xfrm>
              <a:off x="0" y="0"/>
              <a:ext cx="9343706" cy="1912134"/>
            </a:xfrm>
            <a:custGeom>
              <a:avLst/>
              <a:gdLst/>
              <a:ahLst/>
              <a:cxnLst/>
              <a:rect l="l" t="t" r="r" b="b"/>
              <a:pathLst>
                <a:path w="9343706" h="1912134" extrusionOk="0">
                  <a:moveTo>
                    <a:pt x="0" y="0"/>
                  </a:moveTo>
                  <a:lnTo>
                    <a:pt x="9343706" y="0"/>
                  </a:lnTo>
                  <a:lnTo>
                    <a:pt x="9343706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12" name="Google Shape;912;p24"/>
            <p:cNvSpPr txBox="1"/>
            <p:nvPr/>
          </p:nvSpPr>
          <p:spPr>
            <a:xfrm>
              <a:off x="0" y="0"/>
              <a:ext cx="9343706" cy="1912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Describir pasos y decisiones</a:t>
              </a:r>
              <a:endParaRPr/>
            </a:p>
          </p:txBody>
        </p:sp>
      </p:grpSp>
      <p:grpSp>
        <p:nvGrpSpPr>
          <p:cNvPr id="913" name="Google Shape;913;p24"/>
          <p:cNvGrpSpPr/>
          <p:nvPr/>
        </p:nvGrpSpPr>
        <p:grpSpPr>
          <a:xfrm>
            <a:off x="9985188" y="5388164"/>
            <a:ext cx="6924849" cy="1434101"/>
            <a:chOff x="0" y="0"/>
            <a:chExt cx="9233132" cy="1912134"/>
          </a:xfrm>
        </p:grpSpPr>
        <p:sp>
          <p:nvSpPr>
            <p:cNvPr id="914" name="Google Shape;914;p24"/>
            <p:cNvSpPr/>
            <p:nvPr/>
          </p:nvSpPr>
          <p:spPr>
            <a:xfrm>
              <a:off x="0" y="0"/>
              <a:ext cx="9233132" cy="1912134"/>
            </a:xfrm>
            <a:custGeom>
              <a:avLst/>
              <a:gdLst/>
              <a:ahLst/>
              <a:cxnLst/>
              <a:rect l="l" t="t" r="r" b="b"/>
              <a:pathLst>
                <a:path w="9233132" h="1912134" extrusionOk="0">
                  <a:moveTo>
                    <a:pt x="0" y="0"/>
                  </a:moveTo>
                  <a:lnTo>
                    <a:pt x="9233132" y="0"/>
                  </a:lnTo>
                  <a:lnTo>
                    <a:pt x="9233132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15" name="Google Shape;915;p24"/>
            <p:cNvSpPr txBox="1"/>
            <p:nvPr/>
          </p:nvSpPr>
          <p:spPr>
            <a:xfrm>
              <a:off x="0" y="0"/>
              <a:ext cx="9233132" cy="1912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  Se utiliza para describir los pasos que debe seguir un programa o algoritmo, como las decisiones lógicas que se deben tomar en función de ciertas condiciones, representando una acción que el programa debe realizar, permitiendo definir las estructuras condicionales,  o bucles la definición de la lógica del flujo del programa de manera clara y ordenada.</a:t>
              </a:r>
              <a:endParaRPr/>
            </a:p>
          </p:txBody>
        </p:sp>
      </p:grpSp>
      <p:sp>
        <p:nvSpPr>
          <p:cNvPr id="916" name="Google Shape;916;p24"/>
          <p:cNvSpPr/>
          <p:nvPr/>
        </p:nvSpPr>
        <p:spPr>
          <a:xfrm>
            <a:off x="1371600" y="7166502"/>
            <a:ext cx="15530512" cy="1415130"/>
          </a:xfrm>
          <a:custGeom>
            <a:avLst/>
            <a:gdLst/>
            <a:ahLst/>
            <a:cxnLst/>
            <a:rect l="l" t="t" r="r" b="b"/>
            <a:pathLst>
              <a:path w="20707350" h="1886839" extrusionOk="0">
                <a:moveTo>
                  <a:pt x="0" y="188722"/>
                </a:moveTo>
                <a:cubicBezTo>
                  <a:pt x="0" y="84455"/>
                  <a:pt x="84455" y="0"/>
                  <a:pt x="188722" y="0"/>
                </a:cubicBezTo>
                <a:lnTo>
                  <a:pt x="20518628" y="0"/>
                </a:lnTo>
                <a:cubicBezTo>
                  <a:pt x="20622768" y="0"/>
                  <a:pt x="20707350" y="84455"/>
                  <a:pt x="20707350" y="188722"/>
                </a:cubicBezTo>
                <a:lnTo>
                  <a:pt x="20707350" y="1698117"/>
                </a:lnTo>
                <a:cubicBezTo>
                  <a:pt x="20707350" y="1802257"/>
                  <a:pt x="20622895" y="1886839"/>
                  <a:pt x="20518628" y="1886839"/>
                </a:cubicBezTo>
                <a:lnTo>
                  <a:pt x="188722" y="1886839"/>
                </a:lnTo>
                <a:cubicBezTo>
                  <a:pt x="84455" y="1886712"/>
                  <a:pt x="0" y="1802257"/>
                  <a:pt x="0" y="1698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24"/>
          <p:cNvSpPr/>
          <p:nvPr/>
        </p:nvSpPr>
        <p:spPr>
          <a:xfrm>
            <a:off x="1799652" y="7484889"/>
            <a:ext cx="778276" cy="778277"/>
          </a:xfrm>
          <a:custGeom>
            <a:avLst/>
            <a:gdLst/>
            <a:ahLst/>
            <a:cxnLst/>
            <a:rect l="l" t="t" r="r" b="b"/>
            <a:pathLst>
              <a:path w="778276" h="778277" extrusionOk="0">
                <a:moveTo>
                  <a:pt x="0" y="0"/>
                </a:moveTo>
                <a:lnTo>
                  <a:pt x="778276" y="0"/>
                </a:lnTo>
                <a:lnTo>
                  <a:pt x="778276" y="778277"/>
                </a:lnTo>
                <a:lnTo>
                  <a:pt x="0" y="7782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18" name="Google Shape;918;p24"/>
          <p:cNvGrpSpPr/>
          <p:nvPr/>
        </p:nvGrpSpPr>
        <p:grpSpPr>
          <a:xfrm>
            <a:off x="2996458" y="7156977"/>
            <a:ext cx="7007780" cy="1434101"/>
            <a:chOff x="0" y="0"/>
            <a:chExt cx="9343706" cy="1912134"/>
          </a:xfrm>
        </p:grpSpPr>
        <p:sp>
          <p:nvSpPr>
            <p:cNvPr id="919" name="Google Shape;919;p24"/>
            <p:cNvSpPr/>
            <p:nvPr/>
          </p:nvSpPr>
          <p:spPr>
            <a:xfrm>
              <a:off x="0" y="0"/>
              <a:ext cx="9343706" cy="1912134"/>
            </a:xfrm>
            <a:custGeom>
              <a:avLst/>
              <a:gdLst/>
              <a:ahLst/>
              <a:cxnLst/>
              <a:rect l="l" t="t" r="r" b="b"/>
              <a:pathLst>
                <a:path w="9343706" h="1912134" extrusionOk="0">
                  <a:moveTo>
                    <a:pt x="0" y="0"/>
                  </a:moveTo>
                  <a:lnTo>
                    <a:pt x="9343706" y="0"/>
                  </a:lnTo>
                  <a:lnTo>
                    <a:pt x="9343706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20" name="Google Shape;920;p24"/>
            <p:cNvSpPr txBox="1"/>
            <p:nvPr/>
          </p:nvSpPr>
          <p:spPr>
            <a:xfrm>
              <a:off x="0" y="0"/>
              <a:ext cx="9343706" cy="1912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Uso de estructuras de control básicas</a:t>
              </a:r>
              <a:endParaRPr/>
            </a:p>
          </p:txBody>
        </p:sp>
      </p:grpSp>
      <p:grpSp>
        <p:nvGrpSpPr>
          <p:cNvPr id="921" name="Google Shape;921;p24"/>
          <p:cNvGrpSpPr/>
          <p:nvPr/>
        </p:nvGrpSpPr>
        <p:grpSpPr>
          <a:xfrm>
            <a:off x="9985188" y="7156977"/>
            <a:ext cx="6924849" cy="1434101"/>
            <a:chOff x="0" y="0"/>
            <a:chExt cx="9233132" cy="1912134"/>
          </a:xfrm>
        </p:grpSpPr>
        <p:sp>
          <p:nvSpPr>
            <p:cNvPr id="922" name="Google Shape;922;p24"/>
            <p:cNvSpPr/>
            <p:nvPr/>
          </p:nvSpPr>
          <p:spPr>
            <a:xfrm>
              <a:off x="0" y="0"/>
              <a:ext cx="9233132" cy="1912134"/>
            </a:xfrm>
            <a:custGeom>
              <a:avLst/>
              <a:gdLst/>
              <a:ahLst/>
              <a:cxnLst/>
              <a:rect l="l" t="t" r="r" b="b"/>
              <a:pathLst>
                <a:path w="9233132" h="1912134" extrusionOk="0">
                  <a:moveTo>
                    <a:pt x="0" y="0"/>
                  </a:moveTo>
                  <a:lnTo>
                    <a:pt x="9233132" y="0"/>
                  </a:lnTo>
                  <a:lnTo>
                    <a:pt x="9233132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23" name="Google Shape;923;p24"/>
            <p:cNvSpPr txBox="1"/>
            <p:nvPr/>
          </p:nvSpPr>
          <p:spPr>
            <a:xfrm>
              <a:off x="0" y="0"/>
              <a:ext cx="9233132" cy="1912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  Se pueden utilizar estructuras de control básicas para representar la lógica de un programa, como las condicionales (si, sino) y bucles (mientras, para), resultando fundamentales para el modelado de cualquier algoritmo.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29" name="Google Shape;929;p25"/>
          <p:cNvGrpSpPr/>
          <p:nvPr/>
        </p:nvGrpSpPr>
        <p:grpSpPr>
          <a:xfrm>
            <a:off x="10339754" y="1275057"/>
            <a:ext cx="6561579" cy="1410531"/>
            <a:chOff x="0" y="0"/>
            <a:chExt cx="8748772" cy="1880708"/>
          </a:xfrm>
        </p:grpSpPr>
        <p:sp>
          <p:nvSpPr>
            <p:cNvPr id="930" name="Google Shape;930;p25"/>
            <p:cNvSpPr/>
            <p:nvPr/>
          </p:nvSpPr>
          <p:spPr>
            <a:xfrm>
              <a:off x="0" y="0"/>
              <a:ext cx="8748772" cy="1880708"/>
            </a:xfrm>
            <a:custGeom>
              <a:avLst/>
              <a:gdLst/>
              <a:ahLst/>
              <a:cxnLst/>
              <a:rect l="l" t="t" r="r" b="b"/>
              <a:pathLst>
                <a:path w="8748772" h="1880708" extrusionOk="0">
                  <a:moveTo>
                    <a:pt x="0" y="0"/>
                  </a:moveTo>
                  <a:lnTo>
                    <a:pt x="8748772" y="0"/>
                  </a:lnTo>
                  <a:lnTo>
                    <a:pt x="8748772" y="1880708"/>
                  </a:lnTo>
                  <a:lnTo>
                    <a:pt x="0" y="1880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31" name="Google Shape;931;p25"/>
            <p:cNvSpPr txBox="1"/>
            <p:nvPr/>
          </p:nvSpPr>
          <p:spPr>
            <a:xfrm>
              <a:off x="0" y="57150"/>
              <a:ext cx="8748772" cy="1823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PseInt</a:t>
              </a:r>
              <a:endParaRPr/>
            </a:p>
          </p:txBody>
        </p:sp>
      </p:grpSp>
      <p:grpSp>
        <p:nvGrpSpPr>
          <p:cNvPr id="932" name="Google Shape;932;p25"/>
          <p:cNvGrpSpPr/>
          <p:nvPr/>
        </p:nvGrpSpPr>
        <p:grpSpPr>
          <a:xfrm>
            <a:off x="5651289" y="2771236"/>
            <a:ext cx="15530641" cy="801908"/>
            <a:chOff x="0" y="-66675"/>
            <a:chExt cx="20707522" cy="1069211"/>
          </a:xfrm>
        </p:grpSpPr>
        <p:sp>
          <p:nvSpPr>
            <p:cNvPr id="933" name="Google Shape;933;p25"/>
            <p:cNvSpPr/>
            <p:nvPr/>
          </p:nvSpPr>
          <p:spPr>
            <a:xfrm>
              <a:off x="0" y="0"/>
              <a:ext cx="20707522" cy="1002536"/>
            </a:xfrm>
            <a:custGeom>
              <a:avLst/>
              <a:gdLst/>
              <a:ahLst/>
              <a:cxnLst/>
              <a:rect l="l" t="t" r="r" b="b"/>
              <a:pathLst>
                <a:path w="20707522" h="1002536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1002536"/>
                  </a:lnTo>
                  <a:lnTo>
                    <a:pt x="0" y="10025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34" name="Google Shape;934;p25"/>
            <p:cNvSpPr txBox="1"/>
            <p:nvPr/>
          </p:nvSpPr>
          <p:spPr>
            <a:xfrm>
              <a:off x="0" y="-66675"/>
              <a:ext cx="20707522" cy="1069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es?, Funcionalidades, Ventajas</a:t>
              </a:r>
              <a:endParaRPr/>
            </a:p>
          </p:txBody>
        </p:sp>
      </p:grpSp>
      <p:sp>
        <p:nvSpPr>
          <p:cNvPr id="935" name="Google Shape;935;p25" descr="Un reloj en la pantalla  Descripción generada automáticamente con confianza media"/>
          <p:cNvSpPr/>
          <p:nvPr/>
        </p:nvSpPr>
        <p:spPr>
          <a:xfrm>
            <a:off x="-1434642" y="663190"/>
            <a:ext cx="10719320" cy="8147851"/>
          </a:xfrm>
          <a:custGeom>
            <a:avLst/>
            <a:gdLst/>
            <a:ahLst/>
            <a:cxnLst/>
            <a:rect l="l" t="t" r="r" b="b"/>
            <a:pathLst>
              <a:path w="10719320" h="8147851" extrusionOk="0">
                <a:moveTo>
                  <a:pt x="0" y="0"/>
                </a:moveTo>
                <a:lnTo>
                  <a:pt x="10719320" y="0"/>
                </a:lnTo>
                <a:lnTo>
                  <a:pt x="10719320" y="8147852"/>
                </a:lnTo>
                <a:lnTo>
                  <a:pt x="0" y="8147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246" r="-38889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26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941" name="Google Shape;941;p26"/>
            <p:cNvSpPr/>
            <p:nvPr/>
          </p:nvSpPr>
          <p:spPr>
            <a:xfrm>
              <a:off x="0" y="0"/>
              <a:ext cx="9867900" cy="3192582"/>
            </a:xfrm>
            <a:custGeom>
              <a:avLst/>
              <a:gdLst/>
              <a:ahLst/>
              <a:cxnLst/>
              <a:rect l="l" t="t" r="r" b="b"/>
              <a:pathLst>
                <a:path w="9867900" h="3192582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42" name="Google Shape;942;p26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¿Qué es?</a:t>
              </a:r>
              <a:endParaRPr/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1257300" y="3637006"/>
            <a:ext cx="7400925" cy="5160151"/>
            <a:chOff x="0" y="-19050"/>
            <a:chExt cx="9867900" cy="6880200"/>
          </a:xfrm>
        </p:grpSpPr>
        <p:sp>
          <p:nvSpPr>
            <p:cNvPr id="944" name="Google Shape;944;p26"/>
            <p:cNvSpPr/>
            <p:nvPr/>
          </p:nvSpPr>
          <p:spPr>
            <a:xfrm>
              <a:off x="0" y="0"/>
              <a:ext cx="9867900" cy="6861150"/>
            </a:xfrm>
            <a:custGeom>
              <a:avLst/>
              <a:gdLst/>
              <a:ahLst/>
              <a:cxnLst/>
              <a:rect l="l" t="t" r="r" b="b"/>
              <a:pathLst>
                <a:path w="9867900" h="6861150" extrusionOk="0">
                  <a:moveTo>
                    <a:pt x="0" y="0"/>
                  </a:moveTo>
                  <a:lnTo>
                    <a:pt x="9867900" y="0"/>
                  </a:lnTo>
                  <a:lnTo>
                    <a:pt x="9867900" y="6861150"/>
                  </a:lnTo>
                  <a:lnTo>
                    <a:pt x="0" y="6861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45" name="Google Shape;945;p26"/>
            <p:cNvSpPr txBox="1"/>
            <p:nvPr/>
          </p:nvSpPr>
          <p:spPr>
            <a:xfrm>
              <a:off x="0" y="-19050"/>
              <a:ext cx="9867900" cy="688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PseInt es un entorno de desarrollo gratuito que permite escribir, ejecutar y depurar pseudocódigo de manera sencilla.</a:t>
              </a:r>
              <a:endParaRPr/>
            </a:p>
            <a:p>
              <a:pPr marL="0" marR="0" lvl="0" indent="0" algn="just" rtl="0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endParaRPr>
            </a:p>
            <a:p>
              <a:pPr marL="0" marR="0" lvl="0" indent="0" algn="just" rtl="0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Está pensado para asistir a las personas que inician en la construcción de programas o algoritmos computacionales.</a:t>
              </a:r>
              <a:endParaRPr/>
            </a:p>
          </p:txBody>
        </p:sp>
      </p:grpSp>
      <p:sp>
        <p:nvSpPr>
          <p:cNvPr id="946" name="Google Shape;946;p26" descr="Dibujo en blanco y negro  Descripción generada automáticamente con confianza media"/>
          <p:cNvSpPr/>
          <p:nvPr/>
        </p:nvSpPr>
        <p:spPr>
          <a:xfrm>
            <a:off x="9622890" y="2248100"/>
            <a:ext cx="7236252" cy="5789002"/>
          </a:xfrm>
          <a:custGeom>
            <a:avLst/>
            <a:gdLst/>
            <a:ahLst/>
            <a:cxnLst/>
            <a:rect l="l" t="t" r="r" b="b"/>
            <a:pathLst>
              <a:path w="7236252" h="5789002" extrusionOk="0">
                <a:moveTo>
                  <a:pt x="0" y="0"/>
                </a:moveTo>
                <a:lnTo>
                  <a:pt x="7236252" y="0"/>
                </a:lnTo>
                <a:lnTo>
                  <a:pt x="7236252" y="5789002"/>
                </a:lnTo>
                <a:lnTo>
                  <a:pt x="0" y="5789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47" name="Google Shape;947;p26"/>
          <p:cNvGrpSpPr/>
          <p:nvPr/>
        </p:nvGrpSpPr>
        <p:grpSpPr>
          <a:xfrm>
            <a:off x="10639005" y="8513014"/>
            <a:ext cx="5204022" cy="976641"/>
            <a:chOff x="0" y="-9525"/>
            <a:chExt cx="6938696" cy="1302187"/>
          </a:xfrm>
        </p:grpSpPr>
        <p:sp>
          <p:nvSpPr>
            <p:cNvPr id="948" name="Google Shape;948;p26"/>
            <p:cNvSpPr/>
            <p:nvPr/>
          </p:nvSpPr>
          <p:spPr>
            <a:xfrm>
              <a:off x="0" y="0"/>
              <a:ext cx="6938696" cy="1292662"/>
            </a:xfrm>
            <a:custGeom>
              <a:avLst/>
              <a:gdLst/>
              <a:ahLst/>
              <a:cxnLst/>
              <a:rect l="l" t="t" r="r" b="b"/>
              <a:pathLst>
                <a:path w="6938696" h="1292662" extrusionOk="0">
                  <a:moveTo>
                    <a:pt x="0" y="0"/>
                  </a:moveTo>
                  <a:lnTo>
                    <a:pt x="6938696" y="0"/>
                  </a:lnTo>
                  <a:lnTo>
                    <a:pt x="6938696" y="1292662"/>
                  </a:lnTo>
                  <a:lnTo>
                    <a:pt x="0" y="1292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49" name="Google Shape;949;p26"/>
            <p:cNvSpPr txBox="1"/>
            <p:nvPr/>
          </p:nvSpPr>
          <p:spPr>
            <a:xfrm>
              <a:off x="0" y="-9525"/>
              <a:ext cx="6938696" cy="130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Link de Descarga Pseint: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https://pseint.sourceforge.net/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5" name="Google Shape;955;p27" descr="Icono  Descripción generada automáticamente"/>
          <p:cNvSpPr/>
          <p:nvPr/>
        </p:nvSpPr>
        <p:spPr>
          <a:xfrm>
            <a:off x="30" y="3045"/>
            <a:ext cx="18287970" cy="10283955"/>
          </a:xfrm>
          <a:custGeom>
            <a:avLst/>
            <a:gdLst/>
            <a:ahLst/>
            <a:cxnLst/>
            <a:rect l="l" t="t" r="r" b="b"/>
            <a:pathLst>
              <a:path w="18287970" h="10283955" extrusionOk="0">
                <a:moveTo>
                  <a:pt x="0" y="0"/>
                </a:moveTo>
                <a:lnTo>
                  <a:pt x="18287970" y="0"/>
                </a:lnTo>
                <a:lnTo>
                  <a:pt x="18287970" y="10283955"/>
                </a:lnTo>
                <a:lnTo>
                  <a:pt x="0" y="1028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5000"/>
            </a:blip>
            <a:stretch>
              <a:fillRect l="-10190" r="-4" b="-5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6" name="Google Shape;956;p2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0445F">
                  <a:alpha val="2745"/>
                </a:srgbClr>
              </a:gs>
              <a:gs pos="32000">
                <a:srgbClr val="20445F">
                  <a:alpha val="2745"/>
                </a:srgbClr>
              </a:gs>
              <a:gs pos="100000">
                <a:srgbClr val="000000">
                  <a:alpha val="69803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57" name="Google Shape;957;p27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958" name="Google Shape;958;p27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59" name="Google Shape;959;p27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Funcionalidades</a:t>
              </a:r>
              <a:endParaRPr/>
            </a:p>
          </p:txBody>
        </p:sp>
      </p:grpSp>
      <p:grpSp>
        <p:nvGrpSpPr>
          <p:cNvPr id="960" name="Google Shape;960;p27"/>
          <p:cNvGrpSpPr/>
          <p:nvPr/>
        </p:nvGrpSpPr>
        <p:grpSpPr>
          <a:xfrm>
            <a:off x="1370692" y="3094090"/>
            <a:ext cx="15530643" cy="5592710"/>
            <a:chOff x="0" y="-66675"/>
            <a:chExt cx="20707524" cy="7456947"/>
          </a:xfrm>
        </p:grpSpPr>
        <p:sp>
          <p:nvSpPr>
            <p:cNvPr id="961" name="Google Shape;961;p27"/>
            <p:cNvSpPr/>
            <p:nvPr/>
          </p:nvSpPr>
          <p:spPr>
            <a:xfrm>
              <a:off x="0" y="0"/>
              <a:ext cx="20707524" cy="7390272"/>
            </a:xfrm>
            <a:custGeom>
              <a:avLst/>
              <a:gdLst/>
              <a:ahLst/>
              <a:cxnLst/>
              <a:rect l="l" t="t" r="r" b="b"/>
              <a:pathLst>
                <a:path w="20707524" h="7390272" extrusionOk="0">
                  <a:moveTo>
                    <a:pt x="0" y="0"/>
                  </a:moveTo>
                  <a:lnTo>
                    <a:pt x="20707524" y="0"/>
                  </a:lnTo>
                  <a:lnTo>
                    <a:pt x="20707524" y="7390272"/>
                  </a:lnTo>
                  <a:lnTo>
                    <a:pt x="0" y="7390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62" name="Google Shape;962;p27"/>
            <p:cNvSpPr txBox="1"/>
            <p:nvPr/>
          </p:nvSpPr>
          <p:spPr>
            <a:xfrm>
              <a:off x="0" y="-66675"/>
              <a:ext cx="20707524" cy="7456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Presentación de herramientas de edición para escritura de algoritmos en pseudocódigo.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Generación y edición de diagramas de flujo del algoritmo.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Edición simultánea de múltiples algoritmos.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Ejecución de los algoritmos.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Multiplataforma.</a:t>
              </a:r>
              <a:endParaRPr/>
            </a:p>
            <a:p>
              <a:pPr marL="542925" marR="0" lvl="1" indent="-27146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Software libre y gratuito.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28"/>
          <p:cNvGrpSpPr/>
          <p:nvPr/>
        </p:nvGrpSpPr>
        <p:grpSpPr>
          <a:xfrm>
            <a:off x="1257300" y="1090984"/>
            <a:ext cx="5697654" cy="2871416"/>
            <a:chOff x="0" y="0"/>
            <a:chExt cx="7596872" cy="3828554"/>
          </a:xfrm>
        </p:grpSpPr>
        <p:sp>
          <p:nvSpPr>
            <p:cNvPr id="968" name="Google Shape;968;p28"/>
            <p:cNvSpPr/>
            <p:nvPr/>
          </p:nvSpPr>
          <p:spPr>
            <a:xfrm>
              <a:off x="0" y="0"/>
              <a:ext cx="7596872" cy="3828554"/>
            </a:xfrm>
            <a:custGeom>
              <a:avLst/>
              <a:gdLst/>
              <a:ahLst/>
              <a:cxnLst/>
              <a:rect l="l" t="t" r="r" b="b"/>
              <a:pathLst>
                <a:path w="7596872" h="3828554" extrusionOk="0">
                  <a:moveTo>
                    <a:pt x="0" y="0"/>
                  </a:moveTo>
                  <a:lnTo>
                    <a:pt x="7596872" y="0"/>
                  </a:lnTo>
                  <a:lnTo>
                    <a:pt x="7596872" y="3828554"/>
                  </a:lnTo>
                  <a:lnTo>
                    <a:pt x="0" y="382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69" name="Google Shape;969;p28"/>
            <p:cNvSpPr txBox="1"/>
            <p:nvPr/>
          </p:nvSpPr>
          <p:spPr>
            <a:xfrm>
              <a:off x="0" y="47625"/>
              <a:ext cx="7596872" cy="3780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Ventajas</a:t>
              </a:r>
              <a:endParaRPr/>
            </a:p>
          </p:txBody>
        </p:sp>
      </p:grpSp>
      <p:grpSp>
        <p:nvGrpSpPr>
          <p:cNvPr id="970" name="Google Shape;970;p28"/>
          <p:cNvGrpSpPr/>
          <p:nvPr/>
        </p:nvGrpSpPr>
        <p:grpSpPr>
          <a:xfrm>
            <a:off x="1257300" y="4147661"/>
            <a:ext cx="5697654" cy="5117782"/>
            <a:chOff x="0" y="-47625"/>
            <a:chExt cx="7596872" cy="6823709"/>
          </a:xfrm>
        </p:grpSpPr>
        <p:sp>
          <p:nvSpPr>
            <p:cNvPr id="971" name="Google Shape;971;p28"/>
            <p:cNvSpPr/>
            <p:nvPr/>
          </p:nvSpPr>
          <p:spPr>
            <a:xfrm>
              <a:off x="0" y="0"/>
              <a:ext cx="7596872" cy="6776084"/>
            </a:xfrm>
            <a:custGeom>
              <a:avLst/>
              <a:gdLst/>
              <a:ahLst/>
              <a:cxnLst/>
              <a:rect l="l" t="t" r="r" b="b"/>
              <a:pathLst>
                <a:path w="7596872" h="6776084" extrusionOk="0">
                  <a:moveTo>
                    <a:pt x="0" y="0"/>
                  </a:moveTo>
                  <a:lnTo>
                    <a:pt x="7596872" y="0"/>
                  </a:lnTo>
                  <a:lnTo>
                    <a:pt x="7596872" y="6776084"/>
                  </a:lnTo>
                  <a:lnTo>
                    <a:pt x="0" y="6776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72" name="Google Shape;972;p28"/>
            <p:cNvSpPr txBox="1"/>
            <p:nvPr/>
          </p:nvSpPr>
          <p:spPr>
            <a:xfrm>
              <a:off x="0" y="-47625"/>
              <a:ext cx="7596872" cy="6823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26875" marR="0" lvl="1" indent="-213437" algn="just" rtl="0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lang="en-US" sz="2358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Facilita el aprendizaje y la práctica de la programación sin necesidad de dominar un lenguaje de programación específico.</a:t>
              </a:r>
              <a:endParaRPr/>
            </a:p>
            <a:p>
              <a:pPr marL="426875" marR="0" lvl="1" indent="-213437" algn="just" rtl="0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lang="en-US" sz="2358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Conversón de algoritmos  a código C++.</a:t>
              </a:r>
              <a:endParaRPr/>
            </a:p>
            <a:p>
              <a:pPr marL="426875" marR="0" lvl="1" indent="-213437" algn="just" rtl="0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lang="en-US" sz="2358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Lenguaje de pseudocódigo configurable.</a:t>
              </a:r>
              <a:endParaRPr/>
            </a:p>
            <a:p>
              <a:pPr marL="426875" marR="0" lvl="1" indent="-213437" algn="just" rtl="0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lang="en-US" sz="2358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Edición y generación de diagramas de flujo.</a:t>
              </a:r>
              <a:endParaRPr/>
            </a:p>
          </p:txBody>
        </p:sp>
      </p:grpSp>
      <p:sp>
        <p:nvSpPr>
          <p:cNvPr id="973" name="Google Shape;973;p28" descr="Icono  Descripción generada automáticamente"/>
          <p:cNvSpPr/>
          <p:nvPr/>
        </p:nvSpPr>
        <p:spPr>
          <a:xfrm>
            <a:off x="8558470" y="1371654"/>
            <a:ext cx="8046719" cy="7543800"/>
          </a:xfrm>
          <a:custGeom>
            <a:avLst/>
            <a:gdLst/>
            <a:ahLst/>
            <a:cxnLst/>
            <a:rect l="l" t="t" r="r" b="b"/>
            <a:pathLst>
              <a:path w="8046719" h="7543800" extrusionOk="0">
                <a:moveTo>
                  <a:pt x="0" y="0"/>
                </a:moveTo>
                <a:lnTo>
                  <a:pt x="8046719" y="0"/>
                </a:lnTo>
                <a:lnTo>
                  <a:pt x="8046719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5" r="-24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79" name="Google Shape;979;p29" descr="Qué es el Pseudocódigo y Cómo Puede Mejorar tu Programación?"/>
          <p:cNvSpPr/>
          <p:nvPr/>
        </p:nvSpPr>
        <p:spPr>
          <a:xfrm>
            <a:off x="30" y="3045"/>
            <a:ext cx="18287970" cy="10283955"/>
          </a:xfrm>
          <a:custGeom>
            <a:avLst/>
            <a:gdLst/>
            <a:ahLst/>
            <a:cxnLst/>
            <a:rect l="l" t="t" r="r" b="b"/>
            <a:pathLst>
              <a:path w="18287970" h="10283955" extrusionOk="0">
                <a:moveTo>
                  <a:pt x="0" y="0"/>
                </a:moveTo>
                <a:lnTo>
                  <a:pt x="18287970" y="0"/>
                </a:lnTo>
                <a:lnTo>
                  <a:pt x="18287970" y="10283955"/>
                </a:lnTo>
                <a:lnTo>
                  <a:pt x="0" y="1028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2465" r="-2" b="-2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80" name="Google Shape;980;p29"/>
          <p:cNvSpPr/>
          <p:nvPr/>
        </p:nvSpPr>
        <p:spPr>
          <a:xfrm>
            <a:off x="0" y="30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0445F">
                  <a:alpha val="2745"/>
                </a:srgbClr>
              </a:gs>
              <a:gs pos="32000">
                <a:srgbClr val="20445F">
                  <a:alpha val="2745"/>
                </a:srgbClr>
              </a:gs>
              <a:gs pos="100000">
                <a:srgbClr val="000000">
                  <a:alpha val="69803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81" name="Google Shape;981;p2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5">
              <a:alphaModFix amt="30000"/>
            </a:blip>
            <a:stretch>
              <a:fillRect r="50000" b="50000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82" name="Google Shape;982;p29"/>
          <p:cNvGrpSpPr/>
          <p:nvPr/>
        </p:nvGrpSpPr>
        <p:grpSpPr>
          <a:xfrm>
            <a:off x="2392904" y="1683544"/>
            <a:ext cx="13502193" cy="3581400"/>
            <a:chOff x="0" y="0"/>
            <a:chExt cx="18002924" cy="4775200"/>
          </a:xfrm>
        </p:grpSpPr>
        <p:sp>
          <p:nvSpPr>
            <p:cNvPr id="983" name="Google Shape;983;p29"/>
            <p:cNvSpPr/>
            <p:nvPr/>
          </p:nvSpPr>
          <p:spPr>
            <a:xfrm>
              <a:off x="0" y="0"/>
              <a:ext cx="18002924" cy="4775200"/>
            </a:xfrm>
            <a:custGeom>
              <a:avLst/>
              <a:gdLst/>
              <a:ahLst/>
              <a:cxnLst/>
              <a:rect l="l" t="t" r="r" b="b"/>
              <a:pathLst>
                <a:path w="18002924" h="4775200" extrusionOk="0">
                  <a:moveTo>
                    <a:pt x="0" y="0"/>
                  </a:moveTo>
                  <a:lnTo>
                    <a:pt x="18002924" y="0"/>
                  </a:lnTo>
                  <a:lnTo>
                    <a:pt x="18002924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4" name="Google Shape;984;p29"/>
            <p:cNvSpPr txBox="1"/>
            <p:nvPr/>
          </p:nvSpPr>
          <p:spPr>
            <a:xfrm>
              <a:off x="0" y="85725"/>
              <a:ext cx="18002924" cy="4689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Ejemplos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90" name="Google Shape;990;p30"/>
          <p:cNvGrpSpPr/>
          <p:nvPr/>
        </p:nvGrpSpPr>
        <p:grpSpPr>
          <a:xfrm>
            <a:off x="7391208" y="914400"/>
            <a:ext cx="9510126" cy="1989482"/>
            <a:chOff x="0" y="0"/>
            <a:chExt cx="12680168" cy="2652642"/>
          </a:xfrm>
        </p:grpSpPr>
        <p:sp>
          <p:nvSpPr>
            <p:cNvPr id="991" name="Google Shape;991;p30"/>
            <p:cNvSpPr/>
            <p:nvPr/>
          </p:nvSpPr>
          <p:spPr>
            <a:xfrm>
              <a:off x="0" y="0"/>
              <a:ext cx="12680168" cy="2652642"/>
            </a:xfrm>
            <a:custGeom>
              <a:avLst/>
              <a:gdLst/>
              <a:ahLst/>
              <a:cxnLst/>
              <a:rect l="l" t="t" r="r" b="b"/>
              <a:pathLst>
                <a:path w="12680168" h="2652642" extrusionOk="0">
                  <a:moveTo>
                    <a:pt x="0" y="0"/>
                  </a:moveTo>
                  <a:lnTo>
                    <a:pt x="12680168" y="0"/>
                  </a:lnTo>
                  <a:lnTo>
                    <a:pt x="12680168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92" name="Google Shape;992;p30"/>
            <p:cNvSpPr txBox="1"/>
            <p:nvPr/>
          </p:nvSpPr>
          <p:spPr>
            <a:xfrm>
              <a:off x="0" y="47625"/>
              <a:ext cx="12680168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Condicional</a:t>
              </a:r>
              <a:endParaRPr/>
            </a:p>
          </p:txBody>
        </p:sp>
      </p:grpSp>
      <p:grpSp>
        <p:nvGrpSpPr>
          <p:cNvPr id="993" name="Google Shape;993;p30"/>
          <p:cNvGrpSpPr/>
          <p:nvPr/>
        </p:nvGrpSpPr>
        <p:grpSpPr>
          <a:xfrm>
            <a:off x="985838" y="957262"/>
            <a:ext cx="5900738" cy="8372475"/>
            <a:chOff x="0" y="0"/>
            <a:chExt cx="7867650" cy="11163300"/>
          </a:xfrm>
        </p:grpSpPr>
        <p:sp>
          <p:nvSpPr>
            <p:cNvPr id="994" name="Google Shape;994;p30"/>
            <p:cNvSpPr/>
            <p:nvPr/>
          </p:nvSpPr>
          <p:spPr>
            <a:xfrm>
              <a:off x="190500" y="190500"/>
              <a:ext cx="7486650" cy="10782300"/>
            </a:xfrm>
            <a:custGeom>
              <a:avLst/>
              <a:gdLst/>
              <a:ahLst/>
              <a:cxnLst/>
              <a:rect l="l" t="t" r="r" b="b"/>
              <a:pathLst>
                <a:path w="7486650" h="10782300" extrusionOk="0">
                  <a:moveTo>
                    <a:pt x="0" y="0"/>
                  </a:moveTo>
                  <a:lnTo>
                    <a:pt x="7486650" y="0"/>
                  </a:lnTo>
                  <a:lnTo>
                    <a:pt x="7486650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0" y="0"/>
              <a:ext cx="7867650" cy="11163300"/>
            </a:xfrm>
            <a:custGeom>
              <a:avLst/>
              <a:gdLst/>
              <a:ahLst/>
              <a:cxnLst/>
              <a:rect l="l" t="t" r="r" b="b"/>
              <a:pathLst>
                <a:path w="7867650" h="11163300" extrusionOk="0">
                  <a:moveTo>
                    <a:pt x="190500" y="0"/>
                  </a:moveTo>
                  <a:lnTo>
                    <a:pt x="7677150" y="0"/>
                  </a:lnTo>
                  <a:cubicBezTo>
                    <a:pt x="7782306" y="0"/>
                    <a:pt x="7867650" y="85344"/>
                    <a:pt x="7867650" y="190500"/>
                  </a:cubicBezTo>
                  <a:lnTo>
                    <a:pt x="7867650" y="10972800"/>
                  </a:lnTo>
                  <a:cubicBezTo>
                    <a:pt x="7867650" y="11077956"/>
                    <a:pt x="7782306" y="11163300"/>
                    <a:pt x="7677150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7677150" y="10782300"/>
                  </a:lnTo>
                  <a:lnTo>
                    <a:pt x="7677150" y="10972800"/>
                  </a:lnTo>
                  <a:lnTo>
                    <a:pt x="7486650" y="10972800"/>
                  </a:lnTo>
                  <a:lnTo>
                    <a:pt x="7486650" y="190500"/>
                  </a:lnTo>
                  <a:lnTo>
                    <a:pt x="7677150" y="190500"/>
                  </a:lnTo>
                  <a:lnTo>
                    <a:pt x="7677150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30"/>
          <p:cNvSpPr/>
          <p:nvPr/>
        </p:nvSpPr>
        <p:spPr>
          <a:xfrm>
            <a:off x="1207485" y="1197684"/>
            <a:ext cx="5457443" cy="7891652"/>
          </a:xfrm>
          <a:custGeom>
            <a:avLst/>
            <a:gdLst/>
            <a:ahLst/>
            <a:cxnLst/>
            <a:rect l="l" t="t" r="r" b="b"/>
            <a:pathLst>
              <a:path w="7276592" h="10522204" extrusionOk="0">
                <a:moveTo>
                  <a:pt x="12700" y="0"/>
                </a:moveTo>
                <a:lnTo>
                  <a:pt x="7263892" y="0"/>
                </a:lnTo>
                <a:cubicBezTo>
                  <a:pt x="7270877" y="0"/>
                  <a:pt x="7276592" y="5715"/>
                  <a:pt x="7276592" y="12700"/>
                </a:cubicBezTo>
                <a:lnTo>
                  <a:pt x="7276592" y="10509504"/>
                </a:lnTo>
                <a:cubicBezTo>
                  <a:pt x="7276592" y="10516489"/>
                  <a:pt x="7270877" y="10522204"/>
                  <a:pt x="7263892" y="10522204"/>
                </a:cubicBezTo>
                <a:lnTo>
                  <a:pt x="12700" y="10522204"/>
                </a:lnTo>
                <a:cubicBezTo>
                  <a:pt x="5715" y="10522204"/>
                  <a:pt x="0" y="10516489"/>
                  <a:pt x="0" y="10509504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09504"/>
                </a:lnTo>
                <a:lnTo>
                  <a:pt x="12700" y="10509504"/>
                </a:lnTo>
                <a:lnTo>
                  <a:pt x="12700" y="10496804"/>
                </a:lnTo>
                <a:lnTo>
                  <a:pt x="7263892" y="10496804"/>
                </a:lnTo>
                <a:lnTo>
                  <a:pt x="7263892" y="10509504"/>
                </a:lnTo>
                <a:lnTo>
                  <a:pt x="7251192" y="10509504"/>
                </a:lnTo>
                <a:lnTo>
                  <a:pt x="7251192" y="12700"/>
                </a:lnTo>
                <a:lnTo>
                  <a:pt x="7263892" y="12700"/>
                </a:lnTo>
                <a:lnTo>
                  <a:pt x="7263892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0"/>
          <p:cNvSpPr/>
          <p:nvPr/>
        </p:nvSpPr>
        <p:spPr>
          <a:xfrm>
            <a:off x="904352" y="914400"/>
            <a:ext cx="5954751" cy="8458200"/>
          </a:xfrm>
          <a:custGeom>
            <a:avLst/>
            <a:gdLst/>
            <a:ahLst/>
            <a:cxnLst/>
            <a:rect l="l" t="t" r="r" b="b"/>
            <a:pathLst>
              <a:path w="5954751" h="8458200" extrusionOk="0">
                <a:moveTo>
                  <a:pt x="0" y="0"/>
                </a:moveTo>
                <a:lnTo>
                  <a:pt x="5954750" y="0"/>
                </a:lnTo>
                <a:lnTo>
                  <a:pt x="5954750" y="8458200"/>
                </a:lnTo>
                <a:lnTo>
                  <a:pt x="0" y="8458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772" r="-85563" b="-1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98" name="Google Shape;998;p30"/>
          <p:cNvSpPr/>
          <p:nvPr/>
        </p:nvSpPr>
        <p:spPr>
          <a:xfrm>
            <a:off x="11308018" y="2648316"/>
            <a:ext cx="6623200" cy="4990368"/>
          </a:xfrm>
          <a:custGeom>
            <a:avLst/>
            <a:gdLst/>
            <a:ahLst/>
            <a:cxnLst/>
            <a:rect l="l" t="t" r="r" b="b"/>
            <a:pathLst>
              <a:path w="6623200" h="4990368" extrusionOk="0">
                <a:moveTo>
                  <a:pt x="0" y="0"/>
                </a:moveTo>
                <a:lnTo>
                  <a:pt x="6623201" y="0"/>
                </a:lnTo>
                <a:lnTo>
                  <a:pt x="6623201" y="4990368"/>
                </a:lnTo>
                <a:lnTo>
                  <a:pt x="0" y="4990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24379" b="-3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99" name="Google Shape;999;p30"/>
          <p:cNvGrpSpPr/>
          <p:nvPr/>
        </p:nvGrpSpPr>
        <p:grpSpPr>
          <a:xfrm>
            <a:off x="7391207" y="3094088"/>
            <a:ext cx="9510128" cy="5985703"/>
            <a:chOff x="0" y="-66675"/>
            <a:chExt cx="12680170" cy="7980937"/>
          </a:xfrm>
        </p:grpSpPr>
        <p:sp>
          <p:nvSpPr>
            <p:cNvPr id="1000" name="Google Shape;1000;p30"/>
            <p:cNvSpPr/>
            <p:nvPr/>
          </p:nvSpPr>
          <p:spPr>
            <a:xfrm>
              <a:off x="0" y="0"/>
              <a:ext cx="12680170" cy="7914262"/>
            </a:xfrm>
            <a:custGeom>
              <a:avLst/>
              <a:gdLst/>
              <a:ahLst/>
              <a:cxnLst/>
              <a:rect l="l" t="t" r="r" b="b"/>
              <a:pathLst>
                <a:path w="12680170" h="7914262" extrusionOk="0">
                  <a:moveTo>
                    <a:pt x="0" y="0"/>
                  </a:moveTo>
                  <a:lnTo>
                    <a:pt x="12680170" y="0"/>
                  </a:lnTo>
                  <a:lnTo>
                    <a:pt x="12680170" y="7914262"/>
                  </a:lnTo>
                  <a:lnTo>
                    <a:pt x="0" y="7914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01" name="Google Shape;1001;p30"/>
            <p:cNvSpPr txBox="1"/>
            <p:nvPr/>
          </p:nvSpPr>
          <p:spPr>
            <a:xfrm>
              <a:off x="0" y="-66675"/>
              <a:ext cx="12680170" cy="7980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SI (condición)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	Instrucción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SINO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	Instrucción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FIN_SI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7" name="Google Shape;1007;p31"/>
          <p:cNvGrpSpPr/>
          <p:nvPr/>
        </p:nvGrpSpPr>
        <p:grpSpPr>
          <a:xfrm>
            <a:off x="1370694" y="6923313"/>
            <a:ext cx="7532005" cy="2295332"/>
            <a:chOff x="0" y="0"/>
            <a:chExt cx="10042674" cy="3060442"/>
          </a:xfrm>
        </p:grpSpPr>
        <p:sp>
          <p:nvSpPr>
            <p:cNvPr id="1008" name="Google Shape;1008;p31"/>
            <p:cNvSpPr/>
            <p:nvPr/>
          </p:nvSpPr>
          <p:spPr>
            <a:xfrm>
              <a:off x="0" y="0"/>
              <a:ext cx="10042674" cy="3060442"/>
            </a:xfrm>
            <a:custGeom>
              <a:avLst/>
              <a:gdLst/>
              <a:ahLst/>
              <a:cxnLst/>
              <a:rect l="l" t="t" r="r" b="b"/>
              <a:pathLst>
                <a:path w="10042674" h="3060442" extrusionOk="0">
                  <a:moveTo>
                    <a:pt x="0" y="0"/>
                  </a:moveTo>
                  <a:lnTo>
                    <a:pt x="10042674" y="0"/>
                  </a:lnTo>
                  <a:lnTo>
                    <a:pt x="10042674" y="3060442"/>
                  </a:lnTo>
                  <a:lnTo>
                    <a:pt x="0" y="3060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09" name="Google Shape;1009;p31"/>
            <p:cNvSpPr txBox="1"/>
            <p:nvPr/>
          </p:nvSpPr>
          <p:spPr>
            <a:xfrm>
              <a:off x="0" y="47625"/>
              <a:ext cx="10042674" cy="3012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Bucle</a:t>
              </a:r>
              <a:endParaRPr/>
            </a:p>
          </p:txBody>
        </p:sp>
      </p:grpSp>
      <p:sp>
        <p:nvSpPr>
          <p:cNvPr id="1010" name="Google Shape;1010;p31"/>
          <p:cNvSpPr/>
          <p:nvPr/>
        </p:nvSpPr>
        <p:spPr>
          <a:xfrm>
            <a:off x="0" y="0"/>
            <a:ext cx="18288001" cy="6319076"/>
          </a:xfrm>
          <a:custGeom>
            <a:avLst/>
            <a:gdLst/>
            <a:ahLst/>
            <a:cxnLst/>
            <a:rect l="l" t="t" r="r" b="b"/>
            <a:pathLst>
              <a:path w="24384000" h="8425434" extrusionOk="0">
                <a:moveTo>
                  <a:pt x="0" y="0"/>
                </a:moveTo>
                <a:lnTo>
                  <a:pt x="24384000" y="0"/>
                </a:lnTo>
                <a:lnTo>
                  <a:pt x="24384000" y="8425434"/>
                </a:lnTo>
                <a:lnTo>
                  <a:pt x="0" y="84254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11" name="Google Shape;1011;p31"/>
          <p:cNvSpPr/>
          <p:nvPr/>
        </p:nvSpPr>
        <p:spPr>
          <a:xfrm>
            <a:off x="2753668" y="746448"/>
            <a:ext cx="4141797" cy="5097597"/>
          </a:xfrm>
          <a:custGeom>
            <a:avLst/>
            <a:gdLst/>
            <a:ahLst/>
            <a:cxnLst/>
            <a:rect l="l" t="t" r="r" b="b"/>
            <a:pathLst>
              <a:path w="4141797" h="5097597" extrusionOk="0">
                <a:moveTo>
                  <a:pt x="0" y="0"/>
                </a:moveTo>
                <a:lnTo>
                  <a:pt x="4141797" y="0"/>
                </a:lnTo>
                <a:lnTo>
                  <a:pt x="4141797" y="5097597"/>
                </a:lnTo>
                <a:lnTo>
                  <a:pt x="0" y="5097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1012" name="Google Shape;1012;p31"/>
          <p:cNvCxnSpPr/>
          <p:nvPr/>
        </p:nvCxnSpPr>
        <p:spPr>
          <a:xfrm rot="5368858">
            <a:off x="7566770" y="3285722"/>
            <a:ext cx="3154460" cy="0"/>
          </a:xfrm>
          <a:prstGeom prst="straightConnector1">
            <a:avLst/>
          </a:prstGeom>
          <a:noFill/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3" name="Google Shape;1013;p31"/>
          <p:cNvSpPr/>
          <p:nvPr/>
        </p:nvSpPr>
        <p:spPr>
          <a:xfrm>
            <a:off x="9385298" y="1130704"/>
            <a:ext cx="8156249" cy="4329083"/>
          </a:xfrm>
          <a:custGeom>
            <a:avLst/>
            <a:gdLst/>
            <a:ahLst/>
            <a:cxnLst/>
            <a:rect l="l" t="t" r="r" b="b"/>
            <a:pathLst>
              <a:path w="8156249" h="4329083" extrusionOk="0">
                <a:moveTo>
                  <a:pt x="0" y="0"/>
                </a:moveTo>
                <a:lnTo>
                  <a:pt x="8156248" y="0"/>
                </a:lnTo>
                <a:lnTo>
                  <a:pt x="8156248" y="4329083"/>
                </a:lnTo>
                <a:lnTo>
                  <a:pt x="0" y="4329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14" name="Google Shape;1014;p31"/>
          <p:cNvGrpSpPr/>
          <p:nvPr/>
        </p:nvGrpSpPr>
        <p:grpSpPr>
          <a:xfrm>
            <a:off x="9385298" y="6873307"/>
            <a:ext cx="7516036" cy="2345338"/>
            <a:chOff x="0" y="-66675"/>
            <a:chExt cx="10021382" cy="3127117"/>
          </a:xfrm>
        </p:grpSpPr>
        <p:sp>
          <p:nvSpPr>
            <p:cNvPr id="1015" name="Google Shape;1015;p31"/>
            <p:cNvSpPr/>
            <p:nvPr/>
          </p:nvSpPr>
          <p:spPr>
            <a:xfrm>
              <a:off x="0" y="0"/>
              <a:ext cx="10021382" cy="3060442"/>
            </a:xfrm>
            <a:custGeom>
              <a:avLst/>
              <a:gdLst/>
              <a:ahLst/>
              <a:cxnLst/>
              <a:rect l="l" t="t" r="r" b="b"/>
              <a:pathLst>
                <a:path w="10021382" h="3060442" extrusionOk="0">
                  <a:moveTo>
                    <a:pt x="0" y="0"/>
                  </a:moveTo>
                  <a:lnTo>
                    <a:pt x="10021382" y="0"/>
                  </a:lnTo>
                  <a:lnTo>
                    <a:pt x="10021382" y="3060442"/>
                  </a:lnTo>
                  <a:lnTo>
                    <a:pt x="0" y="3060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16" name="Google Shape;1016;p31"/>
            <p:cNvSpPr txBox="1"/>
            <p:nvPr/>
          </p:nvSpPr>
          <p:spPr>
            <a:xfrm>
              <a:off x="0" y="-66675"/>
              <a:ext cx="10021382" cy="3127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MIENTRAS (condición)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	Instrucción</a:t>
              </a:r>
              <a:endParaRPr/>
            </a:p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FIN_MIENTRAS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32"/>
          <p:cNvGrpSpPr/>
          <p:nvPr/>
        </p:nvGrpSpPr>
        <p:grpSpPr>
          <a:xfrm>
            <a:off x="-129374" y="262222"/>
            <a:ext cx="14418129" cy="2828346"/>
            <a:chOff x="0" y="0"/>
            <a:chExt cx="19224171" cy="3771128"/>
          </a:xfrm>
        </p:grpSpPr>
        <p:sp>
          <p:nvSpPr>
            <p:cNvPr id="1022" name="Google Shape;1022;p32"/>
            <p:cNvSpPr/>
            <p:nvPr/>
          </p:nvSpPr>
          <p:spPr>
            <a:xfrm>
              <a:off x="0" y="0"/>
              <a:ext cx="19224171" cy="3771128"/>
            </a:xfrm>
            <a:custGeom>
              <a:avLst/>
              <a:gdLst/>
              <a:ahLst/>
              <a:cxnLst/>
              <a:rect l="l" t="t" r="r" b="b"/>
              <a:pathLst>
                <a:path w="19224171" h="3771128" extrusionOk="0">
                  <a:moveTo>
                    <a:pt x="0" y="0"/>
                  </a:moveTo>
                  <a:lnTo>
                    <a:pt x="19224171" y="0"/>
                  </a:lnTo>
                  <a:lnTo>
                    <a:pt x="19224171" y="3771128"/>
                  </a:lnTo>
                  <a:lnTo>
                    <a:pt x="0" y="37711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3" name="Google Shape;1023;p32"/>
            <p:cNvSpPr txBox="1"/>
            <p:nvPr/>
          </p:nvSpPr>
          <p:spPr>
            <a:xfrm>
              <a:off x="0" y="95250"/>
              <a:ext cx="19224170" cy="3675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la Programación</a:t>
              </a:r>
              <a:endParaRPr/>
            </a:p>
          </p:txBody>
        </p:sp>
      </p:grpSp>
      <p:grpSp>
        <p:nvGrpSpPr>
          <p:cNvPr id="1024" name="Google Shape;1024;p32"/>
          <p:cNvGrpSpPr/>
          <p:nvPr/>
        </p:nvGrpSpPr>
        <p:grpSpPr>
          <a:xfrm>
            <a:off x="8448783" y="3620014"/>
            <a:ext cx="8769001" cy="860203"/>
            <a:chOff x="0" y="0"/>
            <a:chExt cx="11692001" cy="1146937"/>
          </a:xfrm>
        </p:grpSpPr>
        <p:sp>
          <p:nvSpPr>
            <p:cNvPr id="1025" name="Google Shape;1025;p32"/>
            <p:cNvSpPr/>
            <p:nvPr/>
          </p:nvSpPr>
          <p:spPr>
            <a:xfrm>
              <a:off x="19050" y="19050"/>
              <a:ext cx="11653901" cy="1108837"/>
            </a:xfrm>
            <a:custGeom>
              <a:avLst/>
              <a:gdLst/>
              <a:ahLst/>
              <a:cxnLst/>
              <a:rect l="l" t="t" r="r" b="b"/>
              <a:pathLst>
                <a:path w="11653901" h="1108837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0" y="0"/>
              <a:ext cx="11692001" cy="1146937"/>
            </a:xfrm>
            <a:custGeom>
              <a:avLst/>
              <a:gdLst/>
              <a:ahLst/>
              <a:cxnLst/>
              <a:rect l="l" t="t" r="r" b="b"/>
              <a:pathLst>
                <a:path w="11692001" h="1146937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7" name="Google Shape;1027;p32"/>
          <p:cNvGrpSpPr/>
          <p:nvPr/>
        </p:nvGrpSpPr>
        <p:grpSpPr>
          <a:xfrm>
            <a:off x="8885802" y="3132934"/>
            <a:ext cx="6146768" cy="1002792"/>
            <a:chOff x="0" y="0"/>
            <a:chExt cx="8195691" cy="1337056"/>
          </a:xfrm>
        </p:grpSpPr>
        <p:sp>
          <p:nvSpPr>
            <p:cNvPr id="1028" name="Google Shape;1028;p32"/>
            <p:cNvSpPr/>
            <p:nvPr/>
          </p:nvSpPr>
          <p:spPr>
            <a:xfrm>
              <a:off x="19050" y="19050"/>
              <a:ext cx="8157591" cy="1298956"/>
            </a:xfrm>
            <a:custGeom>
              <a:avLst/>
              <a:gdLst/>
              <a:ahLst/>
              <a:cxnLst/>
              <a:rect l="l" t="t" r="r" b="b"/>
              <a:pathLst>
                <a:path w="8157591" h="1298956" extrusionOk="0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0" y="0"/>
              <a:ext cx="8195691" cy="1337056"/>
            </a:xfrm>
            <a:custGeom>
              <a:avLst/>
              <a:gdLst/>
              <a:ahLst/>
              <a:cxnLst/>
              <a:rect l="l" t="t" r="r" b="b"/>
              <a:pathLst>
                <a:path w="8195691" h="1337056" extrusionOk="0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32"/>
          <p:cNvGrpSpPr/>
          <p:nvPr/>
        </p:nvGrpSpPr>
        <p:grpSpPr>
          <a:xfrm>
            <a:off x="8933356" y="3180489"/>
            <a:ext cx="6051746" cy="907626"/>
            <a:chOff x="0" y="0"/>
            <a:chExt cx="8068994" cy="1210168"/>
          </a:xfrm>
        </p:grpSpPr>
        <p:sp>
          <p:nvSpPr>
            <p:cNvPr id="1031" name="Google Shape;1031;p32"/>
            <p:cNvSpPr/>
            <p:nvPr/>
          </p:nvSpPr>
          <p:spPr>
            <a:xfrm>
              <a:off x="0" y="0"/>
              <a:ext cx="8068994" cy="1210168"/>
            </a:xfrm>
            <a:custGeom>
              <a:avLst/>
              <a:gdLst/>
              <a:ahLst/>
              <a:cxnLst/>
              <a:rect l="l" t="t" r="r" b="b"/>
              <a:pathLst>
                <a:path w="8068994" h="1210168" extrusionOk="0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32" name="Google Shape;1032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es Programación?</a:t>
              </a:r>
              <a:endParaRPr/>
            </a:p>
          </p:txBody>
        </p:sp>
      </p:grpSp>
      <p:grpSp>
        <p:nvGrpSpPr>
          <p:cNvPr id="1033" name="Google Shape;1033;p32"/>
          <p:cNvGrpSpPr/>
          <p:nvPr/>
        </p:nvGrpSpPr>
        <p:grpSpPr>
          <a:xfrm>
            <a:off x="8448783" y="5116894"/>
            <a:ext cx="8769001" cy="860203"/>
            <a:chOff x="0" y="0"/>
            <a:chExt cx="11692001" cy="1146937"/>
          </a:xfrm>
        </p:grpSpPr>
        <p:sp>
          <p:nvSpPr>
            <p:cNvPr id="1034" name="Google Shape;1034;p32"/>
            <p:cNvSpPr/>
            <p:nvPr/>
          </p:nvSpPr>
          <p:spPr>
            <a:xfrm>
              <a:off x="19050" y="19050"/>
              <a:ext cx="11653901" cy="1108837"/>
            </a:xfrm>
            <a:custGeom>
              <a:avLst/>
              <a:gdLst/>
              <a:ahLst/>
              <a:cxnLst/>
              <a:rect l="l" t="t" r="r" b="b"/>
              <a:pathLst>
                <a:path w="11653901" h="1108837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0" y="0"/>
              <a:ext cx="11692001" cy="1146937"/>
            </a:xfrm>
            <a:custGeom>
              <a:avLst/>
              <a:gdLst/>
              <a:ahLst/>
              <a:cxnLst/>
              <a:rect l="l" t="t" r="r" b="b"/>
              <a:pathLst>
                <a:path w="11692001" h="1146937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D49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32"/>
          <p:cNvGrpSpPr/>
          <p:nvPr/>
        </p:nvGrpSpPr>
        <p:grpSpPr>
          <a:xfrm>
            <a:off x="8885802" y="4629814"/>
            <a:ext cx="6146768" cy="1002792"/>
            <a:chOff x="0" y="0"/>
            <a:chExt cx="8195691" cy="1337056"/>
          </a:xfrm>
        </p:grpSpPr>
        <p:sp>
          <p:nvSpPr>
            <p:cNvPr id="1037" name="Google Shape;1037;p32"/>
            <p:cNvSpPr/>
            <p:nvPr/>
          </p:nvSpPr>
          <p:spPr>
            <a:xfrm>
              <a:off x="19050" y="19050"/>
              <a:ext cx="8157591" cy="1298956"/>
            </a:xfrm>
            <a:custGeom>
              <a:avLst/>
              <a:gdLst/>
              <a:ahLst/>
              <a:cxnLst/>
              <a:rect l="l" t="t" r="r" b="b"/>
              <a:pathLst>
                <a:path w="8157591" h="1298956" extrusionOk="0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CD49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0" y="0"/>
              <a:ext cx="8195691" cy="1337056"/>
            </a:xfrm>
            <a:custGeom>
              <a:avLst/>
              <a:gdLst/>
              <a:ahLst/>
              <a:cxnLst/>
              <a:rect l="l" t="t" r="r" b="b"/>
              <a:pathLst>
                <a:path w="8195691" h="1337056" extrusionOk="0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32"/>
          <p:cNvGrpSpPr/>
          <p:nvPr/>
        </p:nvGrpSpPr>
        <p:grpSpPr>
          <a:xfrm>
            <a:off x="8933356" y="4677369"/>
            <a:ext cx="6051746" cy="907626"/>
            <a:chOff x="0" y="0"/>
            <a:chExt cx="8068994" cy="1210168"/>
          </a:xfrm>
        </p:grpSpPr>
        <p:sp>
          <p:nvSpPr>
            <p:cNvPr id="1040" name="Google Shape;1040;p32"/>
            <p:cNvSpPr/>
            <p:nvPr/>
          </p:nvSpPr>
          <p:spPr>
            <a:xfrm>
              <a:off x="0" y="0"/>
              <a:ext cx="8068994" cy="1210168"/>
            </a:xfrm>
            <a:custGeom>
              <a:avLst/>
              <a:gdLst/>
              <a:ahLst/>
              <a:cxnLst/>
              <a:rect l="l" t="t" r="r" b="b"/>
              <a:pathLst>
                <a:path w="8068994" h="1210168" extrusionOk="0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41" name="Google Shape;1041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Computadoras</a:t>
              </a:r>
              <a:endParaRPr/>
            </a:p>
          </p:txBody>
        </p:sp>
      </p:grpSp>
      <p:grpSp>
        <p:nvGrpSpPr>
          <p:cNvPr id="1042" name="Google Shape;1042;p32"/>
          <p:cNvGrpSpPr/>
          <p:nvPr/>
        </p:nvGrpSpPr>
        <p:grpSpPr>
          <a:xfrm>
            <a:off x="8448783" y="6613776"/>
            <a:ext cx="8769001" cy="860203"/>
            <a:chOff x="0" y="0"/>
            <a:chExt cx="11692001" cy="1146937"/>
          </a:xfrm>
        </p:grpSpPr>
        <p:sp>
          <p:nvSpPr>
            <p:cNvPr id="1043" name="Google Shape;1043;p32"/>
            <p:cNvSpPr/>
            <p:nvPr/>
          </p:nvSpPr>
          <p:spPr>
            <a:xfrm>
              <a:off x="19050" y="19050"/>
              <a:ext cx="11653901" cy="1108837"/>
            </a:xfrm>
            <a:custGeom>
              <a:avLst/>
              <a:gdLst/>
              <a:ahLst/>
              <a:cxnLst/>
              <a:rect l="l" t="t" r="r" b="b"/>
              <a:pathLst>
                <a:path w="11653901" h="1108837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0" y="0"/>
              <a:ext cx="11692001" cy="1146937"/>
            </a:xfrm>
            <a:custGeom>
              <a:avLst/>
              <a:gdLst/>
              <a:ahLst/>
              <a:cxnLst/>
              <a:rect l="l" t="t" r="r" b="b"/>
              <a:pathLst>
                <a:path w="11692001" h="1146937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D42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" name="Google Shape;1045;p32"/>
          <p:cNvGrpSpPr/>
          <p:nvPr/>
        </p:nvGrpSpPr>
        <p:grpSpPr>
          <a:xfrm>
            <a:off x="8885802" y="6126694"/>
            <a:ext cx="6146768" cy="1002792"/>
            <a:chOff x="0" y="0"/>
            <a:chExt cx="8195691" cy="1337056"/>
          </a:xfrm>
        </p:grpSpPr>
        <p:sp>
          <p:nvSpPr>
            <p:cNvPr id="1046" name="Google Shape;1046;p32"/>
            <p:cNvSpPr/>
            <p:nvPr/>
          </p:nvSpPr>
          <p:spPr>
            <a:xfrm>
              <a:off x="19050" y="19050"/>
              <a:ext cx="8157591" cy="1298956"/>
            </a:xfrm>
            <a:custGeom>
              <a:avLst/>
              <a:gdLst/>
              <a:ahLst/>
              <a:cxnLst/>
              <a:rect l="l" t="t" r="r" b="b"/>
              <a:pathLst>
                <a:path w="8157591" h="1298956" extrusionOk="0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CD42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0" y="0"/>
              <a:ext cx="8195691" cy="1337056"/>
            </a:xfrm>
            <a:custGeom>
              <a:avLst/>
              <a:gdLst/>
              <a:ahLst/>
              <a:cxnLst/>
              <a:rect l="l" t="t" r="r" b="b"/>
              <a:pathLst>
                <a:path w="8195691" h="1337056" extrusionOk="0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32"/>
          <p:cNvGrpSpPr/>
          <p:nvPr/>
        </p:nvGrpSpPr>
        <p:grpSpPr>
          <a:xfrm>
            <a:off x="8933356" y="6174249"/>
            <a:ext cx="6051746" cy="907626"/>
            <a:chOff x="0" y="0"/>
            <a:chExt cx="8068994" cy="1210168"/>
          </a:xfrm>
        </p:grpSpPr>
        <p:sp>
          <p:nvSpPr>
            <p:cNvPr id="1049" name="Google Shape;1049;p32"/>
            <p:cNvSpPr/>
            <p:nvPr/>
          </p:nvSpPr>
          <p:spPr>
            <a:xfrm>
              <a:off x="0" y="0"/>
              <a:ext cx="8068994" cy="1210168"/>
            </a:xfrm>
            <a:custGeom>
              <a:avLst/>
              <a:gdLst/>
              <a:ahLst/>
              <a:cxnLst/>
              <a:rect l="l" t="t" r="r" b="b"/>
              <a:pathLst>
                <a:path w="8068994" h="1210168" extrusionOk="0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50" name="Google Shape;1050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Software</a:t>
              </a:r>
              <a:endParaRPr/>
            </a:p>
          </p:txBody>
        </p:sp>
      </p:grpSp>
      <p:grpSp>
        <p:nvGrpSpPr>
          <p:cNvPr id="1051" name="Google Shape;1051;p32"/>
          <p:cNvGrpSpPr/>
          <p:nvPr/>
        </p:nvGrpSpPr>
        <p:grpSpPr>
          <a:xfrm>
            <a:off x="8448783" y="8110656"/>
            <a:ext cx="8769001" cy="860203"/>
            <a:chOff x="0" y="0"/>
            <a:chExt cx="11692001" cy="1146937"/>
          </a:xfrm>
        </p:grpSpPr>
        <p:sp>
          <p:nvSpPr>
            <p:cNvPr id="1052" name="Google Shape;1052;p32"/>
            <p:cNvSpPr/>
            <p:nvPr/>
          </p:nvSpPr>
          <p:spPr>
            <a:xfrm>
              <a:off x="19050" y="19050"/>
              <a:ext cx="11653901" cy="1108837"/>
            </a:xfrm>
            <a:custGeom>
              <a:avLst/>
              <a:gdLst/>
              <a:ahLst/>
              <a:cxnLst/>
              <a:rect l="l" t="t" r="r" b="b"/>
              <a:pathLst>
                <a:path w="11653901" h="1108837" extrusionOk="0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0" y="0"/>
              <a:ext cx="11692001" cy="1146937"/>
            </a:xfrm>
            <a:custGeom>
              <a:avLst/>
              <a:gdLst/>
              <a:ahLst/>
              <a:cxnLst/>
              <a:rect l="l" t="t" r="r" b="b"/>
              <a:pathLst>
                <a:path w="11692001" h="1146937" extrusionOk="0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32"/>
          <p:cNvGrpSpPr/>
          <p:nvPr/>
        </p:nvGrpSpPr>
        <p:grpSpPr>
          <a:xfrm>
            <a:off x="8885802" y="7623576"/>
            <a:ext cx="6146768" cy="1002792"/>
            <a:chOff x="0" y="0"/>
            <a:chExt cx="8195691" cy="1337056"/>
          </a:xfrm>
        </p:grpSpPr>
        <p:sp>
          <p:nvSpPr>
            <p:cNvPr id="1055" name="Google Shape;1055;p32"/>
            <p:cNvSpPr/>
            <p:nvPr/>
          </p:nvSpPr>
          <p:spPr>
            <a:xfrm>
              <a:off x="19050" y="19050"/>
              <a:ext cx="8157591" cy="1298956"/>
            </a:xfrm>
            <a:custGeom>
              <a:avLst/>
              <a:gdLst/>
              <a:ahLst/>
              <a:cxnLst/>
              <a:rect l="l" t="t" r="r" b="b"/>
              <a:pathLst>
                <a:path w="8157591" h="1298956" extrusionOk="0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0" y="0"/>
              <a:ext cx="8195691" cy="1337056"/>
            </a:xfrm>
            <a:custGeom>
              <a:avLst/>
              <a:gdLst/>
              <a:ahLst/>
              <a:cxnLst/>
              <a:rect l="l" t="t" r="r" b="b"/>
              <a:pathLst>
                <a:path w="8195691" h="1337056" extrusionOk="0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2"/>
          <p:cNvGrpSpPr/>
          <p:nvPr/>
        </p:nvGrpSpPr>
        <p:grpSpPr>
          <a:xfrm>
            <a:off x="8933356" y="7671130"/>
            <a:ext cx="6051746" cy="907626"/>
            <a:chOff x="0" y="0"/>
            <a:chExt cx="8068994" cy="1210168"/>
          </a:xfrm>
        </p:grpSpPr>
        <p:sp>
          <p:nvSpPr>
            <p:cNvPr id="1058" name="Google Shape;1058;p32"/>
            <p:cNvSpPr/>
            <p:nvPr/>
          </p:nvSpPr>
          <p:spPr>
            <a:xfrm>
              <a:off x="0" y="0"/>
              <a:ext cx="8068994" cy="1210168"/>
            </a:xfrm>
            <a:custGeom>
              <a:avLst/>
              <a:gdLst/>
              <a:ahLst/>
              <a:cxnLst/>
              <a:rect l="l" t="t" r="r" b="b"/>
              <a:pathLst>
                <a:path w="8068994" h="1210168" extrusionOk="0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59" name="Google Shape;1059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Lenguajes de Programación</a:t>
              </a:r>
              <a:endParaRPr/>
            </a:p>
          </p:txBody>
        </p:sp>
      </p:grpSp>
      <p:sp>
        <p:nvSpPr>
          <p:cNvPr id="1060" name="Google Shape;1060;p32" descr="Gatitos PNG para descargar gratis"/>
          <p:cNvSpPr/>
          <p:nvPr/>
        </p:nvSpPr>
        <p:spPr>
          <a:xfrm>
            <a:off x="1276612" y="4353534"/>
            <a:ext cx="5099067" cy="5099067"/>
          </a:xfrm>
          <a:custGeom>
            <a:avLst/>
            <a:gdLst/>
            <a:ahLst/>
            <a:cxnLst/>
            <a:rect l="l" t="t" r="r" b="b"/>
            <a:pathLst>
              <a:path w="5099067" h="5099067" extrusionOk="0">
                <a:moveTo>
                  <a:pt x="0" y="0"/>
                </a:moveTo>
                <a:lnTo>
                  <a:pt x="5099067" y="0"/>
                </a:lnTo>
                <a:lnTo>
                  <a:pt x="5099067" y="5099067"/>
                </a:lnTo>
                <a:lnTo>
                  <a:pt x="0" y="5099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66" name="Google Shape;1066;p33"/>
          <p:cNvGrpSpPr/>
          <p:nvPr/>
        </p:nvGrpSpPr>
        <p:grpSpPr>
          <a:xfrm>
            <a:off x="1343030" y="914400"/>
            <a:ext cx="4663440" cy="3543915"/>
            <a:chOff x="0" y="0"/>
            <a:chExt cx="6217920" cy="4725220"/>
          </a:xfrm>
        </p:grpSpPr>
        <p:sp>
          <p:nvSpPr>
            <p:cNvPr id="1067" name="Google Shape;1067;p33"/>
            <p:cNvSpPr/>
            <p:nvPr/>
          </p:nvSpPr>
          <p:spPr>
            <a:xfrm>
              <a:off x="0" y="0"/>
              <a:ext cx="6217920" cy="4725220"/>
            </a:xfrm>
            <a:custGeom>
              <a:avLst/>
              <a:gdLst/>
              <a:ahLst/>
              <a:cxnLst/>
              <a:rect l="l" t="t" r="r" b="b"/>
              <a:pathLst>
                <a:path w="6217920" h="4725220" extrusionOk="0">
                  <a:moveTo>
                    <a:pt x="0" y="0"/>
                  </a:moveTo>
                  <a:lnTo>
                    <a:pt x="6217920" y="0"/>
                  </a:lnTo>
                  <a:lnTo>
                    <a:pt x="6217920" y="4725220"/>
                  </a:lnTo>
                  <a:lnTo>
                    <a:pt x="0" y="4725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68" name="Google Shape;1068;p33"/>
            <p:cNvSpPr txBox="1"/>
            <p:nvPr/>
          </p:nvSpPr>
          <p:spPr>
            <a:xfrm>
              <a:off x="0" y="47625"/>
              <a:ext cx="6217920" cy="4677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Computadoras</a:t>
              </a:r>
              <a:endParaRPr/>
            </a:p>
          </p:txBody>
        </p:sp>
      </p:grpSp>
      <p:grpSp>
        <p:nvGrpSpPr>
          <p:cNvPr id="1069" name="Google Shape;1069;p33"/>
          <p:cNvGrpSpPr/>
          <p:nvPr/>
        </p:nvGrpSpPr>
        <p:grpSpPr>
          <a:xfrm>
            <a:off x="6806884" y="878682"/>
            <a:ext cx="9942874" cy="3579634"/>
            <a:chOff x="0" y="-47625"/>
            <a:chExt cx="13257166" cy="4772845"/>
          </a:xfrm>
        </p:grpSpPr>
        <p:sp>
          <p:nvSpPr>
            <p:cNvPr id="1070" name="Google Shape;1070;p33"/>
            <p:cNvSpPr/>
            <p:nvPr/>
          </p:nvSpPr>
          <p:spPr>
            <a:xfrm>
              <a:off x="0" y="0"/>
              <a:ext cx="13257166" cy="4725220"/>
            </a:xfrm>
            <a:custGeom>
              <a:avLst/>
              <a:gdLst/>
              <a:ahLst/>
              <a:cxnLst/>
              <a:rect l="l" t="t" r="r" b="b"/>
              <a:pathLst>
                <a:path w="13257166" h="4725220" extrusionOk="0">
                  <a:moveTo>
                    <a:pt x="0" y="0"/>
                  </a:moveTo>
                  <a:lnTo>
                    <a:pt x="13257166" y="0"/>
                  </a:lnTo>
                  <a:lnTo>
                    <a:pt x="13257166" y="4725220"/>
                  </a:lnTo>
                  <a:lnTo>
                    <a:pt x="0" y="4725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71" name="Google Shape;1071;p33"/>
            <p:cNvSpPr txBox="1"/>
            <p:nvPr/>
          </p:nvSpPr>
          <p:spPr>
            <a:xfrm>
              <a:off x="0" y="-47625"/>
              <a:ext cx="13257166" cy="4772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61485" marR="0" lvl="1" indent="-23074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50"/>
                <a:buFont typeface="Arial"/>
                <a:buChar char="•"/>
              </a:pPr>
              <a:r>
                <a:rPr lang="en-US" sz="25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La computadora es una máquina digital que ejecuta comandos para convertirlos en datos convenientes y útiles que posteriormente se envían a las unidades de salida. Un computador está formado físicamente por numerosos circuitos integrados y muchos componentes de apoyo, extensión y accesorios, que en conjunto pueden ejecutar tareas diversas con suma rapidez y bajo el control de un programa (software).</a:t>
              </a:r>
              <a:endParaRPr/>
            </a:p>
            <a:p>
              <a:pPr marL="461485" marR="0" lvl="1" indent="-230742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55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endParaRPr>
            </a:p>
          </p:txBody>
        </p:sp>
      </p:grpSp>
      <p:sp>
        <p:nvSpPr>
          <p:cNvPr id="1072" name="Google Shape;1072;p33" descr="A close-up of a circuit board  Description automatically generated"/>
          <p:cNvSpPr/>
          <p:nvPr/>
        </p:nvSpPr>
        <p:spPr>
          <a:xfrm>
            <a:off x="1314453" y="4810364"/>
            <a:ext cx="5068532" cy="4073981"/>
          </a:xfrm>
          <a:custGeom>
            <a:avLst/>
            <a:gdLst/>
            <a:ahLst/>
            <a:cxnLst/>
            <a:rect l="l" t="t" r="r" b="b"/>
            <a:pathLst>
              <a:path w="5068532" h="4073981" extrusionOk="0">
                <a:moveTo>
                  <a:pt x="0" y="0"/>
                </a:moveTo>
                <a:lnTo>
                  <a:pt x="5068531" y="0"/>
                </a:lnTo>
                <a:lnTo>
                  <a:pt x="5068531" y="4073980"/>
                </a:lnTo>
                <a:lnTo>
                  <a:pt x="0" y="4073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738" r="-8770" b="-4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73" name="Google Shape;1073;p33" descr="A black computer with a touch screen  Description automatically generated"/>
          <p:cNvSpPr/>
          <p:nvPr/>
        </p:nvSpPr>
        <p:spPr>
          <a:xfrm>
            <a:off x="12328431" y="4810364"/>
            <a:ext cx="5063490" cy="4073981"/>
          </a:xfrm>
          <a:custGeom>
            <a:avLst/>
            <a:gdLst/>
            <a:ahLst/>
            <a:cxnLst/>
            <a:rect l="l" t="t" r="r" b="b"/>
            <a:pathLst>
              <a:path w="5063490" h="4073981" extrusionOk="0">
                <a:moveTo>
                  <a:pt x="0" y="0"/>
                </a:moveTo>
                <a:lnTo>
                  <a:pt x="5063490" y="0"/>
                </a:lnTo>
                <a:lnTo>
                  <a:pt x="5063490" y="4073980"/>
                </a:lnTo>
                <a:lnTo>
                  <a:pt x="0" y="4073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379" r="-363" b="-12135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74" name="Google Shape;1074;p33" descr="A computer with a screen and keyboard  Description automatically generated"/>
          <p:cNvSpPr/>
          <p:nvPr/>
        </p:nvSpPr>
        <p:spPr>
          <a:xfrm>
            <a:off x="6898678" y="4810364"/>
            <a:ext cx="5063490" cy="4073981"/>
          </a:xfrm>
          <a:custGeom>
            <a:avLst/>
            <a:gdLst/>
            <a:ahLst/>
            <a:cxnLst/>
            <a:rect l="l" t="t" r="r" b="b"/>
            <a:pathLst>
              <a:path w="5063490" h="4073981" extrusionOk="0">
                <a:moveTo>
                  <a:pt x="0" y="0"/>
                </a:moveTo>
                <a:lnTo>
                  <a:pt x="5063490" y="0"/>
                </a:lnTo>
                <a:lnTo>
                  <a:pt x="5063490" y="4073980"/>
                </a:lnTo>
                <a:lnTo>
                  <a:pt x="0" y="4073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244" r="-372" b="-4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80" name="Google Shape;1080;p34"/>
          <p:cNvGrpSpPr/>
          <p:nvPr/>
        </p:nvGrpSpPr>
        <p:grpSpPr>
          <a:xfrm>
            <a:off x="1370694" y="6858002"/>
            <a:ext cx="4717926" cy="2606040"/>
            <a:chOff x="0" y="0"/>
            <a:chExt cx="6290568" cy="3474720"/>
          </a:xfrm>
        </p:grpSpPr>
        <p:sp>
          <p:nvSpPr>
            <p:cNvPr id="1081" name="Google Shape;1081;p34"/>
            <p:cNvSpPr/>
            <p:nvPr/>
          </p:nvSpPr>
          <p:spPr>
            <a:xfrm>
              <a:off x="0" y="0"/>
              <a:ext cx="6290568" cy="3474720"/>
            </a:xfrm>
            <a:custGeom>
              <a:avLst/>
              <a:gdLst/>
              <a:ahLst/>
              <a:cxnLst/>
              <a:rect l="l" t="t" r="r" b="b"/>
              <a:pathLst>
                <a:path w="6290568" h="3474720" extrusionOk="0">
                  <a:moveTo>
                    <a:pt x="0" y="0"/>
                  </a:moveTo>
                  <a:lnTo>
                    <a:pt x="6290568" y="0"/>
                  </a:lnTo>
                  <a:lnTo>
                    <a:pt x="6290568" y="3474720"/>
                  </a:lnTo>
                  <a:lnTo>
                    <a:pt x="0" y="3474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2" name="Google Shape;1082;p34"/>
            <p:cNvSpPr txBox="1"/>
            <p:nvPr/>
          </p:nvSpPr>
          <p:spPr>
            <a:xfrm>
              <a:off x="0" y="28575"/>
              <a:ext cx="6290568" cy="3446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Software</a:t>
              </a:r>
              <a:endParaRPr/>
            </a:p>
          </p:txBody>
        </p:sp>
      </p:grpSp>
      <p:sp>
        <p:nvSpPr>
          <p:cNvPr id="1083" name="Google Shape;1083;p34"/>
          <p:cNvSpPr/>
          <p:nvPr/>
        </p:nvSpPr>
        <p:spPr>
          <a:xfrm>
            <a:off x="0" y="0"/>
            <a:ext cx="18288000" cy="6350508"/>
          </a:xfrm>
          <a:custGeom>
            <a:avLst/>
            <a:gdLst/>
            <a:ahLst/>
            <a:cxnLst/>
            <a:rect l="l" t="t" r="r" b="b"/>
            <a:pathLst>
              <a:path w="24384000" h="8467344" extrusionOk="0">
                <a:moveTo>
                  <a:pt x="0" y="0"/>
                </a:moveTo>
                <a:lnTo>
                  <a:pt x="24384000" y="0"/>
                </a:lnTo>
                <a:lnTo>
                  <a:pt x="24384000" y="8467344"/>
                </a:lnTo>
                <a:lnTo>
                  <a:pt x="0" y="84673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84" name="Google Shape;1084;p34" descr="A screenshot of a computer  Description automatically generated"/>
          <p:cNvSpPr/>
          <p:nvPr/>
        </p:nvSpPr>
        <p:spPr>
          <a:xfrm>
            <a:off x="3237156" y="822958"/>
            <a:ext cx="12287546" cy="5375802"/>
          </a:xfrm>
          <a:custGeom>
            <a:avLst/>
            <a:gdLst/>
            <a:ahLst/>
            <a:cxnLst/>
            <a:rect l="l" t="t" r="r" b="b"/>
            <a:pathLst>
              <a:path w="12287546" h="5375802" extrusionOk="0">
                <a:moveTo>
                  <a:pt x="0" y="0"/>
                </a:moveTo>
                <a:lnTo>
                  <a:pt x="12287546" y="0"/>
                </a:lnTo>
                <a:lnTo>
                  <a:pt x="12287546" y="5375802"/>
                </a:lnTo>
                <a:lnTo>
                  <a:pt x="0" y="5375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85" name="Google Shape;1085;p34"/>
          <p:cNvGrpSpPr/>
          <p:nvPr/>
        </p:nvGrpSpPr>
        <p:grpSpPr>
          <a:xfrm>
            <a:off x="6571221" y="6829423"/>
            <a:ext cx="10330116" cy="2634613"/>
            <a:chOff x="0" y="-38100"/>
            <a:chExt cx="13773488" cy="3512818"/>
          </a:xfrm>
        </p:grpSpPr>
        <p:sp>
          <p:nvSpPr>
            <p:cNvPr id="1086" name="Google Shape;1086;p34"/>
            <p:cNvSpPr/>
            <p:nvPr/>
          </p:nvSpPr>
          <p:spPr>
            <a:xfrm>
              <a:off x="0" y="0"/>
              <a:ext cx="13773488" cy="3474718"/>
            </a:xfrm>
            <a:custGeom>
              <a:avLst/>
              <a:gdLst/>
              <a:ahLst/>
              <a:cxnLst/>
              <a:rect l="l" t="t" r="r" b="b"/>
              <a:pathLst>
                <a:path w="13773488" h="3474718" extrusionOk="0">
                  <a:moveTo>
                    <a:pt x="0" y="0"/>
                  </a:moveTo>
                  <a:lnTo>
                    <a:pt x="13773488" y="0"/>
                  </a:lnTo>
                  <a:lnTo>
                    <a:pt x="13773488" y="3474718"/>
                  </a:lnTo>
                  <a:lnTo>
                    <a:pt x="0" y="3474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7" name="Google Shape;1087;p34"/>
            <p:cNvSpPr txBox="1"/>
            <p:nvPr/>
          </p:nvSpPr>
          <p:spPr>
            <a:xfrm>
              <a:off x="0" y="-38100"/>
              <a:ext cx="13773488" cy="3512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Se conoce como software al soporte lógico de un sistema informático, que comprende el conjunto de los componentes lógicos necesarios que hacen posible la realización de tareas específicas, en contraposición a los componentes físicos que son llamados hardware. La interacción entre el software y el hardware hace operativo un ordenador (u otro dispositivo), es decir, el Software envía instrucciones que el Hardware ejecuta, haciendo posible su funcionamiento.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" name="Google Shape;1092;p35"/>
          <p:cNvGrpSpPr/>
          <p:nvPr/>
        </p:nvGrpSpPr>
        <p:grpSpPr>
          <a:xfrm>
            <a:off x="1257298" y="1090984"/>
            <a:ext cx="8235110" cy="2871416"/>
            <a:chOff x="0" y="0"/>
            <a:chExt cx="10980146" cy="3828554"/>
          </a:xfrm>
        </p:grpSpPr>
        <p:sp>
          <p:nvSpPr>
            <p:cNvPr id="1093" name="Google Shape;1093;p35"/>
            <p:cNvSpPr/>
            <p:nvPr/>
          </p:nvSpPr>
          <p:spPr>
            <a:xfrm>
              <a:off x="0" y="0"/>
              <a:ext cx="10980146" cy="3828554"/>
            </a:xfrm>
            <a:custGeom>
              <a:avLst/>
              <a:gdLst/>
              <a:ahLst/>
              <a:cxnLst/>
              <a:rect l="l" t="t" r="r" b="b"/>
              <a:pathLst>
                <a:path w="10980146" h="3828554" extrusionOk="0">
                  <a:moveTo>
                    <a:pt x="0" y="0"/>
                  </a:moveTo>
                  <a:lnTo>
                    <a:pt x="10980146" y="0"/>
                  </a:lnTo>
                  <a:lnTo>
                    <a:pt x="10980146" y="3828554"/>
                  </a:lnTo>
                  <a:lnTo>
                    <a:pt x="0" y="382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4" name="Google Shape;1094;p35"/>
            <p:cNvSpPr txBox="1"/>
            <p:nvPr/>
          </p:nvSpPr>
          <p:spPr>
            <a:xfrm>
              <a:off x="0" y="47625"/>
              <a:ext cx="10980146" cy="3780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Proceso de Programación</a:t>
              </a:r>
              <a:endParaRPr/>
            </a:p>
          </p:txBody>
        </p:sp>
      </p:grpSp>
      <p:grpSp>
        <p:nvGrpSpPr>
          <p:cNvPr id="1095" name="Google Shape;1095;p35"/>
          <p:cNvGrpSpPr/>
          <p:nvPr/>
        </p:nvGrpSpPr>
        <p:grpSpPr>
          <a:xfrm>
            <a:off x="1257298" y="4133374"/>
            <a:ext cx="8235110" cy="5132069"/>
            <a:chOff x="0" y="-66675"/>
            <a:chExt cx="10980146" cy="6842759"/>
          </a:xfrm>
        </p:grpSpPr>
        <p:sp>
          <p:nvSpPr>
            <p:cNvPr id="1096" name="Google Shape;1096;p35"/>
            <p:cNvSpPr/>
            <p:nvPr/>
          </p:nvSpPr>
          <p:spPr>
            <a:xfrm>
              <a:off x="0" y="0"/>
              <a:ext cx="10980146" cy="6776084"/>
            </a:xfrm>
            <a:custGeom>
              <a:avLst/>
              <a:gdLst/>
              <a:ahLst/>
              <a:cxnLst/>
              <a:rect l="l" t="t" r="r" b="b"/>
              <a:pathLst>
                <a:path w="10980146" h="6776084" extrusionOk="0">
                  <a:moveTo>
                    <a:pt x="0" y="0"/>
                  </a:moveTo>
                  <a:lnTo>
                    <a:pt x="10980146" y="0"/>
                  </a:lnTo>
                  <a:lnTo>
                    <a:pt x="10980146" y="6776084"/>
                  </a:lnTo>
                  <a:lnTo>
                    <a:pt x="0" y="6776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7" name="Google Shape;1097;p35"/>
            <p:cNvSpPr txBox="1"/>
            <p:nvPr/>
          </p:nvSpPr>
          <p:spPr>
            <a:xfrm>
              <a:off x="0" y="-66675"/>
              <a:ext cx="10980146" cy="68427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La programación es el proceso utilizado para idear y ordenar las acciones necesarias para realizar un proyecto, preparar ciertas máquinas o aparatos para que empiecen a funcionar en el momento y en la forma deseados o elaborar programas para su empleo en computadoras.</a:t>
              </a:r>
              <a:endParaRPr/>
            </a:p>
          </p:txBody>
        </p:sp>
      </p:grpSp>
      <p:sp>
        <p:nvSpPr>
          <p:cNvPr id="1098" name="Google Shape;1098;p35" descr="Monthly calendar"/>
          <p:cNvSpPr/>
          <p:nvPr/>
        </p:nvSpPr>
        <p:spPr>
          <a:xfrm>
            <a:off x="11363223" y="2256336"/>
            <a:ext cx="5774436" cy="5774436"/>
          </a:xfrm>
          <a:custGeom>
            <a:avLst/>
            <a:gdLst/>
            <a:ahLst/>
            <a:cxnLst/>
            <a:rect l="l" t="t" r="r" b="b"/>
            <a:pathLst>
              <a:path w="5774436" h="5774436" extrusionOk="0">
                <a:moveTo>
                  <a:pt x="0" y="0"/>
                </a:moveTo>
                <a:lnTo>
                  <a:pt x="5774436" y="0"/>
                </a:lnTo>
                <a:lnTo>
                  <a:pt x="5774436" y="5774436"/>
                </a:lnTo>
                <a:lnTo>
                  <a:pt x="0" y="5774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04" name="Google Shape;1104;p36" descr="A black box with white text  Description automatically generated"/>
          <p:cNvSpPr/>
          <p:nvPr/>
        </p:nvSpPr>
        <p:spPr>
          <a:xfrm>
            <a:off x="30" y="3045"/>
            <a:ext cx="18287970" cy="10283955"/>
          </a:xfrm>
          <a:custGeom>
            <a:avLst/>
            <a:gdLst/>
            <a:ahLst/>
            <a:cxnLst/>
            <a:rect l="l" t="t" r="r" b="b"/>
            <a:pathLst>
              <a:path w="18287970" h="10283955" extrusionOk="0">
                <a:moveTo>
                  <a:pt x="0" y="0"/>
                </a:moveTo>
                <a:lnTo>
                  <a:pt x="18287970" y="0"/>
                </a:lnTo>
                <a:lnTo>
                  <a:pt x="18287970" y="10283955"/>
                </a:lnTo>
                <a:lnTo>
                  <a:pt x="0" y="1028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5000"/>
            </a:blip>
            <a:stretch>
              <a:fillRect b="-2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05" name="Google Shape;1105;p3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0445F">
                  <a:alpha val="2745"/>
                </a:srgbClr>
              </a:gs>
              <a:gs pos="32000">
                <a:srgbClr val="20445F">
                  <a:alpha val="2745"/>
                </a:srgbClr>
              </a:gs>
              <a:gs pos="100000">
                <a:srgbClr val="000000">
                  <a:alpha val="69803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06" name="Google Shape;1106;p36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07" name="Google Shape;1107;p36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08" name="Google Shape;1108;p36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Lenguajes de Programación</a:t>
              </a:r>
              <a:endParaRPr/>
            </a:p>
          </p:txBody>
        </p:sp>
      </p:grpSp>
      <p:grpSp>
        <p:nvGrpSpPr>
          <p:cNvPr id="1109" name="Google Shape;1109;p36"/>
          <p:cNvGrpSpPr/>
          <p:nvPr/>
        </p:nvGrpSpPr>
        <p:grpSpPr>
          <a:xfrm>
            <a:off x="1370692" y="3094090"/>
            <a:ext cx="15530643" cy="5592710"/>
            <a:chOff x="0" y="-66675"/>
            <a:chExt cx="20707524" cy="7456947"/>
          </a:xfrm>
        </p:grpSpPr>
        <p:sp>
          <p:nvSpPr>
            <p:cNvPr id="1110" name="Google Shape;1110;p36"/>
            <p:cNvSpPr/>
            <p:nvPr/>
          </p:nvSpPr>
          <p:spPr>
            <a:xfrm>
              <a:off x="0" y="0"/>
              <a:ext cx="20707524" cy="7390272"/>
            </a:xfrm>
            <a:custGeom>
              <a:avLst/>
              <a:gdLst/>
              <a:ahLst/>
              <a:cxnLst/>
              <a:rect l="l" t="t" r="r" b="b"/>
              <a:pathLst>
                <a:path w="20707524" h="7390272" extrusionOk="0">
                  <a:moveTo>
                    <a:pt x="0" y="0"/>
                  </a:moveTo>
                  <a:lnTo>
                    <a:pt x="20707524" y="0"/>
                  </a:lnTo>
                  <a:lnTo>
                    <a:pt x="20707524" y="7390272"/>
                  </a:lnTo>
                  <a:lnTo>
                    <a:pt x="0" y="7390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1" name="Google Shape;1111;p36"/>
            <p:cNvSpPr txBox="1"/>
            <p:nvPr/>
          </p:nvSpPr>
          <p:spPr>
            <a:xfrm>
              <a:off x="0" y="-66675"/>
              <a:ext cx="20707524" cy="7456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 lenguaje de programación de alto nivel se caracteriza por expresar los algoritmos de una manera adecuada a la capacidad cognitiva humana, en lugar de la capacidad con que los ejecutan las máquinas. Estos lenguajes permiten una máxima flexibilidad al programador a la hora de abstraerse o de ser literal.</a:t>
              </a:r>
              <a:endParaRPr/>
            </a:p>
          </p:txBody>
        </p:sp>
      </p:grpSp>
      <p:grpSp>
        <p:nvGrpSpPr>
          <p:cNvPr id="1112" name="Google Shape;1112;p36"/>
          <p:cNvGrpSpPr/>
          <p:nvPr/>
        </p:nvGrpSpPr>
        <p:grpSpPr>
          <a:xfrm>
            <a:off x="14572560" y="9979774"/>
            <a:ext cx="3715440" cy="307226"/>
            <a:chOff x="0" y="-9525"/>
            <a:chExt cx="4953920" cy="409635"/>
          </a:xfrm>
        </p:grpSpPr>
        <p:sp>
          <p:nvSpPr>
            <p:cNvPr id="1113" name="Google Shape;1113;p36"/>
            <p:cNvSpPr/>
            <p:nvPr/>
          </p:nvSpPr>
          <p:spPr>
            <a:xfrm>
              <a:off x="0" y="0"/>
              <a:ext cx="4953889" cy="400050"/>
            </a:xfrm>
            <a:custGeom>
              <a:avLst/>
              <a:gdLst/>
              <a:ahLst/>
              <a:cxnLst/>
              <a:rect l="l" t="t" r="r" b="b"/>
              <a:pathLst>
                <a:path w="4953889" h="400050" extrusionOk="0">
                  <a:moveTo>
                    <a:pt x="0" y="0"/>
                  </a:moveTo>
                  <a:lnTo>
                    <a:pt x="4953889" y="0"/>
                  </a:lnTo>
                  <a:lnTo>
                    <a:pt x="4953889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4" name="Google Shape;1114;p36"/>
            <p:cNvSpPr txBox="1"/>
            <p:nvPr/>
          </p:nvSpPr>
          <p:spPr>
            <a:xfrm>
              <a:off x="0" y="-9525"/>
              <a:ext cx="4953920" cy="409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sng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This Photo</a:t>
              </a:r>
              <a:r>
                <a:rPr lang="en-US" sz="105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by Unknown Author is licensed under </a:t>
              </a:r>
              <a:r>
                <a:rPr lang="en-US" sz="1050" b="0" i="0" u="sng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20" name="Google Shape;1120;p37"/>
          <p:cNvGrpSpPr/>
          <p:nvPr/>
        </p:nvGrpSpPr>
        <p:grpSpPr>
          <a:xfrm>
            <a:off x="965200" y="965200"/>
            <a:ext cx="5042247" cy="1901715"/>
            <a:chOff x="0" y="0"/>
            <a:chExt cx="6722996" cy="2535620"/>
          </a:xfrm>
        </p:grpSpPr>
        <p:sp>
          <p:nvSpPr>
            <p:cNvPr id="1121" name="Google Shape;1121;p37"/>
            <p:cNvSpPr/>
            <p:nvPr/>
          </p:nvSpPr>
          <p:spPr>
            <a:xfrm>
              <a:off x="0" y="0"/>
              <a:ext cx="6722996" cy="2535620"/>
            </a:xfrm>
            <a:custGeom>
              <a:avLst/>
              <a:gdLst/>
              <a:ahLst/>
              <a:cxnLst/>
              <a:rect l="l" t="t" r="r" b="b"/>
              <a:pathLst>
                <a:path w="6722996" h="2535620" extrusionOk="0">
                  <a:moveTo>
                    <a:pt x="0" y="0"/>
                  </a:moveTo>
                  <a:lnTo>
                    <a:pt x="6722996" y="0"/>
                  </a:lnTo>
                  <a:lnTo>
                    <a:pt x="6722996" y="2535620"/>
                  </a:lnTo>
                  <a:lnTo>
                    <a:pt x="0" y="253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22" name="Google Shape;1122;p37"/>
            <p:cNvSpPr txBox="1"/>
            <p:nvPr/>
          </p:nvSpPr>
          <p:spPr>
            <a:xfrm>
              <a:off x="0" y="47625"/>
              <a:ext cx="6722996" cy="2487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Lenguajes de Programación</a:t>
              </a:r>
              <a:endParaRPr/>
            </a:p>
          </p:txBody>
        </p:sp>
      </p:grpSp>
      <p:grpSp>
        <p:nvGrpSpPr>
          <p:cNvPr id="1123" name="Google Shape;1123;p37"/>
          <p:cNvGrpSpPr/>
          <p:nvPr/>
        </p:nvGrpSpPr>
        <p:grpSpPr>
          <a:xfrm>
            <a:off x="965200" y="3101231"/>
            <a:ext cx="5042247" cy="6085631"/>
            <a:chOff x="0" y="-57150"/>
            <a:chExt cx="6722996" cy="8114174"/>
          </a:xfrm>
        </p:grpSpPr>
        <p:sp>
          <p:nvSpPr>
            <p:cNvPr id="1124" name="Google Shape;1124;p37"/>
            <p:cNvSpPr/>
            <p:nvPr/>
          </p:nvSpPr>
          <p:spPr>
            <a:xfrm>
              <a:off x="0" y="0"/>
              <a:ext cx="6722996" cy="8057024"/>
            </a:xfrm>
            <a:custGeom>
              <a:avLst/>
              <a:gdLst/>
              <a:ahLst/>
              <a:cxnLst/>
              <a:rect l="l" t="t" r="r" b="b"/>
              <a:pathLst>
                <a:path w="6722996" h="8057024" extrusionOk="0">
                  <a:moveTo>
                    <a:pt x="0" y="0"/>
                  </a:moveTo>
                  <a:lnTo>
                    <a:pt x="6722996" y="0"/>
                  </a:lnTo>
                  <a:lnTo>
                    <a:pt x="6722996" y="8057024"/>
                  </a:lnTo>
                  <a:lnTo>
                    <a:pt x="0" y="80570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25" name="Google Shape;1125;p37"/>
            <p:cNvSpPr txBox="1"/>
            <p:nvPr/>
          </p:nvSpPr>
          <p:spPr>
            <a:xfrm>
              <a:off x="0" y="-57150"/>
              <a:ext cx="6722996" cy="8114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Permiten un camino bidireccional entre el lenguaje máquina y una expresión casi oral entre la escritura del programa y su posterior compilación. Por lo general suelen estar orientados a objetos, a eventos o a funciones, pudiendo estos combinarse. Asimismo, pueden ser compilados o interpretados. Algunos ejemplos son: Java, PHP, Python, Javascript, C++.</a:t>
              </a:r>
              <a:endParaRPr/>
            </a:p>
          </p:txBody>
        </p:sp>
      </p:grpSp>
      <p:grpSp>
        <p:nvGrpSpPr>
          <p:cNvPr id="1126" name="Google Shape;1126;p37"/>
          <p:cNvGrpSpPr/>
          <p:nvPr/>
        </p:nvGrpSpPr>
        <p:grpSpPr>
          <a:xfrm>
            <a:off x="6995315" y="957262"/>
            <a:ext cx="10329862" cy="8372475"/>
            <a:chOff x="0" y="0"/>
            <a:chExt cx="13773150" cy="11163300"/>
          </a:xfrm>
        </p:grpSpPr>
        <p:sp>
          <p:nvSpPr>
            <p:cNvPr id="1127" name="Google Shape;1127;p37"/>
            <p:cNvSpPr/>
            <p:nvPr/>
          </p:nvSpPr>
          <p:spPr>
            <a:xfrm>
              <a:off x="190500" y="190500"/>
              <a:ext cx="13392150" cy="10782300"/>
            </a:xfrm>
            <a:custGeom>
              <a:avLst/>
              <a:gdLst/>
              <a:ahLst/>
              <a:cxnLst/>
              <a:rect l="l" t="t" r="r" b="b"/>
              <a:pathLst>
                <a:path w="13392150" h="10782300" extrusionOk="0">
                  <a:moveTo>
                    <a:pt x="0" y="0"/>
                  </a:moveTo>
                  <a:lnTo>
                    <a:pt x="13392150" y="0"/>
                  </a:lnTo>
                  <a:lnTo>
                    <a:pt x="13392150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0" y="0"/>
              <a:ext cx="13773150" cy="11163300"/>
            </a:xfrm>
            <a:custGeom>
              <a:avLst/>
              <a:gdLst/>
              <a:ahLst/>
              <a:cxnLst/>
              <a:rect l="l" t="t" r="r" b="b"/>
              <a:pathLst>
                <a:path w="13773150" h="11163300" extrusionOk="0">
                  <a:moveTo>
                    <a:pt x="190500" y="0"/>
                  </a:moveTo>
                  <a:lnTo>
                    <a:pt x="13582650" y="0"/>
                  </a:lnTo>
                  <a:cubicBezTo>
                    <a:pt x="13687806" y="0"/>
                    <a:pt x="13773150" y="85344"/>
                    <a:pt x="13773150" y="190500"/>
                  </a:cubicBezTo>
                  <a:lnTo>
                    <a:pt x="13773150" y="10972800"/>
                  </a:lnTo>
                  <a:cubicBezTo>
                    <a:pt x="13773150" y="11077956"/>
                    <a:pt x="13687806" y="11163300"/>
                    <a:pt x="13582650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13582650" y="10782300"/>
                  </a:lnTo>
                  <a:lnTo>
                    <a:pt x="13582650" y="10972800"/>
                  </a:lnTo>
                  <a:lnTo>
                    <a:pt x="13392150" y="10972800"/>
                  </a:lnTo>
                  <a:lnTo>
                    <a:pt x="13392150" y="190500"/>
                  </a:lnTo>
                  <a:lnTo>
                    <a:pt x="13582650" y="190500"/>
                  </a:lnTo>
                  <a:lnTo>
                    <a:pt x="13582650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9" name="Google Shape;1129;p37"/>
          <p:cNvSpPr/>
          <p:nvPr/>
        </p:nvSpPr>
        <p:spPr>
          <a:xfrm>
            <a:off x="7226433" y="1190200"/>
            <a:ext cx="9867615" cy="7906607"/>
          </a:xfrm>
          <a:custGeom>
            <a:avLst/>
            <a:gdLst/>
            <a:ahLst/>
            <a:cxnLst/>
            <a:rect l="l" t="t" r="r" b="b"/>
            <a:pathLst>
              <a:path w="13156819" h="10542143" extrusionOk="0">
                <a:moveTo>
                  <a:pt x="12700" y="0"/>
                </a:moveTo>
                <a:lnTo>
                  <a:pt x="13144119" y="0"/>
                </a:lnTo>
                <a:cubicBezTo>
                  <a:pt x="13151104" y="0"/>
                  <a:pt x="13156819" y="5715"/>
                  <a:pt x="13156819" y="12700"/>
                </a:cubicBezTo>
                <a:lnTo>
                  <a:pt x="13156819" y="10529443"/>
                </a:lnTo>
                <a:cubicBezTo>
                  <a:pt x="13156819" y="10536428"/>
                  <a:pt x="13151104" y="10542143"/>
                  <a:pt x="13144119" y="10542143"/>
                </a:cubicBezTo>
                <a:lnTo>
                  <a:pt x="12700" y="10542143"/>
                </a:lnTo>
                <a:cubicBezTo>
                  <a:pt x="5715" y="10542143"/>
                  <a:pt x="0" y="10536428"/>
                  <a:pt x="0" y="10529443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29443"/>
                </a:lnTo>
                <a:lnTo>
                  <a:pt x="12700" y="10529443"/>
                </a:lnTo>
                <a:lnTo>
                  <a:pt x="12700" y="10516743"/>
                </a:lnTo>
                <a:lnTo>
                  <a:pt x="13144119" y="10516743"/>
                </a:lnTo>
                <a:lnTo>
                  <a:pt x="13144119" y="10529443"/>
                </a:lnTo>
                <a:lnTo>
                  <a:pt x="13131419" y="10529443"/>
                </a:lnTo>
                <a:lnTo>
                  <a:pt x="13131419" y="12700"/>
                </a:lnTo>
                <a:lnTo>
                  <a:pt x="13144119" y="12700"/>
                </a:lnTo>
                <a:lnTo>
                  <a:pt x="13144119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37" descr="Compilador - Wikipedia, la enciclopedia libre"/>
          <p:cNvSpPr/>
          <p:nvPr/>
        </p:nvSpPr>
        <p:spPr>
          <a:xfrm>
            <a:off x="9448946" y="1727865"/>
            <a:ext cx="5457788" cy="6876813"/>
          </a:xfrm>
          <a:custGeom>
            <a:avLst/>
            <a:gdLst/>
            <a:ahLst/>
            <a:cxnLst/>
            <a:rect l="l" t="t" r="r" b="b"/>
            <a:pathLst>
              <a:path w="5457788" h="6876813" extrusionOk="0">
                <a:moveTo>
                  <a:pt x="0" y="0"/>
                </a:moveTo>
                <a:lnTo>
                  <a:pt x="5457787" y="0"/>
                </a:lnTo>
                <a:lnTo>
                  <a:pt x="5457787" y="6876813"/>
                </a:lnTo>
                <a:lnTo>
                  <a:pt x="0" y="6876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" name="Google Shape;1135;p38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36" name="Google Shape;1136;p38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37" name="Google Shape;1137;p38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 dirty="0" err="1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Elementos</a:t>
              </a:r>
              <a:r>
                <a:rPr lang="en-US" sz="5100" b="1" i="0" u="none" strike="noStrike" cap="none" dirty="0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n-US" sz="5100" b="1" i="0" u="none" strike="noStrike" cap="none" dirty="0" err="1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Lenguaje</a:t>
              </a:r>
              <a:endParaRPr dirty="0"/>
            </a:p>
          </p:txBody>
        </p:sp>
      </p:grpSp>
      <p:grpSp>
        <p:nvGrpSpPr>
          <p:cNvPr id="1138" name="Google Shape;1138;p38"/>
          <p:cNvGrpSpPr/>
          <p:nvPr/>
        </p:nvGrpSpPr>
        <p:grpSpPr>
          <a:xfrm>
            <a:off x="1257300" y="2469724"/>
            <a:ext cx="15773400" cy="1007642"/>
            <a:chOff x="0" y="-76200"/>
            <a:chExt cx="21031200" cy="1343522"/>
          </a:xfrm>
        </p:grpSpPr>
        <p:sp>
          <p:nvSpPr>
            <p:cNvPr id="1139" name="Google Shape;1139;p38"/>
            <p:cNvSpPr/>
            <p:nvPr/>
          </p:nvSpPr>
          <p:spPr>
            <a:xfrm>
              <a:off x="0" y="0"/>
              <a:ext cx="21031200" cy="1267322"/>
            </a:xfrm>
            <a:custGeom>
              <a:avLst/>
              <a:gdLst/>
              <a:ahLst/>
              <a:cxnLst/>
              <a:rect l="l" t="t" r="r" b="b"/>
              <a:pathLst>
                <a:path w="21031200" h="1267322" extrusionOk="0">
                  <a:moveTo>
                    <a:pt x="0" y="0"/>
                  </a:moveTo>
                  <a:lnTo>
                    <a:pt x="21031200" y="0"/>
                  </a:lnTo>
                  <a:lnTo>
                    <a:pt x="21031200" y="1267322"/>
                  </a:lnTo>
                  <a:lnTo>
                    <a:pt x="0" y="1267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40" name="Google Shape;1140;p38"/>
            <p:cNvSpPr txBox="1"/>
            <p:nvPr/>
          </p:nvSpPr>
          <p:spPr>
            <a:xfrm>
              <a:off x="0" y="-76200"/>
              <a:ext cx="21031200" cy="1343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Tipos de Datos</a:t>
              </a:r>
              <a:endParaRPr/>
            </a:p>
          </p:txBody>
        </p:sp>
      </p:grpSp>
      <p:grpSp>
        <p:nvGrpSpPr>
          <p:cNvPr id="1141" name="Google Shape;1141;p38"/>
          <p:cNvGrpSpPr/>
          <p:nvPr/>
        </p:nvGrpSpPr>
        <p:grpSpPr>
          <a:xfrm>
            <a:off x="1257300" y="3677019"/>
            <a:ext cx="7886700" cy="752107"/>
            <a:chOff x="0" y="-28575"/>
            <a:chExt cx="10515600" cy="1002809"/>
          </a:xfrm>
        </p:grpSpPr>
        <p:sp>
          <p:nvSpPr>
            <p:cNvPr id="1142" name="Google Shape;1142;p38"/>
            <p:cNvSpPr/>
            <p:nvPr/>
          </p:nvSpPr>
          <p:spPr>
            <a:xfrm>
              <a:off x="0" y="0"/>
              <a:ext cx="10515600" cy="974234"/>
            </a:xfrm>
            <a:custGeom>
              <a:avLst/>
              <a:gdLst/>
              <a:ahLst/>
              <a:cxnLst/>
              <a:rect l="l" t="t" r="r" b="b"/>
              <a:pathLst>
                <a:path w="10515600" h="974234" extrusionOk="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43" name="Google Shape;1143;p38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endParaRPr/>
            </a:p>
          </p:txBody>
        </p:sp>
      </p:grpSp>
      <p:grpSp>
        <p:nvGrpSpPr>
          <p:cNvPr id="1144" name="Google Shape;1144;p38"/>
          <p:cNvGrpSpPr/>
          <p:nvPr/>
        </p:nvGrpSpPr>
        <p:grpSpPr>
          <a:xfrm>
            <a:off x="9144000" y="3677019"/>
            <a:ext cx="7886700" cy="752107"/>
            <a:chOff x="0" y="-28575"/>
            <a:chExt cx="10515600" cy="1002809"/>
          </a:xfrm>
        </p:grpSpPr>
        <p:sp>
          <p:nvSpPr>
            <p:cNvPr id="1145" name="Google Shape;1145;p38"/>
            <p:cNvSpPr/>
            <p:nvPr/>
          </p:nvSpPr>
          <p:spPr>
            <a:xfrm>
              <a:off x="0" y="0"/>
              <a:ext cx="10515600" cy="974234"/>
            </a:xfrm>
            <a:custGeom>
              <a:avLst/>
              <a:gdLst/>
              <a:ahLst/>
              <a:cxnLst/>
              <a:rect l="l" t="t" r="r" b="b"/>
              <a:pathLst>
                <a:path w="10515600" h="974234" extrusionOk="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46" name="Google Shape;1146;p38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No Primitivos</a:t>
              </a:r>
              <a:endParaRPr/>
            </a:p>
          </p:txBody>
        </p:sp>
      </p:grpSp>
      <p:grpSp>
        <p:nvGrpSpPr>
          <p:cNvPr id="1147" name="Google Shape;1147;p38"/>
          <p:cNvGrpSpPr/>
          <p:nvPr/>
        </p:nvGrpSpPr>
        <p:grpSpPr>
          <a:xfrm>
            <a:off x="1257300" y="4541412"/>
            <a:ext cx="7458075" cy="4259688"/>
            <a:chOff x="0" y="-38100"/>
            <a:chExt cx="9944100" cy="5679584"/>
          </a:xfrm>
        </p:grpSpPr>
        <p:sp>
          <p:nvSpPr>
            <p:cNvPr id="1148" name="Google Shape;1148;p38"/>
            <p:cNvSpPr/>
            <p:nvPr/>
          </p:nvSpPr>
          <p:spPr>
            <a:xfrm>
              <a:off x="0" y="0"/>
              <a:ext cx="9944100" cy="5641484"/>
            </a:xfrm>
            <a:custGeom>
              <a:avLst/>
              <a:gdLst/>
              <a:ahLst/>
              <a:cxnLst/>
              <a:rect l="l" t="t" r="r" b="b"/>
              <a:pathLst>
                <a:path w="9944100" h="5641484" extrusionOk="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49" name="Google Shape;1149;p38"/>
            <p:cNvSpPr txBox="1"/>
            <p:nvPr/>
          </p:nvSpPr>
          <p:spPr>
            <a:xfrm>
              <a:off x="0" y="-38100"/>
              <a:ext cx="9944100" cy="5679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datos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son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tipos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datos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básicos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que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están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predefinidos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un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lenguaje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programación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y no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pueden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ser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descompuestos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partes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más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pequeñas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.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Estos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tipos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de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datos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son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fundamentales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para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realizar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operaciones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y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cálculos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en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 un </a:t>
              </a:r>
              <a:r>
                <a:rPr lang="en-US" sz="2700" b="0" i="0" u="none" strike="noStrike" cap="none" dirty="0" err="1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programa</a:t>
              </a:r>
              <a:r>
                <a:rPr lang="en-US" sz="2700" b="0" i="0" u="none" strike="noStrike" cap="none" dirty="0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.</a:t>
              </a:r>
              <a:endParaRPr dirty="0"/>
            </a:p>
          </p:txBody>
        </p:sp>
      </p:grpSp>
      <p:grpSp>
        <p:nvGrpSpPr>
          <p:cNvPr id="1150" name="Google Shape;1150;p38"/>
          <p:cNvGrpSpPr/>
          <p:nvPr/>
        </p:nvGrpSpPr>
        <p:grpSpPr>
          <a:xfrm>
            <a:off x="9144000" y="4555699"/>
            <a:ext cx="7458075" cy="4245401"/>
            <a:chOff x="0" y="-19050"/>
            <a:chExt cx="9944100" cy="5660534"/>
          </a:xfrm>
        </p:grpSpPr>
        <p:sp>
          <p:nvSpPr>
            <p:cNvPr id="1151" name="Google Shape;1151;p38"/>
            <p:cNvSpPr/>
            <p:nvPr/>
          </p:nvSpPr>
          <p:spPr>
            <a:xfrm>
              <a:off x="0" y="0"/>
              <a:ext cx="9944100" cy="5641484"/>
            </a:xfrm>
            <a:custGeom>
              <a:avLst/>
              <a:gdLst/>
              <a:ahLst/>
              <a:cxnLst/>
              <a:rect l="l" t="t" r="r" b="b"/>
              <a:pathLst>
                <a:path w="9944100" h="5641484" extrusionOk="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52" name="Google Shape;1152;p38"/>
            <p:cNvSpPr txBox="1"/>
            <p:nvPr/>
          </p:nvSpPr>
          <p:spPr>
            <a:xfrm>
              <a:off x="0" y="-19050"/>
              <a:ext cx="9944100" cy="566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1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7" b="0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no primitivos, también conocidos como tipos de datos compuestos o estructuras de datos, son aquellos que pueden contener múltiples valores y combinan datos primitivos o incluso otros datos no primitivos. Estos tipos de datos no primitivos son construidos por el programador y ofrecen más flexibilidad para modelar estructuras de información complejas.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39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58" name="Google Shape;1158;p39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59" name="Google Shape;1159;p39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Elementos del Lenguaje</a:t>
              </a:r>
              <a:endParaRPr/>
            </a:p>
          </p:txBody>
        </p:sp>
      </p:grpSp>
      <p:grpSp>
        <p:nvGrpSpPr>
          <p:cNvPr id="1160" name="Google Shape;1160;p39"/>
          <p:cNvGrpSpPr/>
          <p:nvPr/>
        </p:nvGrpSpPr>
        <p:grpSpPr>
          <a:xfrm>
            <a:off x="1257300" y="2469724"/>
            <a:ext cx="15773400" cy="1007642"/>
            <a:chOff x="0" y="-76200"/>
            <a:chExt cx="21031200" cy="1343522"/>
          </a:xfrm>
        </p:grpSpPr>
        <p:sp>
          <p:nvSpPr>
            <p:cNvPr id="1161" name="Google Shape;1161;p39"/>
            <p:cNvSpPr/>
            <p:nvPr/>
          </p:nvSpPr>
          <p:spPr>
            <a:xfrm>
              <a:off x="0" y="0"/>
              <a:ext cx="21031200" cy="1267322"/>
            </a:xfrm>
            <a:custGeom>
              <a:avLst/>
              <a:gdLst/>
              <a:ahLst/>
              <a:cxnLst/>
              <a:rect l="l" t="t" r="r" b="b"/>
              <a:pathLst>
                <a:path w="21031200" h="1267322" extrusionOk="0">
                  <a:moveTo>
                    <a:pt x="0" y="0"/>
                  </a:moveTo>
                  <a:lnTo>
                    <a:pt x="21031200" y="0"/>
                  </a:lnTo>
                  <a:lnTo>
                    <a:pt x="21031200" y="1267322"/>
                  </a:lnTo>
                  <a:lnTo>
                    <a:pt x="0" y="1267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62" name="Google Shape;1162;p39"/>
            <p:cNvSpPr txBox="1"/>
            <p:nvPr/>
          </p:nvSpPr>
          <p:spPr>
            <a:xfrm>
              <a:off x="0" y="-76200"/>
              <a:ext cx="21031200" cy="1343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Tipos de Datos</a:t>
              </a:r>
              <a:endParaRPr/>
            </a:p>
          </p:txBody>
        </p:sp>
      </p:grpSp>
      <p:grpSp>
        <p:nvGrpSpPr>
          <p:cNvPr id="1163" name="Google Shape;1163;p39"/>
          <p:cNvGrpSpPr/>
          <p:nvPr/>
        </p:nvGrpSpPr>
        <p:grpSpPr>
          <a:xfrm>
            <a:off x="1257300" y="3677019"/>
            <a:ext cx="7886700" cy="752107"/>
            <a:chOff x="0" y="-28575"/>
            <a:chExt cx="10515600" cy="1002809"/>
          </a:xfrm>
        </p:grpSpPr>
        <p:sp>
          <p:nvSpPr>
            <p:cNvPr id="1164" name="Google Shape;1164;p39"/>
            <p:cNvSpPr/>
            <p:nvPr/>
          </p:nvSpPr>
          <p:spPr>
            <a:xfrm>
              <a:off x="0" y="0"/>
              <a:ext cx="10515600" cy="974234"/>
            </a:xfrm>
            <a:custGeom>
              <a:avLst/>
              <a:gdLst/>
              <a:ahLst/>
              <a:cxnLst/>
              <a:rect l="l" t="t" r="r" b="b"/>
              <a:pathLst>
                <a:path w="10515600" h="974234" extrusionOk="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65" name="Google Shape;1165;p39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endParaRPr/>
            </a:p>
          </p:txBody>
        </p:sp>
      </p:grpSp>
      <p:grpSp>
        <p:nvGrpSpPr>
          <p:cNvPr id="1166" name="Google Shape;1166;p39"/>
          <p:cNvGrpSpPr/>
          <p:nvPr/>
        </p:nvGrpSpPr>
        <p:grpSpPr>
          <a:xfrm>
            <a:off x="9144000" y="3677019"/>
            <a:ext cx="7886700" cy="752107"/>
            <a:chOff x="0" y="-28575"/>
            <a:chExt cx="10515600" cy="1002809"/>
          </a:xfrm>
        </p:grpSpPr>
        <p:sp>
          <p:nvSpPr>
            <p:cNvPr id="1167" name="Google Shape;1167;p39"/>
            <p:cNvSpPr/>
            <p:nvPr/>
          </p:nvSpPr>
          <p:spPr>
            <a:xfrm>
              <a:off x="0" y="0"/>
              <a:ext cx="10515600" cy="974234"/>
            </a:xfrm>
            <a:custGeom>
              <a:avLst/>
              <a:gdLst/>
              <a:ahLst/>
              <a:cxnLst/>
              <a:rect l="l" t="t" r="r" b="b"/>
              <a:pathLst>
                <a:path w="10515600" h="974234" extrusionOk="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68" name="Google Shape;1168;p39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No Primitivos</a:t>
              </a:r>
              <a:endParaRPr/>
            </a:p>
          </p:txBody>
        </p:sp>
      </p:grpSp>
      <p:grpSp>
        <p:nvGrpSpPr>
          <p:cNvPr id="1169" name="Google Shape;1169;p39"/>
          <p:cNvGrpSpPr/>
          <p:nvPr/>
        </p:nvGrpSpPr>
        <p:grpSpPr>
          <a:xfrm>
            <a:off x="1257300" y="4541412"/>
            <a:ext cx="7458075" cy="4259688"/>
            <a:chOff x="0" y="-38100"/>
            <a:chExt cx="9944100" cy="5679584"/>
          </a:xfrm>
        </p:grpSpPr>
        <p:sp>
          <p:nvSpPr>
            <p:cNvPr id="1170" name="Google Shape;1170;p39"/>
            <p:cNvSpPr/>
            <p:nvPr/>
          </p:nvSpPr>
          <p:spPr>
            <a:xfrm>
              <a:off x="0" y="0"/>
              <a:ext cx="9944100" cy="5641484"/>
            </a:xfrm>
            <a:custGeom>
              <a:avLst/>
              <a:gdLst/>
              <a:ahLst/>
              <a:cxnLst/>
              <a:rect l="l" t="t" r="r" b="b"/>
              <a:pathLst>
                <a:path w="9944100" h="5641484" extrusionOk="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71" name="Google Shape;1171;p39"/>
            <p:cNvSpPr txBox="1"/>
            <p:nvPr/>
          </p:nvSpPr>
          <p:spPr>
            <a:xfrm>
              <a:off x="0" y="-38100"/>
              <a:ext cx="9944100" cy="5679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primitivos son los tipos de datos básicos que están predefinidos en un lenguaje de programación y no pueden ser descompuestos en partes más pequeñas. Estos tipos de datos primitivos son fundamentales para realizar operaciones y cálculos en un programa.</a:t>
              </a:r>
              <a:endParaRPr/>
            </a:p>
            <a:p>
              <a:pPr marL="0" marR="0" lvl="0" indent="0" algn="just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rgbClr val="CDE9FD"/>
                </a:solidFill>
                <a:latin typeface="Vollkorn"/>
                <a:ea typeface="Vollkorn"/>
                <a:cs typeface="Vollkorn"/>
                <a:sym typeface="Vollkorn"/>
              </a:endParaRPr>
            </a:p>
          </p:txBody>
        </p:sp>
      </p:grpSp>
      <p:grpSp>
        <p:nvGrpSpPr>
          <p:cNvPr id="1172" name="Google Shape;1172;p39"/>
          <p:cNvGrpSpPr/>
          <p:nvPr/>
        </p:nvGrpSpPr>
        <p:grpSpPr>
          <a:xfrm>
            <a:off x="9144000" y="4555699"/>
            <a:ext cx="7458075" cy="4245401"/>
            <a:chOff x="0" y="-19050"/>
            <a:chExt cx="9944100" cy="5660534"/>
          </a:xfrm>
        </p:grpSpPr>
        <p:sp>
          <p:nvSpPr>
            <p:cNvPr id="1173" name="Google Shape;1173;p39"/>
            <p:cNvSpPr/>
            <p:nvPr/>
          </p:nvSpPr>
          <p:spPr>
            <a:xfrm>
              <a:off x="0" y="0"/>
              <a:ext cx="9944100" cy="5641484"/>
            </a:xfrm>
            <a:custGeom>
              <a:avLst/>
              <a:gdLst/>
              <a:ahLst/>
              <a:cxnLst/>
              <a:rect l="l" t="t" r="r" b="b"/>
              <a:pathLst>
                <a:path w="9944100" h="5641484" extrusionOk="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74" name="Google Shape;1174;p39"/>
            <p:cNvSpPr txBox="1"/>
            <p:nvPr/>
          </p:nvSpPr>
          <p:spPr>
            <a:xfrm>
              <a:off x="0" y="-19050"/>
              <a:ext cx="9944100" cy="566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1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7" b="0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no primitivos, también conocidos como tipos de datos compuestos o estructuras de datos, son aquellos que pueden contener múltiples valores y combinan datos primitivos o incluso otros datos no primitivos. Estos tipos de datos no primitivos son construidos por el programador y ofrecen más flexibilidad para modelar estructuras de información complejas.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4CC"/>
        </a:solidFill>
        <a:effectLst/>
      </p:bgPr>
    </p:bg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1179;p40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80" name="Google Shape;1180;p40"/>
            <p:cNvSpPr/>
            <p:nvPr/>
          </p:nvSpPr>
          <p:spPr>
            <a:xfrm>
              <a:off x="0" y="0"/>
              <a:ext cx="20707522" cy="2652642"/>
            </a:xfrm>
            <a:custGeom>
              <a:avLst/>
              <a:gdLst/>
              <a:ahLst/>
              <a:cxnLst/>
              <a:rect l="l" t="t" r="r" b="b"/>
              <a:pathLst>
                <a:path w="20707522" h="2652642" extrusionOk="0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81" name="Google Shape;1181;p40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 i="0" u="none" strike="noStrike" cap="none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Elementos del Lenguaje</a:t>
              </a:r>
              <a:endParaRPr/>
            </a:p>
          </p:txBody>
        </p:sp>
      </p:grpSp>
      <p:grpSp>
        <p:nvGrpSpPr>
          <p:cNvPr id="1182" name="Google Shape;1182;p40"/>
          <p:cNvGrpSpPr/>
          <p:nvPr/>
        </p:nvGrpSpPr>
        <p:grpSpPr>
          <a:xfrm>
            <a:off x="1233386" y="2882451"/>
            <a:ext cx="7886700" cy="752107"/>
            <a:chOff x="0" y="-28575"/>
            <a:chExt cx="10515600" cy="1002809"/>
          </a:xfrm>
        </p:grpSpPr>
        <p:sp>
          <p:nvSpPr>
            <p:cNvPr id="1183" name="Google Shape;1183;p40"/>
            <p:cNvSpPr/>
            <p:nvPr/>
          </p:nvSpPr>
          <p:spPr>
            <a:xfrm>
              <a:off x="0" y="0"/>
              <a:ext cx="10515600" cy="974234"/>
            </a:xfrm>
            <a:custGeom>
              <a:avLst/>
              <a:gdLst/>
              <a:ahLst/>
              <a:cxnLst/>
              <a:rect l="l" t="t" r="r" b="b"/>
              <a:pathLst>
                <a:path w="10515600" h="974234" extrusionOk="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84" name="Google Shape;1184;p40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endParaRPr/>
            </a:p>
          </p:txBody>
        </p:sp>
      </p:grpSp>
      <p:grpSp>
        <p:nvGrpSpPr>
          <p:cNvPr id="1185" name="Google Shape;1185;p40"/>
          <p:cNvGrpSpPr/>
          <p:nvPr/>
        </p:nvGrpSpPr>
        <p:grpSpPr>
          <a:xfrm>
            <a:off x="10506456" y="2708897"/>
            <a:ext cx="6323076" cy="752107"/>
            <a:chOff x="0" y="-28575"/>
            <a:chExt cx="8430768" cy="1002809"/>
          </a:xfrm>
        </p:grpSpPr>
        <p:sp>
          <p:nvSpPr>
            <p:cNvPr id="1186" name="Google Shape;1186;p40"/>
            <p:cNvSpPr/>
            <p:nvPr/>
          </p:nvSpPr>
          <p:spPr>
            <a:xfrm>
              <a:off x="0" y="0"/>
              <a:ext cx="8430768" cy="974234"/>
            </a:xfrm>
            <a:custGeom>
              <a:avLst/>
              <a:gdLst/>
              <a:ahLst/>
              <a:cxnLst/>
              <a:rect l="l" t="t" r="r" b="b"/>
              <a:pathLst>
                <a:path w="8430768" h="974234" extrusionOk="0">
                  <a:moveTo>
                    <a:pt x="0" y="0"/>
                  </a:moveTo>
                  <a:lnTo>
                    <a:pt x="8430768" y="0"/>
                  </a:lnTo>
                  <a:lnTo>
                    <a:pt x="8430768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87" name="Google Shape;1187;p40"/>
            <p:cNvSpPr txBox="1"/>
            <p:nvPr/>
          </p:nvSpPr>
          <p:spPr>
            <a:xfrm>
              <a:off x="0" y="-28575"/>
              <a:ext cx="8430768" cy="1002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No Primitivos</a:t>
              </a:r>
              <a:endParaRPr/>
            </a:p>
          </p:txBody>
        </p:sp>
      </p:grpSp>
      <p:sp>
        <p:nvSpPr>
          <p:cNvPr id="1188" name="Google Shape;1188;p40"/>
          <p:cNvSpPr/>
          <p:nvPr/>
        </p:nvSpPr>
        <p:spPr>
          <a:xfrm>
            <a:off x="1393032" y="3461004"/>
            <a:ext cx="8112159" cy="3739198"/>
          </a:xfrm>
          <a:custGeom>
            <a:avLst/>
            <a:gdLst/>
            <a:ahLst/>
            <a:cxnLst/>
            <a:rect l="l" t="t" r="r" b="b"/>
            <a:pathLst>
              <a:path w="8112159" h="3739198" extrusionOk="0">
                <a:moveTo>
                  <a:pt x="0" y="0"/>
                </a:moveTo>
                <a:lnTo>
                  <a:pt x="8112159" y="0"/>
                </a:lnTo>
                <a:lnTo>
                  <a:pt x="8112159" y="3739198"/>
                </a:lnTo>
                <a:lnTo>
                  <a:pt x="0" y="3739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89" name="Google Shape;1189;p40" descr="Variables y tipos de datos en Java"/>
          <p:cNvSpPr/>
          <p:nvPr/>
        </p:nvSpPr>
        <p:spPr>
          <a:xfrm>
            <a:off x="10506456" y="3461004"/>
            <a:ext cx="6323076" cy="5911596"/>
          </a:xfrm>
          <a:custGeom>
            <a:avLst/>
            <a:gdLst/>
            <a:ahLst/>
            <a:cxnLst/>
            <a:rect l="l" t="t" r="r" b="b"/>
            <a:pathLst>
              <a:path w="6323076" h="5911596" extrusionOk="0">
                <a:moveTo>
                  <a:pt x="0" y="0"/>
                </a:moveTo>
                <a:lnTo>
                  <a:pt x="6323076" y="0"/>
                </a:lnTo>
                <a:lnTo>
                  <a:pt x="6323076" y="5911596"/>
                </a:lnTo>
                <a:lnTo>
                  <a:pt x="0" y="5911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4168" t="-47327" r="-52972" b="-2667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1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b="0" i="0" u="none" strike="noStrike" cap="non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1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196" name="Google Shape;1196;p41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97" name="Google Shape;1197;p41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1670</Words>
  <Application>Microsoft Office PowerPoint</Application>
  <PresentationFormat>Personalizado</PresentationFormat>
  <Paragraphs>196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Vollkorn</vt:lpstr>
      <vt:lpstr>Arial</vt:lpstr>
      <vt:lpstr>Calibri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pablo oliva</cp:lastModifiedBy>
  <cp:revision>1</cp:revision>
  <dcterms:created xsi:type="dcterms:W3CDTF">2006-08-16T00:00:00Z</dcterms:created>
  <dcterms:modified xsi:type="dcterms:W3CDTF">2025-07-14T03:52:41Z</dcterms:modified>
</cp:coreProperties>
</file>